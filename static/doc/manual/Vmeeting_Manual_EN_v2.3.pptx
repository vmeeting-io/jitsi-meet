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5"/>
  </p:notesMasterIdLst>
  <p:handoutMasterIdLst>
    <p:handoutMasterId r:id="rId66"/>
  </p:handoutMasterIdLst>
  <p:sldIdLst>
    <p:sldId id="257" r:id="rId5"/>
    <p:sldId id="305" r:id="rId6"/>
    <p:sldId id="306" r:id="rId7"/>
    <p:sldId id="258" r:id="rId8"/>
    <p:sldId id="337" r:id="rId9"/>
    <p:sldId id="260" r:id="rId10"/>
    <p:sldId id="263" r:id="rId11"/>
    <p:sldId id="300" r:id="rId12"/>
    <p:sldId id="267" r:id="rId13"/>
    <p:sldId id="268" r:id="rId14"/>
    <p:sldId id="264" r:id="rId15"/>
    <p:sldId id="265" r:id="rId16"/>
    <p:sldId id="269" r:id="rId17"/>
    <p:sldId id="270" r:id="rId18"/>
    <p:sldId id="310" r:id="rId19"/>
    <p:sldId id="271" r:id="rId20"/>
    <p:sldId id="317" r:id="rId21"/>
    <p:sldId id="323" r:id="rId22"/>
    <p:sldId id="324" r:id="rId23"/>
    <p:sldId id="273" r:id="rId24"/>
    <p:sldId id="274" r:id="rId25"/>
    <p:sldId id="338" r:id="rId26"/>
    <p:sldId id="275" r:id="rId27"/>
    <p:sldId id="277" r:id="rId28"/>
    <p:sldId id="276" r:id="rId29"/>
    <p:sldId id="286" r:id="rId30"/>
    <p:sldId id="290" r:id="rId31"/>
    <p:sldId id="313" r:id="rId32"/>
    <p:sldId id="292" r:id="rId33"/>
    <p:sldId id="293" r:id="rId34"/>
    <p:sldId id="294" r:id="rId35"/>
    <p:sldId id="303" r:id="rId36"/>
    <p:sldId id="295" r:id="rId37"/>
    <p:sldId id="296" r:id="rId38"/>
    <p:sldId id="298" r:id="rId39"/>
    <p:sldId id="312" r:id="rId40"/>
    <p:sldId id="316" r:id="rId41"/>
    <p:sldId id="278" r:id="rId42"/>
    <p:sldId id="301" r:id="rId43"/>
    <p:sldId id="284" r:id="rId44"/>
    <p:sldId id="314" r:id="rId45"/>
    <p:sldId id="315" r:id="rId46"/>
    <p:sldId id="288" r:id="rId47"/>
    <p:sldId id="304" r:id="rId48"/>
    <p:sldId id="329" r:id="rId49"/>
    <p:sldId id="330" r:id="rId50"/>
    <p:sldId id="334" r:id="rId51"/>
    <p:sldId id="335" r:id="rId52"/>
    <p:sldId id="279" r:id="rId53"/>
    <p:sldId id="280" r:id="rId54"/>
    <p:sldId id="333" r:id="rId55"/>
    <p:sldId id="281" r:id="rId56"/>
    <p:sldId id="282" r:id="rId57"/>
    <p:sldId id="283" r:id="rId58"/>
    <p:sldId id="327" r:id="rId59"/>
    <p:sldId id="328" r:id="rId60"/>
    <p:sldId id="322" r:id="rId61"/>
    <p:sldId id="318" r:id="rId62"/>
    <p:sldId id="321" r:id="rId63"/>
    <p:sldId id="319" r:id="rId6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484E"/>
    <a:srgbClr val="333C41"/>
    <a:srgbClr val="203864"/>
    <a:srgbClr val="283447"/>
    <a:srgbClr val="4E8BA9"/>
    <a:srgbClr val="315789"/>
    <a:srgbClr val="343E44"/>
    <a:srgbClr val="B2B6B8"/>
    <a:srgbClr val="384850"/>
    <a:srgbClr val="3669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55" autoAdjust="0"/>
    <p:restoredTop sz="96405"/>
  </p:normalViewPr>
  <p:slideViewPr>
    <p:cSldViewPr snapToGrid="0">
      <p:cViewPr varScale="1">
        <p:scale>
          <a:sx n="84" d="100"/>
          <a:sy n="84" d="100"/>
        </p:scale>
        <p:origin x="3104" y="20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5" d="100"/>
          <a:sy n="65" d="100"/>
        </p:scale>
        <p:origin x="3154" y="4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C3392759-234A-4FFE-BF50-9542FC1FA5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5A9A3939-23FB-4878-8531-16A0B12369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B2CC5B-6EBE-404B-A6AF-B260BF13F330}" type="datetimeFigureOut">
              <a:rPr lang="ko-KR" altLang="en-US" smtClean="0"/>
              <a:t>2022. 7. 4.</a:t>
            </a:fld>
            <a:endParaRPr lang="ko-KR" altLang="en-US"/>
          </a:p>
        </p:txBody>
      </p:sp>
      <p:sp>
        <p:nvSpPr>
          <p:cNvPr id="4" name="바닥글 개체 틀 3">
            <a:extLst>
              <a:ext uri="{FF2B5EF4-FFF2-40B4-BE49-F238E27FC236}">
                <a16:creationId xmlns:a16="http://schemas.microsoft.com/office/drawing/2014/main" id="{1877A4AB-4EC8-487F-A8EC-55F796A51B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EDF4FF7-B595-4F48-B626-FB83E167AF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93B7FF2-3EAF-481E-9A58-7E8013FDF3F3}" type="slidenum">
              <a:rPr lang="ko-KR" altLang="en-US" smtClean="0"/>
              <a:t>‹#›</a:t>
            </a:fld>
            <a:endParaRPr lang="ko-KR" altLang="en-US"/>
          </a:p>
        </p:txBody>
      </p:sp>
    </p:spTree>
    <p:extLst>
      <p:ext uri="{BB962C8B-B14F-4D97-AF65-F5344CB8AC3E}">
        <p14:creationId xmlns:p14="http://schemas.microsoft.com/office/powerpoint/2010/main" val="184052284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51ABF3-1325-409E-BB19-2267F0C35E25}" type="datetimeFigureOut">
              <a:rPr lang="ko-KR" altLang="en-US" smtClean="0"/>
              <a:t>2022. 7. 4.</a:t>
            </a:fld>
            <a:endParaRPr lang="ko-KR" altLang="en-US"/>
          </a:p>
        </p:txBody>
      </p:sp>
      <p:sp>
        <p:nvSpPr>
          <p:cNvPr id="4" name="슬라이드 이미지 개체 틀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D5E5E7-CDE1-4B41-BB07-54715B1C1881}" type="slidenum">
              <a:rPr lang="ko-KR" altLang="en-US" smtClean="0"/>
              <a:t>‹#›</a:t>
            </a:fld>
            <a:endParaRPr lang="ko-KR" altLang="en-US"/>
          </a:p>
        </p:txBody>
      </p:sp>
    </p:spTree>
    <p:extLst>
      <p:ext uri="{BB962C8B-B14F-4D97-AF65-F5344CB8AC3E}">
        <p14:creationId xmlns:p14="http://schemas.microsoft.com/office/powerpoint/2010/main" val="2634901090"/>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dirty="0"/>
          </a:p>
        </p:txBody>
      </p:sp>
      <p:sp>
        <p:nvSpPr>
          <p:cNvPr id="4" name="슬라이드 번호 개체 틀 3"/>
          <p:cNvSpPr>
            <a:spLocks noGrp="1"/>
          </p:cNvSpPr>
          <p:nvPr>
            <p:ph type="sldNum" sz="quarter" idx="5"/>
          </p:nvPr>
        </p:nvSpPr>
        <p:spPr/>
        <p:txBody>
          <a:bodyPr/>
          <a:lstStyle/>
          <a:p>
            <a:fld id="{E9D5E5E7-CDE1-4B41-BB07-54715B1C1881}" type="slidenum">
              <a:rPr lang="ko-KR" altLang="en-US" smtClean="0"/>
              <a:t>1</a:t>
            </a:fld>
            <a:endParaRPr lang="ko-KR" altLang="en-US"/>
          </a:p>
        </p:txBody>
      </p:sp>
    </p:spTree>
    <p:extLst>
      <p:ext uri="{BB962C8B-B14F-4D97-AF65-F5344CB8AC3E}">
        <p14:creationId xmlns:p14="http://schemas.microsoft.com/office/powerpoint/2010/main" val="1403731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E9D5E5E7-CDE1-4B41-BB07-54715B1C1881}" type="slidenum">
              <a:rPr lang="ko-KR" altLang="en-US" smtClean="0"/>
              <a:t>5</a:t>
            </a:fld>
            <a:endParaRPr lang="ko-KR" altLang="en-US"/>
          </a:p>
        </p:txBody>
      </p:sp>
    </p:spTree>
    <p:extLst>
      <p:ext uri="{BB962C8B-B14F-4D97-AF65-F5344CB8AC3E}">
        <p14:creationId xmlns:p14="http://schemas.microsoft.com/office/powerpoint/2010/main" val="3695412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E9D5E5E7-CDE1-4B41-BB07-54715B1C1881}" type="slidenum">
              <a:rPr lang="ko-KR" altLang="en-US" smtClean="0"/>
              <a:t>9</a:t>
            </a:fld>
            <a:endParaRPr lang="ko-KR" altLang="en-US"/>
          </a:p>
        </p:txBody>
      </p:sp>
    </p:spTree>
    <p:extLst>
      <p:ext uri="{BB962C8B-B14F-4D97-AF65-F5344CB8AC3E}">
        <p14:creationId xmlns:p14="http://schemas.microsoft.com/office/powerpoint/2010/main" val="1313617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dirty="0"/>
          </a:p>
        </p:txBody>
      </p:sp>
      <p:sp>
        <p:nvSpPr>
          <p:cNvPr id="4" name="슬라이드 번호 개체 틀 3"/>
          <p:cNvSpPr>
            <a:spLocks noGrp="1"/>
          </p:cNvSpPr>
          <p:nvPr>
            <p:ph type="sldNum" sz="quarter" idx="5"/>
          </p:nvPr>
        </p:nvSpPr>
        <p:spPr/>
        <p:txBody>
          <a:bodyPr/>
          <a:lstStyle/>
          <a:p>
            <a:fld id="{E9D5E5E7-CDE1-4B41-BB07-54715B1C1881}" type="slidenum">
              <a:rPr lang="ko-KR" altLang="en-US" smtClean="0"/>
              <a:t>48</a:t>
            </a:fld>
            <a:endParaRPr lang="ko-KR" altLang="en-US"/>
          </a:p>
        </p:txBody>
      </p:sp>
    </p:spTree>
    <p:extLst>
      <p:ext uri="{BB962C8B-B14F-4D97-AF65-F5344CB8AC3E}">
        <p14:creationId xmlns:p14="http://schemas.microsoft.com/office/powerpoint/2010/main" val="1974533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E9D5E5E7-CDE1-4B41-BB07-54715B1C1881}" type="slidenum">
              <a:rPr lang="ko-KR" altLang="en-US" smtClean="0"/>
              <a:t>51</a:t>
            </a:fld>
            <a:endParaRPr lang="ko-KR" altLang="en-US"/>
          </a:p>
        </p:txBody>
      </p:sp>
    </p:spTree>
    <p:extLst>
      <p:ext uri="{BB962C8B-B14F-4D97-AF65-F5344CB8AC3E}">
        <p14:creationId xmlns:p14="http://schemas.microsoft.com/office/powerpoint/2010/main" val="1280487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dirty="0"/>
          </a:p>
        </p:txBody>
      </p:sp>
      <p:sp>
        <p:nvSpPr>
          <p:cNvPr id="4" name="슬라이드 번호 개체 틀 3"/>
          <p:cNvSpPr>
            <a:spLocks noGrp="1"/>
          </p:cNvSpPr>
          <p:nvPr>
            <p:ph type="sldNum" sz="quarter" idx="5"/>
          </p:nvPr>
        </p:nvSpPr>
        <p:spPr/>
        <p:txBody>
          <a:bodyPr/>
          <a:lstStyle/>
          <a:p>
            <a:fld id="{E9D5E5E7-CDE1-4B41-BB07-54715B1C1881}" type="slidenum">
              <a:rPr lang="ko-KR" altLang="en-US" smtClean="0"/>
              <a:t>56</a:t>
            </a:fld>
            <a:endParaRPr lang="ko-KR" altLang="en-US"/>
          </a:p>
        </p:txBody>
      </p:sp>
    </p:spTree>
    <p:extLst>
      <p:ext uri="{BB962C8B-B14F-4D97-AF65-F5344CB8AC3E}">
        <p14:creationId xmlns:p14="http://schemas.microsoft.com/office/powerpoint/2010/main" val="332828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ko-KR" altLang="en-US" dirty="0"/>
              <a:t>마스터 제목 스타일 편집</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4B9C382-CD85-4DE0-8D2C-55E72B669C25}" type="datetime1">
              <a:rPr lang="ko-KR" altLang="en-US" smtClean="0"/>
              <a:t>2022. 7. 4.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3503505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24A68EDE-D64E-4367-8F4A-4EFA0090DE71}" type="datetime1">
              <a:rPr lang="ko-KR" altLang="en-US" smtClean="0"/>
              <a:t>2022. 7. 4.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3260692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020F5E91-E6F8-40E5-9BB8-D3A8256261EE}" type="datetime1">
              <a:rPr lang="ko-KR" altLang="en-US" smtClean="0"/>
              <a:t>2022. 7. 4.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1200834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EBB9AADD-6987-4F54-BF9A-DF88A3113D02}" type="datetime1">
              <a:rPr lang="ko-KR" altLang="en-US" smtClean="0"/>
              <a:t>2022. 7. 4.</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4141043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9E752C1D-7841-4EE3-9C4D-DB8DB7515CD5}" type="datetime1">
              <a:rPr lang="ko-KR" altLang="en-US" smtClean="0"/>
              <a:t>2022. 7. 4.</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4169408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A65133FD-224C-45FD-A368-BB674108BE5C}" type="datetime1">
              <a:rPr lang="ko-KR" altLang="en-US" smtClean="0"/>
              <a:t>2022. 7. 4.</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256551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E4F6D5-1499-42BA-B3C0-4F5079C35BE7}" type="datetime1">
              <a:rPr lang="ko-KR" altLang="en-US" smtClean="0"/>
              <a:t>2022. 7. 4.</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3728394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E76F0FF2-A539-4D5B-AF30-93E968265381}" type="datetime1">
              <a:rPr lang="ko-KR" altLang="en-US" smtClean="0"/>
              <a:t>2022. 7. 4.</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3559666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00EFC17B-7C06-4862-A974-A5D3CA6340C1}" type="datetime1">
              <a:rPr lang="ko-KR" altLang="en-US" smtClean="0"/>
              <a:t>2022. 7. 4.</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4230352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03B6DF22-3733-4DF1-BC0F-1558F87F9F73}" type="datetime1">
              <a:rPr lang="ko-KR" altLang="en-US" smtClean="0"/>
              <a:t>2022. 7. 4.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4134871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2C8AFC2E-EA2D-4533-9580-4CCA9F77E9F2}" type="datetime1">
              <a:rPr lang="ko-KR" altLang="en-US" smtClean="0"/>
              <a:t>2022. 7. 4.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1458876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AA0299D-D84E-43C2-B161-E755160CA36F}" type="datetime1">
              <a:rPr lang="ko-KR" altLang="en-US" smtClean="0"/>
              <a:t>2022. 7. 4.</a:t>
            </a:fld>
            <a:endParaRPr lang="ko-KR" altLang="en-US" dirty="0"/>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25F5712-77C1-483E-AF6C-501D64E640ED}" type="slidenum">
              <a:rPr lang="ko-KR" altLang="en-US" smtClean="0"/>
              <a:t>‹#›</a:t>
            </a:fld>
            <a:endParaRPr lang="ko-KR" altLang="en-US"/>
          </a:p>
        </p:txBody>
      </p:sp>
      <p:sp>
        <p:nvSpPr>
          <p:cNvPr id="11" name="TextBox 10">
            <a:extLst>
              <a:ext uri="{FF2B5EF4-FFF2-40B4-BE49-F238E27FC236}">
                <a16:creationId xmlns:a16="http://schemas.microsoft.com/office/drawing/2014/main" id="{93B6CCB8-8770-4277-850B-A5E54FC947CD}"/>
              </a:ext>
            </a:extLst>
          </p:cNvPr>
          <p:cNvSpPr txBox="1"/>
          <p:nvPr userDrawn="1"/>
        </p:nvSpPr>
        <p:spPr>
          <a:xfrm>
            <a:off x="751152" y="6791957"/>
            <a:ext cx="1248299" cy="3770263"/>
          </a:xfrm>
          <a:prstGeom prst="rect">
            <a:avLst/>
          </a:prstGeom>
          <a:noFill/>
        </p:spPr>
        <p:txBody>
          <a:bodyPr wrap="square" rtlCol="0">
            <a:spAutoFit/>
          </a:bodyPr>
          <a:lstStyle/>
          <a:p>
            <a:r>
              <a:rPr lang="en-US" altLang="ko-KR" sz="23900" dirty="0">
                <a:ln>
                  <a:solidFill>
                    <a:srgbClr val="3769B1">
                      <a:alpha val="30000"/>
                    </a:srgbClr>
                  </a:solidFill>
                </a:ln>
                <a:noFill/>
                <a:latin typeface="나눔고딕 ExtraBold" panose="020D0904000000000000" pitchFamily="50" charset="-127"/>
                <a:ea typeface="나눔고딕 ExtraBold" panose="020D0904000000000000" pitchFamily="50" charset="-127"/>
              </a:rPr>
              <a:t>V</a:t>
            </a:r>
            <a:endParaRPr lang="ko-KR" altLang="en-US" sz="23900" dirty="0">
              <a:ln>
                <a:solidFill>
                  <a:srgbClr val="3769B1">
                    <a:alpha val="30000"/>
                  </a:srgbClr>
                </a:solidFill>
              </a:ln>
              <a:noFill/>
              <a:latin typeface="나눔고딕 ExtraBold" panose="020D0904000000000000" pitchFamily="50" charset="-127"/>
              <a:ea typeface="나눔고딕 ExtraBold" panose="020D0904000000000000" pitchFamily="50" charset="-127"/>
            </a:endParaRPr>
          </a:p>
        </p:txBody>
      </p:sp>
      <p:sp>
        <p:nvSpPr>
          <p:cNvPr id="12" name="TextBox 11">
            <a:extLst>
              <a:ext uri="{FF2B5EF4-FFF2-40B4-BE49-F238E27FC236}">
                <a16:creationId xmlns:a16="http://schemas.microsoft.com/office/drawing/2014/main" id="{B00C790B-5DB0-4F5C-8314-C7ACCCE5636E}"/>
              </a:ext>
            </a:extLst>
          </p:cNvPr>
          <p:cNvSpPr txBox="1"/>
          <p:nvPr userDrawn="1"/>
        </p:nvSpPr>
        <p:spPr>
          <a:xfrm>
            <a:off x="-692748" y="5446390"/>
            <a:ext cx="4727920" cy="5386090"/>
          </a:xfrm>
          <a:prstGeom prst="rect">
            <a:avLst/>
          </a:prstGeom>
          <a:noFill/>
        </p:spPr>
        <p:txBody>
          <a:bodyPr wrap="square" rtlCol="0">
            <a:spAutoFit/>
          </a:bodyPr>
          <a:lstStyle/>
          <a:p>
            <a:r>
              <a:rPr lang="en-US" altLang="ko-KR" sz="34400" dirty="0">
                <a:solidFill>
                  <a:srgbClr val="3769B1">
                    <a:alpha val="30000"/>
                  </a:srgbClr>
                </a:solidFill>
                <a:latin typeface="나눔고딕 ExtraBold" panose="020D0904000000000000" pitchFamily="50" charset="-127"/>
                <a:ea typeface="나눔고딕 ExtraBold" panose="020D0904000000000000" pitchFamily="50" charset="-127"/>
              </a:rPr>
              <a:t>V</a:t>
            </a:r>
            <a:endParaRPr lang="ko-KR" altLang="en-US" sz="34400" dirty="0">
              <a:solidFill>
                <a:srgbClr val="3769B1">
                  <a:alpha val="30000"/>
                </a:srgbClr>
              </a:solidFill>
              <a:latin typeface="나눔고딕 ExtraBold" panose="020D0904000000000000" pitchFamily="50" charset="-127"/>
              <a:ea typeface="나눔고딕 ExtraBold" panose="020D0904000000000000" pitchFamily="50" charset="-127"/>
            </a:endParaRPr>
          </a:p>
        </p:txBody>
      </p:sp>
    </p:spTree>
    <p:extLst>
      <p:ext uri="{BB962C8B-B14F-4D97-AF65-F5344CB8AC3E}">
        <p14:creationId xmlns:p14="http://schemas.microsoft.com/office/powerpoint/2010/main" val="26238134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3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3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3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3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3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emf"/><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4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hyperlink" Target="https://www.youtube.com/" TargetMode="External"/><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4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4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96.png"/><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93.png"/></Relationships>
</file>

<file path=ppt/slides/_rels/slide4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4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2.png"/></Relationships>
</file>

<file path=ppt/slides/_rels/slide4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4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9.png"/><Relationship Id="rId4" Type="http://schemas.openxmlformats.org/officeDocument/2006/relationships/image" Target="../media/image105.png"/></Relationships>
</file>

<file path=ppt/slides/_rels/slide4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5.png"/><Relationship Id="rId4" Type="http://schemas.openxmlformats.org/officeDocument/2006/relationships/image" Target="../media/image114.png"/></Relationships>
</file>

<file path=ppt/slides/_rels/slide5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 Id="rId4" Type="http://schemas.openxmlformats.org/officeDocument/2006/relationships/image" Target="../media/image118.png"/></Relationships>
</file>

<file path=ppt/slides/_rels/slide5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hyperlink" Target="mailto:vmeeting-info@kedutech.kr"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BCE95499-BD2F-CB47-A563-4B91F46BE184}"/>
              </a:ext>
            </a:extLst>
          </p:cNvPr>
          <p:cNvPicPr>
            <a:picLocks noChangeAspect="1"/>
          </p:cNvPicPr>
          <p:nvPr/>
        </p:nvPicPr>
        <p:blipFill rotWithShape="1">
          <a:blip r:embed="rId3">
            <a:extLst>
              <a:ext uri="{28A0092B-C50C-407E-A947-70E740481C1C}">
                <a14:useLocalDpi xmlns:a14="http://schemas.microsoft.com/office/drawing/2010/main" val="0"/>
              </a:ext>
            </a:extLst>
          </a:blip>
          <a:srcRect r="9284"/>
          <a:stretch/>
        </p:blipFill>
        <p:spPr>
          <a:xfrm>
            <a:off x="1914840" y="3850880"/>
            <a:ext cx="4943160" cy="4037049"/>
          </a:xfrm>
          <a:prstGeom prst="rect">
            <a:avLst/>
          </a:prstGeom>
        </p:spPr>
      </p:pic>
      <p:sp>
        <p:nvSpPr>
          <p:cNvPr id="8" name="대각선 줄무늬 7">
            <a:extLst>
              <a:ext uri="{FF2B5EF4-FFF2-40B4-BE49-F238E27FC236}">
                <a16:creationId xmlns:a16="http://schemas.microsoft.com/office/drawing/2014/main" id="{B89D0E76-89A0-4D5D-B12D-49C9386ABF20}"/>
              </a:ext>
            </a:extLst>
          </p:cNvPr>
          <p:cNvSpPr/>
          <p:nvPr/>
        </p:nvSpPr>
        <p:spPr>
          <a:xfrm>
            <a:off x="0" y="-1"/>
            <a:ext cx="6548377" cy="6585995"/>
          </a:xfrm>
          <a:prstGeom prst="diagStripe">
            <a:avLst>
              <a:gd name="adj" fmla="val 39108"/>
            </a:avLst>
          </a:prstGeom>
          <a:solidFill>
            <a:srgbClr val="343E44">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3669B1"/>
              </a:solidFill>
            </a:endParaRPr>
          </a:p>
        </p:txBody>
      </p:sp>
      <p:sp>
        <p:nvSpPr>
          <p:cNvPr id="7" name="대각선 줄무늬 6">
            <a:extLst>
              <a:ext uri="{FF2B5EF4-FFF2-40B4-BE49-F238E27FC236}">
                <a16:creationId xmlns:a16="http://schemas.microsoft.com/office/drawing/2014/main" id="{2731E8A4-7553-4977-8781-981FDC798CB2}"/>
              </a:ext>
            </a:extLst>
          </p:cNvPr>
          <p:cNvSpPr/>
          <p:nvPr/>
        </p:nvSpPr>
        <p:spPr>
          <a:xfrm>
            <a:off x="0" y="0"/>
            <a:ext cx="6238755" cy="6296628"/>
          </a:xfrm>
          <a:prstGeom prst="diagStripe">
            <a:avLst>
              <a:gd name="adj" fmla="val 40865"/>
            </a:avLst>
          </a:prstGeom>
          <a:solidFill>
            <a:srgbClr val="3848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dirty="0">
              <a:solidFill>
                <a:schemeClr val="tx1"/>
              </a:solidFill>
            </a:endParaRPr>
          </a:p>
        </p:txBody>
      </p:sp>
      <p:sp>
        <p:nvSpPr>
          <p:cNvPr id="6" name="TextBox 5">
            <a:extLst>
              <a:ext uri="{FF2B5EF4-FFF2-40B4-BE49-F238E27FC236}">
                <a16:creationId xmlns:a16="http://schemas.microsoft.com/office/drawing/2014/main" id="{270916ED-0A5A-42C9-B4F3-F85D926FD676}"/>
              </a:ext>
            </a:extLst>
          </p:cNvPr>
          <p:cNvSpPr txBox="1"/>
          <p:nvPr/>
        </p:nvSpPr>
        <p:spPr>
          <a:xfrm>
            <a:off x="746570" y="359594"/>
            <a:ext cx="1001485" cy="1323439"/>
          </a:xfrm>
          <a:prstGeom prst="rect">
            <a:avLst/>
          </a:prstGeom>
          <a:noFill/>
        </p:spPr>
        <p:txBody>
          <a:bodyPr wrap="square" rtlCol="0">
            <a:spAutoFit/>
          </a:bodyPr>
          <a:lstStyle/>
          <a:p>
            <a:pPr algn="ctr"/>
            <a:r>
              <a:rPr lang="en-US" altLang="ko-KR" sz="8000" dirty="0">
                <a:ln>
                  <a:solidFill>
                    <a:srgbClr val="1D6B91"/>
                  </a:solidFill>
                </a:ln>
                <a:solidFill>
                  <a:srgbClr val="3669B1"/>
                </a:solidFill>
                <a:latin typeface="나눔고딕 ExtraBold" panose="020D0904000000000000" pitchFamily="50" charset="-127"/>
                <a:ea typeface="나눔고딕 ExtraBold" panose="020D0904000000000000" pitchFamily="50" charset="-127"/>
              </a:rPr>
              <a:t>V</a:t>
            </a:r>
            <a:endParaRPr lang="ko-KR" altLang="en-US" sz="4000" dirty="0">
              <a:ln>
                <a:solidFill>
                  <a:srgbClr val="1D6B91"/>
                </a:solidFill>
              </a:ln>
              <a:solidFill>
                <a:srgbClr val="3669B1"/>
              </a:solidFill>
              <a:latin typeface="나눔고딕 ExtraBold" panose="020D0904000000000000" pitchFamily="50" charset="-127"/>
              <a:ea typeface="나눔고딕 ExtraBold" panose="020D0904000000000000" pitchFamily="50" charset="-127"/>
            </a:endParaRPr>
          </a:p>
        </p:txBody>
      </p:sp>
      <p:sp>
        <p:nvSpPr>
          <p:cNvPr id="4" name="TextBox 3">
            <a:extLst>
              <a:ext uri="{FF2B5EF4-FFF2-40B4-BE49-F238E27FC236}">
                <a16:creationId xmlns:a16="http://schemas.microsoft.com/office/drawing/2014/main" id="{D2C4B1CB-091E-4745-9199-A2EBE8AB7725}"/>
              </a:ext>
            </a:extLst>
          </p:cNvPr>
          <p:cNvSpPr txBox="1"/>
          <p:nvPr/>
        </p:nvSpPr>
        <p:spPr>
          <a:xfrm>
            <a:off x="548754" y="759439"/>
            <a:ext cx="3801290" cy="830997"/>
          </a:xfrm>
          <a:prstGeom prst="rect">
            <a:avLst/>
          </a:prstGeom>
          <a:noFill/>
        </p:spPr>
        <p:txBody>
          <a:bodyPr wrap="square" rtlCol="0">
            <a:spAutoFit/>
          </a:bodyPr>
          <a:lstStyle/>
          <a:p>
            <a:pPr algn="ctr"/>
            <a:r>
              <a:rPr lang="en-US" altLang="ko-KR" sz="4800" dirty="0">
                <a:solidFill>
                  <a:schemeClr val="bg1"/>
                </a:solidFill>
                <a:latin typeface="나눔고딕 ExtraBold" panose="020D0904000000000000" pitchFamily="50" charset="-127"/>
                <a:ea typeface="나눔고딕 ExtraBold" panose="020D0904000000000000" pitchFamily="50" charset="-127"/>
              </a:rPr>
              <a:t>meeting</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55033161-2885-4E55-898B-87D8E5B60137}"/>
              </a:ext>
            </a:extLst>
          </p:cNvPr>
          <p:cNvSpPr txBox="1"/>
          <p:nvPr/>
        </p:nvSpPr>
        <p:spPr>
          <a:xfrm>
            <a:off x="819045" y="1514117"/>
            <a:ext cx="3801290" cy="830997"/>
          </a:xfrm>
          <a:prstGeom prst="rect">
            <a:avLst/>
          </a:prstGeom>
          <a:noFill/>
        </p:spPr>
        <p:txBody>
          <a:bodyPr wrap="square" rtlCol="0">
            <a:spAutoFit/>
          </a:bodyPr>
          <a:lstStyle/>
          <a:p>
            <a:r>
              <a:rPr lang="en-US" altLang="ko-KR" sz="4800" dirty="0">
                <a:solidFill>
                  <a:schemeClr val="bg1"/>
                </a:solidFill>
                <a:latin typeface="나눔고딕 ExtraBold" panose="020D0904000000000000" pitchFamily="50" charset="-127"/>
                <a:ea typeface="나눔고딕 ExtraBold" panose="020D0904000000000000" pitchFamily="50" charset="-127"/>
              </a:rPr>
              <a:t>User</a:t>
            </a:r>
            <a:r>
              <a:rPr lang="ko-KR" altLang="en-US" sz="4800" dirty="0">
                <a:solidFill>
                  <a:schemeClr val="bg1"/>
                </a:solidFill>
                <a:latin typeface="나눔고딕 ExtraBold" panose="020D0904000000000000" pitchFamily="50" charset="-127"/>
                <a:ea typeface="나눔고딕 ExtraBold" panose="020D0904000000000000" pitchFamily="50" charset="-127"/>
              </a:rPr>
              <a:t> </a:t>
            </a:r>
            <a:r>
              <a:rPr lang="en-US" altLang="ko-KR" sz="4800" dirty="0">
                <a:solidFill>
                  <a:schemeClr val="bg1"/>
                </a:solidFill>
                <a:latin typeface="나눔고딕 ExtraBold" panose="020D0904000000000000" pitchFamily="50" charset="-127"/>
                <a:ea typeface="나눔고딕 ExtraBold" panose="020D0904000000000000" pitchFamily="50" charset="-127"/>
              </a:rPr>
              <a:t>Guide</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4" name="TextBox 13">
            <a:extLst>
              <a:ext uri="{FF2B5EF4-FFF2-40B4-BE49-F238E27FC236}">
                <a16:creationId xmlns:a16="http://schemas.microsoft.com/office/drawing/2014/main" id="{F5BEBA8D-7ED5-4D94-87A0-0F3A02EDCEFE}"/>
              </a:ext>
            </a:extLst>
          </p:cNvPr>
          <p:cNvSpPr txBox="1"/>
          <p:nvPr/>
        </p:nvSpPr>
        <p:spPr>
          <a:xfrm>
            <a:off x="819045" y="2867854"/>
            <a:ext cx="929010" cy="307777"/>
          </a:xfrm>
          <a:prstGeom prst="rect">
            <a:avLst/>
          </a:prstGeom>
          <a:noFill/>
        </p:spPr>
        <p:txBody>
          <a:bodyPr wrap="square" rtlCol="0">
            <a:spAutoFit/>
          </a:bodyPr>
          <a:lstStyle/>
          <a:p>
            <a:r>
              <a:rPr lang="en-US" altLang="ko-KR" sz="1400" dirty="0">
                <a:solidFill>
                  <a:schemeClr val="bg1"/>
                </a:solidFill>
                <a:latin typeface="나눔고딕 ExtraBold" panose="020D0904000000000000" pitchFamily="50" charset="-127"/>
                <a:ea typeface="나눔고딕 ExtraBold" panose="020D0904000000000000" pitchFamily="50" charset="-127"/>
              </a:rPr>
              <a:t>English</a:t>
            </a:r>
            <a:endParaRPr lang="ko-KR" altLang="en-US" sz="1100" dirty="0">
              <a:solidFill>
                <a:schemeClr val="bg1"/>
              </a:solidFill>
              <a:latin typeface="나눔고딕 ExtraBold" panose="020D0904000000000000" pitchFamily="50" charset="-127"/>
              <a:ea typeface="나눔고딕 ExtraBold" panose="020D0904000000000000" pitchFamily="50" charset="-127"/>
            </a:endParaRPr>
          </a:p>
        </p:txBody>
      </p:sp>
      <p:sp>
        <p:nvSpPr>
          <p:cNvPr id="15" name="TextBox 14">
            <a:extLst>
              <a:ext uri="{FF2B5EF4-FFF2-40B4-BE49-F238E27FC236}">
                <a16:creationId xmlns:a16="http://schemas.microsoft.com/office/drawing/2014/main" id="{3DAA1F2A-887B-4B50-BA1A-ECED38E94DAF}"/>
              </a:ext>
            </a:extLst>
          </p:cNvPr>
          <p:cNvSpPr txBox="1"/>
          <p:nvPr/>
        </p:nvSpPr>
        <p:spPr>
          <a:xfrm>
            <a:off x="2835747" y="1186597"/>
            <a:ext cx="2063051" cy="338554"/>
          </a:xfrm>
          <a:prstGeom prst="rect">
            <a:avLst/>
          </a:prstGeom>
          <a:noFill/>
        </p:spPr>
        <p:txBody>
          <a:bodyPr wrap="square" rtlCol="0">
            <a:spAutoFit/>
          </a:bodyPr>
          <a:lstStyle/>
          <a:p>
            <a:pPr algn="ctr"/>
            <a:r>
              <a:rPr lang="en-US" altLang="ko-KR" sz="1600" dirty="0">
                <a:solidFill>
                  <a:srgbClr val="3669B1"/>
                </a:solidFill>
                <a:latin typeface="나눔고딕 ExtraBold" panose="020D0904000000000000" pitchFamily="50" charset="-127"/>
                <a:ea typeface="나눔고딕 ExtraBold" panose="020D0904000000000000" pitchFamily="50" charset="-127"/>
              </a:rPr>
              <a:t>v2.2</a:t>
            </a:r>
            <a:endParaRPr lang="ko-KR" altLang="en-US" sz="1200" dirty="0">
              <a:solidFill>
                <a:srgbClr val="3669B1"/>
              </a:solidFill>
              <a:latin typeface="나눔고딕 ExtraBold" panose="020D0904000000000000" pitchFamily="50" charset="-127"/>
              <a:ea typeface="나눔고딕 ExtraBold" panose="020D0904000000000000" pitchFamily="50" charset="-127"/>
            </a:endParaRPr>
          </a:p>
        </p:txBody>
      </p:sp>
      <p:sp>
        <p:nvSpPr>
          <p:cNvPr id="12" name="TextBox 11">
            <a:extLst>
              <a:ext uri="{FF2B5EF4-FFF2-40B4-BE49-F238E27FC236}">
                <a16:creationId xmlns:a16="http://schemas.microsoft.com/office/drawing/2014/main" id="{E491D338-7275-4183-85CB-520F57EF6990}"/>
              </a:ext>
            </a:extLst>
          </p:cNvPr>
          <p:cNvSpPr txBox="1"/>
          <p:nvPr/>
        </p:nvSpPr>
        <p:spPr>
          <a:xfrm>
            <a:off x="819045" y="2454797"/>
            <a:ext cx="1487619" cy="307777"/>
          </a:xfrm>
          <a:prstGeom prst="rect">
            <a:avLst/>
          </a:prstGeom>
          <a:noFill/>
        </p:spPr>
        <p:txBody>
          <a:bodyPr wrap="square" rtlCol="0">
            <a:spAutoFit/>
          </a:bodyPr>
          <a:lstStyle/>
          <a:p>
            <a:r>
              <a:rPr lang="en-US" altLang="ko-KR" sz="1400" dirty="0">
                <a:solidFill>
                  <a:schemeClr val="bg1"/>
                </a:solidFill>
                <a:latin typeface="나눔고딕 ExtraBold" panose="020D0904000000000000" pitchFamily="50" charset="-127"/>
                <a:ea typeface="나눔고딕 ExtraBold" panose="020D0904000000000000" pitchFamily="50" charset="-127"/>
              </a:rPr>
              <a:t>PC</a:t>
            </a:r>
            <a:r>
              <a:rPr lang="ko-KR" altLang="en-US" sz="1400" dirty="0">
                <a:solidFill>
                  <a:schemeClr val="bg1"/>
                </a:solidFill>
                <a:latin typeface="나눔고딕 ExtraBold" panose="020D0904000000000000" pitchFamily="50" charset="-127"/>
                <a:ea typeface="나눔고딕 ExtraBold" panose="020D0904000000000000" pitchFamily="50" charset="-127"/>
              </a:rPr>
              <a:t> </a:t>
            </a:r>
            <a:r>
              <a:rPr lang="en-US" altLang="ko-KR" sz="1400" dirty="0">
                <a:solidFill>
                  <a:schemeClr val="bg1"/>
                </a:solidFill>
                <a:latin typeface="나눔고딕 ExtraBold" panose="020D0904000000000000" pitchFamily="50" charset="-127"/>
                <a:ea typeface="나눔고딕 ExtraBold" panose="020D0904000000000000" pitchFamily="50" charset="-127"/>
              </a:rPr>
              <a:t>Guide</a:t>
            </a:r>
            <a:endParaRPr lang="ko-KR" altLang="en-US" sz="1400" dirty="0">
              <a:solidFill>
                <a:schemeClr val="bg1"/>
              </a:solidFill>
              <a:latin typeface="나눔고딕 ExtraBold" panose="020D0904000000000000" pitchFamily="50" charset="-127"/>
              <a:ea typeface="나눔고딕 ExtraBold" panose="020D0904000000000000" pitchFamily="50" charset="-127"/>
            </a:endParaRPr>
          </a:p>
        </p:txBody>
      </p:sp>
    </p:spTree>
    <p:extLst>
      <p:ext uri="{BB962C8B-B14F-4D97-AF65-F5344CB8AC3E}">
        <p14:creationId xmlns:p14="http://schemas.microsoft.com/office/powerpoint/2010/main" val="561532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사각형: 둥근 모서리 12">
            <a:extLst>
              <a:ext uri="{FF2B5EF4-FFF2-40B4-BE49-F238E27FC236}">
                <a16:creationId xmlns:a16="http://schemas.microsoft.com/office/drawing/2014/main" id="{5784759D-6B69-4C76-842F-1C10D76EB71D}"/>
              </a:ext>
            </a:extLst>
          </p:cNvPr>
          <p:cNvSpPr/>
          <p:nvPr/>
        </p:nvSpPr>
        <p:spPr>
          <a:xfrm>
            <a:off x="588615" y="760614"/>
            <a:ext cx="6410761" cy="430129"/>
          </a:xfrm>
          <a:prstGeom prst="roundRect">
            <a:avLst>
              <a:gd name="adj" fmla="val 50000"/>
            </a:avLst>
          </a:prstGeom>
          <a:solidFill>
            <a:srgbClr val="343E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 name="TextBox 1">
            <a:extLst>
              <a:ext uri="{FF2B5EF4-FFF2-40B4-BE49-F238E27FC236}">
                <a16:creationId xmlns:a16="http://schemas.microsoft.com/office/drawing/2014/main" id="{2CD137AC-24F2-47FE-9FA9-E7F518CE4BA1}"/>
              </a:ext>
            </a:extLst>
          </p:cNvPr>
          <p:cNvSpPr txBox="1"/>
          <p:nvPr/>
        </p:nvSpPr>
        <p:spPr>
          <a:xfrm>
            <a:off x="729709" y="784594"/>
            <a:ext cx="1271108" cy="369332"/>
          </a:xfrm>
          <a:prstGeom prst="rect">
            <a:avLst/>
          </a:prstGeom>
          <a:noFill/>
        </p:spPr>
        <p:txBody>
          <a:bodyPr wrap="square" rtlCol="0">
            <a:spAutoFit/>
          </a:bodyPr>
          <a:lstStyle/>
          <a:p>
            <a:r>
              <a:rPr lang="en-US" altLang="ko-KR" dirty="0">
                <a:solidFill>
                  <a:schemeClr val="bg1"/>
                </a:solidFill>
                <a:latin typeface="나눔고딕 ExtraBold" panose="020D0904000000000000" pitchFamily="50" charset="-127"/>
                <a:ea typeface="나눔고딕 ExtraBold" panose="020D0904000000000000" pitchFamily="50" charset="-127"/>
              </a:rPr>
              <a:t>Contents</a:t>
            </a:r>
            <a:endParaRPr lang="ko-KR" altLang="en-US" dirty="0">
              <a:solidFill>
                <a:schemeClr val="bg1"/>
              </a:solidFill>
              <a:latin typeface="나눔고딕 ExtraBold" panose="020D0904000000000000" pitchFamily="50" charset="-127"/>
              <a:ea typeface="나눔고딕 ExtraBold" panose="020D0904000000000000" pitchFamily="50" charset="-127"/>
            </a:endParaRPr>
          </a:p>
        </p:txBody>
      </p:sp>
      <p:sp>
        <p:nvSpPr>
          <p:cNvPr id="18" name="TextBox 17">
            <a:extLst>
              <a:ext uri="{FF2B5EF4-FFF2-40B4-BE49-F238E27FC236}">
                <a16:creationId xmlns:a16="http://schemas.microsoft.com/office/drawing/2014/main" id="{EDF7E16B-9FBD-4E68-84BB-2FACE193C2DE}"/>
              </a:ext>
            </a:extLst>
          </p:cNvPr>
          <p:cNvSpPr txBox="1"/>
          <p:nvPr/>
        </p:nvSpPr>
        <p:spPr>
          <a:xfrm>
            <a:off x="1672747" y="1512029"/>
            <a:ext cx="2114005" cy="338554"/>
          </a:xfrm>
          <a:prstGeom prst="rect">
            <a:avLst/>
          </a:prstGeom>
          <a:noFill/>
        </p:spPr>
        <p:txBody>
          <a:bodyPr wrap="square" rtlCol="0">
            <a:spAutoFit/>
          </a:bodyPr>
          <a:lstStyle/>
          <a:p>
            <a:r>
              <a:rPr lang="en-US" altLang="ko-KR" sz="1600" dirty="0">
                <a:solidFill>
                  <a:srgbClr val="384850"/>
                </a:solidFill>
                <a:latin typeface="나눔고딕 ExtraBold" panose="020D0904000000000000" pitchFamily="50" charset="-127"/>
                <a:ea typeface="나눔고딕 ExtraBold" panose="020D0904000000000000" pitchFamily="50" charset="-127"/>
              </a:rPr>
              <a:t>Start meetings</a:t>
            </a:r>
            <a:endParaRPr lang="ko-KR" altLang="en-US" sz="1600" dirty="0">
              <a:solidFill>
                <a:srgbClr val="384850"/>
              </a:solidFill>
              <a:latin typeface="나눔고딕 ExtraBold" panose="020D0904000000000000" pitchFamily="50" charset="-127"/>
              <a:ea typeface="나눔고딕 ExtraBold" panose="020D0904000000000000" pitchFamily="50" charset="-127"/>
            </a:endParaRPr>
          </a:p>
        </p:txBody>
      </p:sp>
      <p:sp>
        <p:nvSpPr>
          <p:cNvPr id="19" name="TextBox 18">
            <a:extLst>
              <a:ext uri="{FF2B5EF4-FFF2-40B4-BE49-F238E27FC236}">
                <a16:creationId xmlns:a16="http://schemas.microsoft.com/office/drawing/2014/main" id="{F8544D90-9ECD-43A8-9DBB-C69EE75896BA}"/>
              </a:ext>
            </a:extLst>
          </p:cNvPr>
          <p:cNvSpPr txBox="1"/>
          <p:nvPr/>
        </p:nvSpPr>
        <p:spPr>
          <a:xfrm>
            <a:off x="1672747" y="3349174"/>
            <a:ext cx="2114005" cy="338554"/>
          </a:xfrm>
          <a:prstGeom prst="rect">
            <a:avLst/>
          </a:prstGeom>
          <a:noFill/>
        </p:spPr>
        <p:txBody>
          <a:bodyPr wrap="square" rtlCol="0">
            <a:spAutoFit/>
          </a:bodyPr>
          <a:lstStyle/>
          <a:p>
            <a:r>
              <a:rPr lang="en-US" altLang="ko-KR" sz="1600" dirty="0">
                <a:solidFill>
                  <a:srgbClr val="384850"/>
                </a:solidFill>
                <a:latin typeface="나눔고딕 ExtraBold" panose="020D0904000000000000" pitchFamily="50" charset="-127"/>
                <a:ea typeface="나눔고딕 ExtraBold" panose="020D0904000000000000" pitchFamily="50" charset="-127"/>
              </a:rPr>
              <a:t>Utilities</a:t>
            </a:r>
            <a:endParaRPr lang="ko-KR" altLang="en-US" sz="1600" dirty="0">
              <a:solidFill>
                <a:srgbClr val="384850"/>
              </a:solidFill>
              <a:latin typeface="나눔고딕 ExtraBold" panose="020D0904000000000000" pitchFamily="50" charset="-127"/>
              <a:ea typeface="나눔고딕 ExtraBold" panose="020D0904000000000000" pitchFamily="50" charset="-127"/>
            </a:endParaRPr>
          </a:p>
        </p:txBody>
      </p:sp>
      <p:sp>
        <p:nvSpPr>
          <p:cNvPr id="20" name="TextBox 19">
            <a:extLst>
              <a:ext uri="{FF2B5EF4-FFF2-40B4-BE49-F238E27FC236}">
                <a16:creationId xmlns:a16="http://schemas.microsoft.com/office/drawing/2014/main" id="{66858C83-A613-4EF8-A250-AF91F0FD7F5E}"/>
              </a:ext>
            </a:extLst>
          </p:cNvPr>
          <p:cNvSpPr txBox="1"/>
          <p:nvPr/>
        </p:nvSpPr>
        <p:spPr>
          <a:xfrm>
            <a:off x="2398818" y="2141801"/>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Create New Account &amp; Login</a:t>
            </a:r>
          </a:p>
        </p:txBody>
      </p:sp>
      <p:sp>
        <p:nvSpPr>
          <p:cNvPr id="29" name="TextBox 28">
            <a:extLst>
              <a:ext uri="{FF2B5EF4-FFF2-40B4-BE49-F238E27FC236}">
                <a16:creationId xmlns:a16="http://schemas.microsoft.com/office/drawing/2014/main" id="{56797EB7-51F5-41B5-8321-1995627D1068}"/>
              </a:ext>
            </a:extLst>
          </p:cNvPr>
          <p:cNvSpPr txBox="1"/>
          <p:nvPr/>
        </p:nvSpPr>
        <p:spPr>
          <a:xfrm>
            <a:off x="2398818" y="2425572"/>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Settings &amp; Controls</a:t>
            </a:r>
          </a:p>
        </p:txBody>
      </p:sp>
      <p:sp>
        <p:nvSpPr>
          <p:cNvPr id="31" name="TextBox 30">
            <a:extLst>
              <a:ext uri="{FF2B5EF4-FFF2-40B4-BE49-F238E27FC236}">
                <a16:creationId xmlns:a16="http://schemas.microsoft.com/office/drawing/2014/main" id="{49D5761E-4B96-4CA8-9273-A8B395FE979A}"/>
              </a:ext>
            </a:extLst>
          </p:cNvPr>
          <p:cNvSpPr txBox="1"/>
          <p:nvPr/>
        </p:nvSpPr>
        <p:spPr>
          <a:xfrm>
            <a:off x="2398822" y="2709344"/>
            <a:ext cx="2495130"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Host Meetings &amp; Invite Users</a:t>
            </a:r>
          </a:p>
        </p:txBody>
      </p:sp>
      <p:sp>
        <p:nvSpPr>
          <p:cNvPr id="32" name="TextBox 31">
            <a:extLst>
              <a:ext uri="{FF2B5EF4-FFF2-40B4-BE49-F238E27FC236}">
                <a16:creationId xmlns:a16="http://schemas.microsoft.com/office/drawing/2014/main" id="{EF929A71-17CF-4F16-B80D-760CB4C3EBB8}"/>
              </a:ext>
            </a:extLst>
          </p:cNvPr>
          <p:cNvSpPr txBox="1"/>
          <p:nvPr/>
        </p:nvSpPr>
        <p:spPr>
          <a:xfrm>
            <a:off x="2398821" y="1858030"/>
            <a:ext cx="1387931"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Start </a:t>
            </a:r>
            <a:r>
              <a:rPr lang="en-US" altLang="ko-KR" sz="1100" dirty="0" err="1">
                <a:solidFill>
                  <a:srgbClr val="384850"/>
                </a:solidFill>
                <a:latin typeface="나눔고딕 ExtraBold" panose="020D0904000000000000" pitchFamily="50" charset="-127"/>
                <a:ea typeface="나눔고딕 ExtraBold" panose="020D0904000000000000" pitchFamily="50" charset="-127"/>
              </a:rPr>
              <a:t>Vmeeting</a:t>
            </a:r>
            <a:endParaRPr lang="en-US" altLang="ko-KR" sz="1100" dirty="0">
              <a:solidFill>
                <a:srgbClr val="384850"/>
              </a:solidFill>
              <a:latin typeface="나눔고딕 ExtraBold" panose="020D0904000000000000" pitchFamily="50" charset="-127"/>
              <a:ea typeface="나눔고딕 ExtraBold" panose="020D0904000000000000" pitchFamily="50" charset="-127"/>
            </a:endParaRPr>
          </a:p>
        </p:txBody>
      </p:sp>
      <p:cxnSp>
        <p:nvCxnSpPr>
          <p:cNvPr id="4" name="직선 연결선 3">
            <a:extLst>
              <a:ext uri="{FF2B5EF4-FFF2-40B4-BE49-F238E27FC236}">
                <a16:creationId xmlns:a16="http://schemas.microsoft.com/office/drawing/2014/main" id="{DB7F478F-2C3F-4A43-B523-9C2341207AE6}"/>
              </a:ext>
            </a:extLst>
          </p:cNvPr>
          <p:cNvCxnSpPr>
            <a:cxnSpLocks/>
          </p:cNvCxnSpPr>
          <p:nvPr/>
        </p:nvCxnSpPr>
        <p:spPr>
          <a:xfrm>
            <a:off x="3669889" y="1988835"/>
            <a:ext cx="2433219"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954C63BB-6378-4911-A930-F0E4006FE6B8}"/>
              </a:ext>
            </a:extLst>
          </p:cNvPr>
          <p:cNvCxnSpPr>
            <a:cxnSpLocks/>
            <a:stCxn id="20" idx="3"/>
          </p:cNvCxnSpPr>
          <p:nvPr/>
        </p:nvCxnSpPr>
        <p:spPr>
          <a:xfrm flipV="1">
            <a:off x="4512823" y="2265384"/>
            <a:ext cx="1584898" cy="7222"/>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직선 연결선 47">
            <a:extLst>
              <a:ext uri="{FF2B5EF4-FFF2-40B4-BE49-F238E27FC236}">
                <a16:creationId xmlns:a16="http://schemas.microsoft.com/office/drawing/2014/main" id="{5A5BDEB1-EF44-442B-8138-A571B15E6AA2}"/>
              </a:ext>
            </a:extLst>
          </p:cNvPr>
          <p:cNvCxnSpPr>
            <a:cxnSpLocks/>
          </p:cNvCxnSpPr>
          <p:nvPr/>
        </p:nvCxnSpPr>
        <p:spPr>
          <a:xfrm>
            <a:off x="3906723" y="2541933"/>
            <a:ext cx="2205666"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직선 연결선 48">
            <a:extLst>
              <a:ext uri="{FF2B5EF4-FFF2-40B4-BE49-F238E27FC236}">
                <a16:creationId xmlns:a16="http://schemas.microsoft.com/office/drawing/2014/main" id="{4E20AD25-06BE-4C22-88CE-39EA49F19120}"/>
              </a:ext>
            </a:extLst>
          </p:cNvPr>
          <p:cNvCxnSpPr>
            <a:cxnSpLocks/>
          </p:cNvCxnSpPr>
          <p:nvPr/>
        </p:nvCxnSpPr>
        <p:spPr>
          <a:xfrm>
            <a:off x="4498609" y="2818481"/>
            <a:ext cx="1613330"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8E792CBB-CE2A-4D91-A73D-F9CDF1B68DB2}"/>
              </a:ext>
            </a:extLst>
          </p:cNvPr>
          <p:cNvSpPr txBox="1"/>
          <p:nvPr/>
        </p:nvSpPr>
        <p:spPr>
          <a:xfrm>
            <a:off x="6169270" y="1850896"/>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4</a:t>
            </a:r>
          </a:p>
        </p:txBody>
      </p:sp>
      <p:sp>
        <p:nvSpPr>
          <p:cNvPr id="51" name="TextBox 50">
            <a:extLst>
              <a:ext uri="{FF2B5EF4-FFF2-40B4-BE49-F238E27FC236}">
                <a16:creationId xmlns:a16="http://schemas.microsoft.com/office/drawing/2014/main" id="{D6A5B0AE-9943-48B3-BC60-F48BE95BAB61}"/>
              </a:ext>
            </a:extLst>
          </p:cNvPr>
          <p:cNvSpPr txBox="1"/>
          <p:nvPr/>
        </p:nvSpPr>
        <p:spPr>
          <a:xfrm>
            <a:off x="6169270" y="2129823"/>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6</a:t>
            </a:r>
          </a:p>
        </p:txBody>
      </p:sp>
      <p:sp>
        <p:nvSpPr>
          <p:cNvPr id="52" name="TextBox 51">
            <a:extLst>
              <a:ext uri="{FF2B5EF4-FFF2-40B4-BE49-F238E27FC236}">
                <a16:creationId xmlns:a16="http://schemas.microsoft.com/office/drawing/2014/main" id="{7CC9D996-78A2-4810-B4F9-D2C09DC99E10}"/>
              </a:ext>
            </a:extLst>
          </p:cNvPr>
          <p:cNvSpPr txBox="1"/>
          <p:nvPr/>
        </p:nvSpPr>
        <p:spPr>
          <a:xfrm>
            <a:off x="6169270" y="2408750"/>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9</a:t>
            </a:r>
          </a:p>
        </p:txBody>
      </p:sp>
      <p:sp>
        <p:nvSpPr>
          <p:cNvPr id="53" name="TextBox 52">
            <a:extLst>
              <a:ext uri="{FF2B5EF4-FFF2-40B4-BE49-F238E27FC236}">
                <a16:creationId xmlns:a16="http://schemas.microsoft.com/office/drawing/2014/main" id="{A91269B6-F48B-4353-92C7-9DC755F570D0}"/>
              </a:ext>
            </a:extLst>
          </p:cNvPr>
          <p:cNvSpPr txBox="1"/>
          <p:nvPr/>
        </p:nvSpPr>
        <p:spPr>
          <a:xfrm>
            <a:off x="6169269" y="2687676"/>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11</a:t>
            </a:r>
          </a:p>
        </p:txBody>
      </p:sp>
      <p:sp>
        <p:nvSpPr>
          <p:cNvPr id="75" name="TextBox 74">
            <a:extLst>
              <a:ext uri="{FF2B5EF4-FFF2-40B4-BE49-F238E27FC236}">
                <a16:creationId xmlns:a16="http://schemas.microsoft.com/office/drawing/2014/main" id="{A492AC92-D2BB-42AB-BEA4-970D74B64808}"/>
              </a:ext>
            </a:extLst>
          </p:cNvPr>
          <p:cNvSpPr txBox="1"/>
          <p:nvPr/>
        </p:nvSpPr>
        <p:spPr>
          <a:xfrm>
            <a:off x="2398818" y="2991518"/>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Set Virtual Background</a:t>
            </a:r>
          </a:p>
        </p:txBody>
      </p:sp>
      <p:cxnSp>
        <p:nvCxnSpPr>
          <p:cNvPr id="76" name="직선 연결선 75">
            <a:extLst>
              <a:ext uri="{FF2B5EF4-FFF2-40B4-BE49-F238E27FC236}">
                <a16:creationId xmlns:a16="http://schemas.microsoft.com/office/drawing/2014/main" id="{CB0F6609-30DF-4A32-9741-8F8B0054B63D}"/>
              </a:ext>
            </a:extLst>
          </p:cNvPr>
          <p:cNvCxnSpPr>
            <a:cxnSpLocks/>
          </p:cNvCxnSpPr>
          <p:nvPr/>
        </p:nvCxnSpPr>
        <p:spPr>
          <a:xfrm>
            <a:off x="4113705" y="3115383"/>
            <a:ext cx="1984016"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EBE6D40F-C88A-4B80-85D9-C7649BE84FF5}"/>
              </a:ext>
            </a:extLst>
          </p:cNvPr>
          <p:cNvSpPr txBox="1"/>
          <p:nvPr/>
        </p:nvSpPr>
        <p:spPr>
          <a:xfrm>
            <a:off x="6155051" y="2984578"/>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13</a:t>
            </a:r>
          </a:p>
        </p:txBody>
      </p:sp>
      <p:sp>
        <p:nvSpPr>
          <p:cNvPr id="125" name="TextBox 124">
            <a:extLst>
              <a:ext uri="{FF2B5EF4-FFF2-40B4-BE49-F238E27FC236}">
                <a16:creationId xmlns:a16="http://schemas.microsoft.com/office/drawing/2014/main" id="{8FAD8B0F-BE84-497B-B50B-7464604877CE}"/>
              </a:ext>
            </a:extLst>
          </p:cNvPr>
          <p:cNvSpPr txBox="1"/>
          <p:nvPr/>
        </p:nvSpPr>
        <p:spPr>
          <a:xfrm>
            <a:off x="2398819" y="4005016"/>
            <a:ext cx="1612176"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Document Sharing</a:t>
            </a:r>
          </a:p>
        </p:txBody>
      </p:sp>
      <p:sp>
        <p:nvSpPr>
          <p:cNvPr id="126" name="TextBox 125">
            <a:extLst>
              <a:ext uri="{FF2B5EF4-FFF2-40B4-BE49-F238E27FC236}">
                <a16:creationId xmlns:a16="http://schemas.microsoft.com/office/drawing/2014/main" id="{306AF8D0-EB7A-42D1-BCDD-5FBD3AE3EA5C}"/>
              </a:ext>
            </a:extLst>
          </p:cNvPr>
          <p:cNvSpPr txBox="1"/>
          <p:nvPr/>
        </p:nvSpPr>
        <p:spPr>
          <a:xfrm>
            <a:off x="2398818" y="4288787"/>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Screen Sharing</a:t>
            </a:r>
          </a:p>
        </p:txBody>
      </p:sp>
      <p:sp>
        <p:nvSpPr>
          <p:cNvPr id="127" name="TextBox 126">
            <a:extLst>
              <a:ext uri="{FF2B5EF4-FFF2-40B4-BE49-F238E27FC236}">
                <a16:creationId xmlns:a16="http://schemas.microsoft.com/office/drawing/2014/main" id="{FFE308FD-0CF3-4100-B240-CDCB72FB4ED3}"/>
              </a:ext>
            </a:extLst>
          </p:cNvPr>
          <p:cNvSpPr txBox="1"/>
          <p:nvPr/>
        </p:nvSpPr>
        <p:spPr>
          <a:xfrm>
            <a:off x="2398822" y="4572559"/>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Video &amp; Audio Settings</a:t>
            </a:r>
          </a:p>
        </p:txBody>
      </p:sp>
      <p:sp>
        <p:nvSpPr>
          <p:cNvPr id="128" name="TextBox 127">
            <a:extLst>
              <a:ext uri="{FF2B5EF4-FFF2-40B4-BE49-F238E27FC236}">
                <a16:creationId xmlns:a16="http://schemas.microsoft.com/office/drawing/2014/main" id="{82C63B0C-2373-45A6-95C0-7B3651061D07}"/>
              </a:ext>
            </a:extLst>
          </p:cNvPr>
          <p:cNvSpPr txBox="1"/>
          <p:nvPr/>
        </p:nvSpPr>
        <p:spPr>
          <a:xfrm>
            <a:off x="2404062" y="3721244"/>
            <a:ext cx="1618291"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Chat and Polls</a:t>
            </a:r>
          </a:p>
        </p:txBody>
      </p:sp>
      <p:cxnSp>
        <p:nvCxnSpPr>
          <p:cNvPr id="129" name="직선 연결선 128">
            <a:extLst>
              <a:ext uri="{FF2B5EF4-FFF2-40B4-BE49-F238E27FC236}">
                <a16:creationId xmlns:a16="http://schemas.microsoft.com/office/drawing/2014/main" id="{945BE8A8-3FD5-4277-B4CE-38DDEDABFF9D}"/>
              </a:ext>
            </a:extLst>
          </p:cNvPr>
          <p:cNvCxnSpPr>
            <a:cxnSpLocks/>
          </p:cNvCxnSpPr>
          <p:nvPr/>
        </p:nvCxnSpPr>
        <p:spPr>
          <a:xfrm>
            <a:off x="3619108" y="3852051"/>
            <a:ext cx="2484000"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0" name="직선 연결선 129">
            <a:extLst>
              <a:ext uri="{FF2B5EF4-FFF2-40B4-BE49-F238E27FC236}">
                <a16:creationId xmlns:a16="http://schemas.microsoft.com/office/drawing/2014/main" id="{2A36B652-D023-42C2-8C6E-A1EDB7798DB4}"/>
              </a:ext>
            </a:extLst>
          </p:cNvPr>
          <p:cNvCxnSpPr>
            <a:cxnSpLocks/>
          </p:cNvCxnSpPr>
          <p:nvPr/>
        </p:nvCxnSpPr>
        <p:spPr>
          <a:xfrm>
            <a:off x="3844764" y="4128599"/>
            <a:ext cx="2252957"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1" name="직선 연결선 130">
            <a:extLst>
              <a:ext uri="{FF2B5EF4-FFF2-40B4-BE49-F238E27FC236}">
                <a16:creationId xmlns:a16="http://schemas.microsoft.com/office/drawing/2014/main" id="{FC5C9090-CEB4-40EF-8BA3-494788012B85}"/>
              </a:ext>
            </a:extLst>
          </p:cNvPr>
          <p:cNvCxnSpPr>
            <a:cxnSpLocks/>
          </p:cNvCxnSpPr>
          <p:nvPr/>
        </p:nvCxnSpPr>
        <p:spPr>
          <a:xfrm>
            <a:off x="3844764" y="4391080"/>
            <a:ext cx="2267625"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2" name="직선 연결선 131">
            <a:extLst>
              <a:ext uri="{FF2B5EF4-FFF2-40B4-BE49-F238E27FC236}">
                <a16:creationId xmlns:a16="http://schemas.microsoft.com/office/drawing/2014/main" id="{3D7460A5-19AD-4024-A090-6A400E1E59C6}"/>
              </a:ext>
            </a:extLst>
          </p:cNvPr>
          <p:cNvCxnSpPr>
            <a:cxnSpLocks/>
          </p:cNvCxnSpPr>
          <p:nvPr/>
        </p:nvCxnSpPr>
        <p:spPr>
          <a:xfrm>
            <a:off x="4212317" y="4667628"/>
            <a:ext cx="1899622"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6CB35644-8FB8-453E-871A-CF2E3BC12C4A}"/>
              </a:ext>
            </a:extLst>
          </p:cNvPr>
          <p:cNvSpPr txBox="1"/>
          <p:nvPr/>
        </p:nvSpPr>
        <p:spPr>
          <a:xfrm>
            <a:off x="6169270" y="3714111"/>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16</a:t>
            </a:r>
          </a:p>
        </p:txBody>
      </p:sp>
      <p:sp>
        <p:nvSpPr>
          <p:cNvPr id="134" name="TextBox 133">
            <a:extLst>
              <a:ext uri="{FF2B5EF4-FFF2-40B4-BE49-F238E27FC236}">
                <a16:creationId xmlns:a16="http://schemas.microsoft.com/office/drawing/2014/main" id="{59E8A807-B8C4-4A1D-B467-DB4F57766A78}"/>
              </a:ext>
            </a:extLst>
          </p:cNvPr>
          <p:cNvSpPr txBox="1"/>
          <p:nvPr/>
        </p:nvSpPr>
        <p:spPr>
          <a:xfrm>
            <a:off x="6169270" y="3993038"/>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20</a:t>
            </a:r>
          </a:p>
        </p:txBody>
      </p:sp>
      <p:sp>
        <p:nvSpPr>
          <p:cNvPr id="135" name="TextBox 134">
            <a:extLst>
              <a:ext uri="{FF2B5EF4-FFF2-40B4-BE49-F238E27FC236}">
                <a16:creationId xmlns:a16="http://schemas.microsoft.com/office/drawing/2014/main" id="{F5678108-A558-4B03-9741-0F15E9D2A01F}"/>
              </a:ext>
            </a:extLst>
          </p:cNvPr>
          <p:cNvSpPr txBox="1"/>
          <p:nvPr/>
        </p:nvSpPr>
        <p:spPr>
          <a:xfrm>
            <a:off x="6169270" y="4271965"/>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23</a:t>
            </a:r>
          </a:p>
        </p:txBody>
      </p:sp>
      <p:sp>
        <p:nvSpPr>
          <p:cNvPr id="136" name="TextBox 135">
            <a:extLst>
              <a:ext uri="{FF2B5EF4-FFF2-40B4-BE49-F238E27FC236}">
                <a16:creationId xmlns:a16="http://schemas.microsoft.com/office/drawing/2014/main" id="{2BE593C2-AC39-4F58-A585-E6489A733695}"/>
              </a:ext>
            </a:extLst>
          </p:cNvPr>
          <p:cNvSpPr txBox="1"/>
          <p:nvPr/>
        </p:nvSpPr>
        <p:spPr>
          <a:xfrm>
            <a:off x="6169269" y="4550891"/>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26</a:t>
            </a:r>
          </a:p>
        </p:txBody>
      </p:sp>
      <p:sp>
        <p:nvSpPr>
          <p:cNvPr id="137" name="TextBox 136">
            <a:extLst>
              <a:ext uri="{FF2B5EF4-FFF2-40B4-BE49-F238E27FC236}">
                <a16:creationId xmlns:a16="http://schemas.microsoft.com/office/drawing/2014/main" id="{0B805B88-B934-41D0-94B8-057D9B59C7CC}"/>
              </a:ext>
            </a:extLst>
          </p:cNvPr>
          <p:cNvSpPr txBox="1"/>
          <p:nvPr/>
        </p:nvSpPr>
        <p:spPr>
          <a:xfrm>
            <a:off x="2384604" y="4855393"/>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Participants</a:t>
            </a:r>
          </a:p>
        </p:txBody>
      </p:sp>
      <p:cxnSp>
        <p:nvCxnSpPr>
          <p:cNvPr id="138" name="직선 연결선 137">
            <a:extLst>
              <a:ext uri="{FF2B5EF4-FFF2-40B4-BE49-F238E27FC236}">
                <a16:creationId xmlns:a16="http://schemas.microsoft.com/office/drawing/2014/main" id="{DABA7507-8663-4823-8411-F1991A756E3B}"/>
              </a:ext>
            </a:extLst>
          </p:cNvPr>
          <p:cNvCxnSpPr>
            <a:cxnSpLocks/>
          </p:cNvCxnSpPr>
          <p:nvPr/>
        </p:nvCxnSpPr>
        <p:spPr>
          <a:xfrm>
            <a:off x="3504105" y="4964530"/>
            <a:ext cx="2593616"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611D2F47-04B7-4106-B5B2-235C68A6BCBD}"/>
              </a:ext>
            </a:extLst>
          </p:cNvPr>
          <p:cNvSpPr txBox="1"/>
          <p:nvPr/>
        </p:nvSpPr>
        <p:spPr>
          <a:xfrm>
            <a:off x="6169268" y="4850051"/>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27</a:t>
            </a:r>
          </a:p>
        </p:txBody>
      </p:sp>
      <p:sp>
        <p:nvSpPr>
          <p:cNvPr id="143" name="TextBox 142">
            <a:extLst>
              <a:ext uri="{FF2B5EF4-FFF2-40B4-BE49-F238E27FC236}">
                <a16:creationId xmlns:a16="http://schemas.microsoft.com/office/drawing/2014/main" id="{19B14581-2D3B-44EC-8FC2-15D1F93EE866}"/>
              </a:ext>
            </a:extLst>
          </p:cNvPr>
          <p:cNvSpPr txBox="1"/>
          <p:nvPr/>
        </p:nvSpPr>
        <p:spPr>
          <a:xfrm>
            <a:off x="2398819" y="5414327"/>
            <a:ext cx="1612176"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Layouts</a:t>
            </a:r>
          </a:p>
        </p:txBody>
      </p:sp>
      <p:sp>
        <p:nvSpPr>
          <p:cNvPr id="144" name="TextBox 143">
            <a:extLst>
              <a:ext uri="{FF2B5EF4-FFF2-40B4-BE49-F238E27FC236}">
                <a16:creationId xmlns:a16="http://schemas.microsoft.com/office/drawing/2014/main" id="{0FD1F4BC-EAE4-465D-A53A-060395B14D69}"/>
              </a:ext>
            </a:extLst>
          </p:cNvPr>
          <p:cNvSpPr txBox="1"/>
          <p:nvPr/>
        </p:nvSpPr>
        <p:spPr>
          <a:xfrm>
            <a:off x="2398818" y="5698098"/>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Video Quality</a:t>
            </a:r>
          </a:p>
        </p:txBody>
      </p:sp>
      <p:sp>
        <p:nvSpPr>
          <p:cNvPr id="145" name="TextBox 144">
            <a:extLst>
              <a:ext uri="{FF2B5EF4-FFF2-40B4-BE49-F238E27FC236}">
                <a16:creationId xmlns:a16="http://schemas.microsoft.com/office/drawing/2014/main" id="{40A4E143-B804-4057-B866-9BBD64E561F0}"/>
              </a:ext>
            </a:extLst>
          </p:cNvPr>
          <p:cNvSpPr txBox="1"/>
          <p:nvPr/>
        </p:nvSpPr>
        <p:spPr>
          <a:xfrm>
            <a:off x="2398822" y="5981870"/>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More</a:t>
            </a:r>
          </a:p>
        </p:txBody>
      </p:sp>
      <p:sp>
        <p:nvSpPr>
          <p:cNvPr id="146" name="TextBox 145">
            <a:extLst>
              <a:ext uri="{FF2B5EF4-FFF2-40B4-BE49-F238E27FC236}">
                <a16:creationId xmlns:a16="http://schemas.microsoft.com/office/drawing/2014/main" id="{AA0811FE-054A-4780-A633-D12A1AC84AC8}"/>
              </a:ext>
            </a:extLst>
          </p:cNvPr>
          <p:cNvSpPr txBox="1"/>
          <p:nvPr/>
        </p:nvSpPr>
        <p:spPr>
          <a:xfrm>
            <a:off x="2398821" y="5130555"/>
            <a:ext cx="1220287"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Statistics</a:t>
            </a:r>
          </a:p>
        </p:txBody>
      </p:sp>
      <p:cxnSp>
        <p:nvCxnSpPr>
          <p:cNvPr id="147" name="직선 연결선 146">
            <a:extLst>
              <a:ext uri="{FF2B5EF4-FFF2-40B4-BE49-F238E27FC236}">
                <a16:creationId xmlns:a16="http://schemas.microsoft.com/office/drawing/2014/main" id="{FA83DFC5-2F5E-4867-96EC-5CF4E41E355A}"/>
              </a:ext>
            </a:extLst>
          </p:cNvPr>
          <p:cNvCxnSpPr>
            <a:cxnSpLocks/>
          </p:cNvCxnSpPr>
          <p:nvPr/>
        </p:nvCxnSpPr>
        <p:spPr>
          <a:xfrm>
            <a:off x="3369634" y="5261690"/>
            <a:ext cx="2733474"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8" name="직선 연결선 147">
            <a:extLst>
              <a:ext uri="{FF2B5EF4-FFF2-40B4-BE49-F238E27FC236}">
                <a16:creationId xmlns:a16="http://schemas.microsoft.com/office/drawing/2014/main" id="{07B38FB4-1405-4917-BABA-DD96B34A4699}"/>
              </a:ext>
            </a:extLst>
          </p:cNvPr>
          <p:cNvCxnSpPr>
            <a:cxnSpLocks/>
          </p:cNvCxnSpPr>
          <p:nvPr/>
        </p:nvCxnSpPr>
        <p:spPr>
          <a:xfrm>
            <a:off x="3210808" y="5537910"/>
            <a:ext cx="2886913"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210485E5-37E5-42DF-B80B-E6663806A12C}"/>
              </a:ext>
            </a:extLst>
          </p:cNvPr>
          <p:cNvCxnSpPr>
            <a:cxnSpLocks/>
          </p:cNvCxnSpPr>
          <p:nvPr/>
        </p:nvCxnSpPr>
        <p:spPr>
          <a:xfrm>
            <a:off x="3619108" y="5814459"/>
            <a:ext cx="2493281"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AD644D91-6351-4055-86E8-E2621DBAC98C}"/>
              </a:ext>
            </a:extLst>
          </p:cNvPr>
          <p:cNvCxnSpPr>
            <a:cxnSpLocks/>
          </p:cNvCxnSpPr>
          <p:nvPr/>
        </p:nvCxnSpPr>
        <p:spPr>
          <a:xfrm>
            <a:off x="3051387" y="6091007"/>
            <a:ext cx="3060552"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D7F33A94-1F9F-4AFC-BD13-1B75137D02D4}"/>
              </a:ext>
            </a:extLst>
          </p:cNvPr>
          <p:cNvSpPr txBox="1"/>
          <p:nvPr/>
        </p:nvSpPr>
        <p:spPr>
          <a:xfrm>
            <a:off x="6169268" y="5123422"/>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29</a:t>
            </a:r>
          </a:p>
        </p:txBody>
      </p:sp>
      <p:sp>
        <p:nvSpPr>
          <p:cNvPr id="152" name="TextBox 151">
            <a:extLst>
              <a:ext uri="{FF2B5EF4-FFF2-40B4-BE49-F238E27FC236}">
                <a16:creationId xmlns:a16="http://schemas.microsoft.com/office/drawing/2014/main" id="{C9F69139-0B06-4C38-A4DC-7382C85B4B02}"/>
              </a:ext>
            </a:extLst>
          </p:cNvPr>
          <p:cNvSpPr txBox="1"/>
          <p:nvPr/>
        </p:nvSpPr>
        <p:spPr>
          <a:xfrm>
            <a:off x="6169270" y="5402349"/>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30</a:t>
            </a:r>
          </a:p>
        </p:txBody>
      </p:sp>
      <p:sp>
        <p:nvSpPr>
          <p:cNvPr id="153" name="TextBox 152">
            <a:extLst>
              <a:ext uri="{FF2B5EF4-FFF2-40B4-BE49-F238E27FC236}">
                <a16:creationId xmlns:a16="http://schemas.microsoft.com/office/drawing/2014/main" id="{1F8CB38E-C2E0-41F7-9FB1-5417E6079742}"/>
              </a:ext>
            </a:extLst>
          </p:cNvPr>
          <p:cNvSpPr txBox="1"/>
          <p:nvPr/>
        </p:nvSpPr>
        <p:spPr>
          <a:xfrm>
            <a:off x="6169270" y="5681276"/>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33</a:t>
            </a:r>
          </a:p>
        </p:txBody>
      </p:sp>
      <p:sp>
        <p:nvSpPr>
          <p:cNvPr id="154" name="TextBox 153">
            <a:extLst>
              <a:ext uri="{FF2B5EF4-FFF2-40B4-BE49-F238E27FC236}">
                <a16:creationId xmlns:a16="http://schemas.microsoft.com/office/drawing/2014/main" id="{079514C6-34D4-40BB-AD55-F765B350461C}"/>
              </a:ext>
            </a:extLst>
          </p:cNvPr>
          <p:cNvSpPr txBox="1"/>
          <p:nvPr/>
        </p:nvSpPr>
        <p:spPr>
          <a:xfrm>
            <a:off x="6169269" y="5960202"/>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34</a:t>
            </a:r>
          </a:p>
        </p:txBody>
      </p:sp>
      <p:sp>
        <p:nvSpPr>
          <p:cNvPr id="54" name="TextBox 53">
            <a:extLst>
              <a:ext uri="{FF2B5EF4-FFF2-40B4-BE49-F238E27FC236}">
                <a16:creationId xmlns:a16="http://schemas.microsoft.com/office/drawing/2014/main" id="{1AB803E0-A979-974A-84CF-14219C08DB00}"/>
              </a:ext>
            </a:extLst>
          </p:cNvPr>
          <p:cNvSpPr txBox="1"/>
          <p:nvPr/>
        </p:nvSpPr>
        <p:spPr>
          <a:xfrm>
            <a:off x="1672747" y="6296329"/>
            <a:ext cx="2114005" cy="338554"/>
          </a:xfrm>
          <a:prstGeom prst="rect">
            <a:avLst/>
          </a:prstGeom>
          <a:noFill/>
        </p:spPr>
        <p:txBody>
          <a:bodyPr wrap="square" rtlCol="0">
            <a:spAutoFit/>
          </a:bodyPr>
          <a:lstStyle/>
          <a:p>
            <a:r>
              <a:rPr lang="en-US" altLang="ko-KR" sz="1600" dirty="0">
                <a:solidFill>
                  <a:srgbClr val="384850"/>
                </a:solidFill>
                <a:latin typeface="나눔고딕 ExtraBold" panose="020D0904000000000000" pitchFamily="50" charset="-127"/>
                <a:ea typeface="나눔고딕 ExtraBold" panose="020D0904000000000000" pitchFamily="50" charset="-127"/>
              </a:rPr>
              <a:t>As a Host</a:t>
            </a:r>
            <a:endParaRPr lang="ko-KR" altLang="en-US" sz="1600" dirty="0">
              <a:solidFill>
                <a:srgbClr val="384850"/>
              </a:solidFill>
              <a:latin typeface="나눔고딕 ExtraBold" panose="020D0904000000000000" pitchFamily="50" charset="-127"/>
              <a:ea typeface="나눔고딕 ExtraBold" panose="020D0904000000000000" pitchFamily="50" charset="-127"/>
            </a:endParaRPr>
          </a:p>
        </p:txBody>
      </p:sp>
      <p:sp>
        <p:nvSpPr>
          <p:cNvPr id="55" name="TextBox 54">
            <a:extLst>
              <a:ext uri="{FF2B5EF4-FFF2-40B4-BE49-F238E27FC236}">
                <a16:creationId xmlns:a16="http://schemas.microsoft.com/office/drawing/2014/main" id="{4F692DE7-7BBC-4043-B5BE-D434A983DFBC}"/>
              </a:ext>
            </a:extLst>
          </p:cNvPr>
          <p:cNvSpPr txBox="1"/>
          <p:nvPr/>
        </p:nvSpPr>
        <p:spPr>
          <a:xfrm>
            <a:off x="2398818" y="6954237"/>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Live Streaming</a:t>
            </a:r>
          </a:p>
        </p:txBody>
      </p:sp>
      <p:sp>
        <p:nvSpPr>
          <p:cNvPr id="56" name="TextBox 55">
            <a:extLst>
              <a:ext uri="{FF2B5EF4-FFF2-40B4-BE49-F238E27FC236}">
                <a16:creationId xmlns:a16="http://schemas.microsoft.com/office/drawing/2014/main" id="{E1841DB0-6135-1748-8964-53ACBAD91FD4}"/>
              </a:ext>
            </a:extLst>
          </p:cNvPr>
          <p:cNvSpPr txBox="1"/>
          <p:nvPr/>
        </p:nvSpPr>
        <p:spPr>
          <a:xfrm>
            <a:off x="2398818" y="7238008"/>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Securities</a:t>
            </a:r>
          </a:p>
        </p:txBody>
      </p:sp>
      <p:sp>
        <p:nvSpPr>
          <p:cNvPr id="57" name="TextBox 56">
            <a:extLst>
              <a:ext uri="{FF2B5EF4-FFF2-40B4-BE49-F238E27FC236}">
                <a16:creationId xmlns:a16="http://schemas.microsoft.com/office/drawing/2014/main" id="{2AF0680A-D4D4-AF44-A687-36F8FC4BCEC6}"/>
              </a:ext>
            </a:extLst>
          </p:cNvPr>
          <p:cNvSpPr txBox="1"/>
          <p:nvPr/>
        </p:nvSpPr>
        <p:spPr>
          <a:xfrm>
            <a:off x="2410030" y="8029161"/>
            <a:ext cx="2114005" cy="261610"/>
          </a:xfrm>
          <a:prstGeom prst="rect">
            <a:avLst/>
          </a:prstGeom>
          <a:noFill/>
        </p:spPr>
        <p:txBody>
          <a:bodyPr wrap="square" rtlCol="0">
            <a:spAutoFit/>
          </a:bodyPr>
          <a:lstStyle/>
          <a:p>
            <a:r>
              <a:rPr lang="en-US" altLang="ko-KR" sz="1100" dirty="0" err="1">
                <a:solidFill>
                  <a:srgbClr val="384850"/>
                </a:solidFill>
                <a:latin typeface="나눔고딕 ExtraBold" panose="020D0904000000000000" pitchFamily="50" charset="-127"/>
                <a:ea typeface="나눔고딕 ExtraBold" panose="020D0904000000000000" pitchFamily="50" charset="-127"/>
              </a:rPr>
              <a:t>Etc</a:t>
            </a:r>
            <a:r>
              <a:rPr lang="ko-KR" altLang="en-US" sz="1100" dirty="0">
                <a:solidFill>
                  <a:srgbClr val="384850"/>
                </a:solidFill>
                <a:latin typeface="나눔고딕 ExtraBold" panose="020D0904000000000000" pitchFamily="50" charset="-127"/>
                <a:ea typeface="나눔고딕 ExtraBold" panose="020D0904000000000000" pitchFamily="50" charset="-127"/>
              </a:rPr>
              <a:t> </a:t>
            </a:r>
            <a:r>
              <a:rPr lang="en-US" altLang="ko-KR" sz="1100" dirty="0">
                <a:solidFill>
                  <a:srgbClr val="384850"/>
                </a:solidFill>
                <a:latin typeface="나눔고딕 ExtraBold" panose="020D0904000000000000" pitchFamily="50" charset="-127"/>
                <a:ea typeface="나눔고딕 ExtraBold" panose="020D0904000000000000" pitchFamily="50" charset="-127"/>
              </a:rPr>
              <a:t>(Host Controls)</a:t>
            </a:r>
          </a:p>
        </p:txBody>
      </p:sp>
      <p:sp>
        <p:nvSpPr>
          <p:cNvPr id="58" name="TextBox 57">
            <a:extLst>
              <a:ext uri="{FF2B5EF4-FFF2-40B4-BE49-F238E27FC236}">
                <a16:creationId xmlns:a16="http://schemas.microsoft.com/office/drawing/2014/main" id="{605D6551-9D76-244C-B0A5-ED5070FEBF80}"/>
              </a:ext>
            </a:extLst>
          </p:cNvPr>
          <p:cNvSpPr txBox="1"/>
          <p:nvPr/>
        </p:nvSpPr>
        <p:spPr>
          <a:xfrm>
            <a:off x="2398821" y="6684534"/>
            <a:ext cx="1387931"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Screen Recording</a:t>
            </a:r>
          </a:p>
        </p:txBody>
      </p:sp>
      <p:cxnSp>
        <p:nvCxnSpPr>
          <p:cNvPr id="59" name="직선 연결선 79">
            <a:extLst>
              <a:ext uri="{FF2B5EF4-FFF2-40B4-BE49-F238E27FC236}">
                <a16:creationId xmlns:a16="http://schemas.microsoft.com/office/drawing/2014/main" id="{6D3C3175-1F15-2747-8122-B07365DA6E3F}"/>
              </a:ext>
            </a:extLst>
          </p:cNvPr>
          <p:cNvCxnSpPr>
            <a:cxnSpLocks/>
          </p:cNvCxnSpPr>
          <p:nvPr/>
        </p:nvCxnSpPr>
        <p:spPr>
          <a:xfrm>
            <a:off x="3844764" y="6815339"/>
            <a:ext cx="2258344"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0" name="직선 연결선 80">
            <a:extLst>
              <a:ext uri="{FF2B5EF4-FFF2-40B4-BE49-F238E27FC236}">
                <a16:creationId xmlns:a16="http://schemas.microsoft.com/office/drawing/2014/main" id="{405C5C99-4F18-CF43-AD5A-E7CF06B10506}"/>
              </a:ext>
            </a:extLst>
          </p:cNvPr>
          <p:cNvCxnSpPr>
            <a:cxnSpLocks/>
          </p:cNvCxnSpPr>
          <p:nvPr/>
        </p:nvCxnSpPr>
        <p:spPr>
          <a:xfrm>
            <a:off x="3619109" y="7077820"/>
            <a:ext cx="2478612"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1" name="직선 연결선 81">
            <a:extLst>
              <a:ext uri="{FF2B5EF4-FFF2-40B4-BE49-F238E27FC236}">
                <a16:creationId xmlns:a16="http://schemas.microsoft.com/office/drawing/2014/main" id="{9B387DC1-9F14-5C4B-8A51-5F87A9F2FA98}"/>
              </a:ext>
            </a:extLst>
          </p:cNvPr>
          <p:cNvCxnSpPr>
            <a:cxnSpLocks/>
          </p:cNvCxnSpPr>
          <p:nvPr/>
        </p:nvCxnSpPr>
        <p:spPr>
          <a:xfrm>
            <a:off x="3297917" y="7354369"/>
            <a:ext cx="2814472"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직선 연결선 82">
            <a:extLst>
              <a:ext uri="{FF2B5EF4-FFF2-40B4-BE49-F238E27FC236}">
                <a16:creationId xmlns:a16="http://schemas.microsoft.com/office/drawing/2014/main" id="{DC1C3358-1768-024D-934E-A632D5C9D376}"/>
              </a:ext>
            </a:extLst>
          </p:cNvPr>
          <p:cNvCxnSpPr>
            <a:cxnSpLocks/>
          </p:cNvCxnSpPr>
          <p:nvPr/>
        </p:nvCxnSpPr>
        <p:spPr>
          <a:xfrm>
            <a:off x="4010995" y="8148130"/>
            <a:ext cx="2091800"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2CD0B8A5-14FE-2A41-862D-58291C3D0EE0}"/>
              </a:ext>
            </a:extLst>
          </p:cNvPr>
          <p:cNvSpPr txBox="1"/>
          <p:nvPr/>
        </p:nvSpPr>
        <p:spPr>
          <a:xfrm>
            <a:off x="6169270" y="6677400"/>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38</a:t>
            </a:r>
          </a:p>
        </p:txBody>
      </p:sp>
      <p:sp>
        <p:nvSpPr>
          <p:cNvPr id="64" name="TextBox 63">
            <a:extLst>
              <a:ext uri="{FF2B5EF4-FFF2-40B4-BE49-F238E27FC236}">
                <a16:creationId xmlns:a16="http://schemas.microsoft.com/office/drawing/2014/main" id="{1E4E111A-79A3-0640-A0CB-8D60A7D59EC2}"/>
              </a:ext>
            </a:extLst>
          </p:cNvPr>
          <p:cNvSpPr txBox="1"/>
          <p:nvPr/>
        </p:nvSpPr>
        <p:spPr>
          <a:xfrm>
            <a:off x="6169270" y="6942259"/>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40</a:t>
            </a:r>
          </a:p>
        </p:txBody>
      </p:sp>
      <p:sp>
        <p:nvSpPr>
          <p:cNvPr id="65" name="TextBox 64">
            <a:extLst>
              <a:ext uri="{FF2B5EF4-FFF2-40B4-BE49-F238E27FC236}">
                <a16:creationId xmlns:a16="http://schemas.microsoft.com/office/drawing/2014/main" id="{0C3B9F86-C2A2-0243-A756-BE7F62BBDEF7}"/>
              </a:ext>
            </a:extLst>
          </p:cNvPr>
          <p:cNvSpPr txBox="1"/>
          <p:nvPr/>
        </p:nvSpPr>
        <p:spPr>
          <a:xfrm>
            <a:off x="6169270" y="7221186"/>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43</a:t>
            </a:r>
          </a:p>
        </p:txBody>
      </p:sp>
      <p:sp>
        <p:nvSpPr>
          <p:cNvPr id="66" name="TextBox 65">
            <a:extLst>
              <a:ext uri="{FF2B5EF4-FFF2-40B4-BE49-F238E27FC236}">
                <a16:creationId xmlns:a16="http://schemas.microsoft.com/office/drawing/2014/main" id="{AE69AEE3-7F90-C043-A585-70B3764D9B79}"/>
              </a:ext>
            </a:extLst>
          </p:cNvPr>
          <p:cNvSpPr txBox="1"/>
          <p:nvPr/>
        </p:nvSpPr>
        <p:spPr>
          <a:xfrm>
            <a:off x="6160125" y="8017325"/>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49</a:t>
            </a:r>
          </a:p>
        </p:txBody>
      </p:sp>
      <p:sp>
        <p:nvSpPr>
          <p:cNvPr id="71" name="TextBox 70">
            <a:extLst>
              <a:ext uri="{FF2B5EF4-FFF2-40B4-BE49-F238E27FC236}">
                <a16:creationId xmlns:a16="http://schemas.microsoft.com/office/drawing/2014/main" id="{F12B8E1F-4149-2548-9B13-7DDADF04F857}"/>
              </a:ext>
            </a:extLst>
          </p:cNvPr>
          <p:cNvSpPr txBox="1"/>
          <p:nvPr/>
        </p:nvSpPr>
        <p:spPr>
          <a:xfrm>
            <a:off x="1672747" y="8374956"/>
            <a:ext cx="2114005" cy="338554"/>
          </a:xfrm>
          <a:prstGeom prst="rect">
            <a:avLst/>
          </a:prstGeom>
          <a:noFill/>
        </p:spPr>
        <p:txBody>
          <a:bodyPr wrap="square" rtlCol="0">
            <a:spAutoFit/>
          </a:bodyPr>
          <a:lstStyle/>
          <a:p>
            <a:r>
              <a:rPr lang="en-US" altLang="ko-KR" sz="1600" dirty="0">
                <a:solidFill>
                  <a:srgbClr val="384850"/>
                </a:solidFill>
                <a:latin typeface="나눔고딕 ExtraBold" panose="020D0904000000000000" pitchFamily="50" charset="-127"/>
                <a:ea typeface="나눔고딕 ExtraBold" panose="020D0904000000000000" pitchFamily="50" charset="-127"/>
              </a:rPr>
              <a:t>More</a:t>
            </a:r>
            <a:endParaRPr lang="ko-KR" altLang="en-US" sz="1600" dirty="0">
              <a:solidFill>
                <a:srgbClr val="384850"/>
              </a:solidFill>
              <a:latin typeface="나눔고딕 ExtraBold" panose="020D0904000000000000" pitchFamily="50" charset="-127"/>
              <a:ea typeface="나눔고딕 ExtraBold" panose="020D0904000000000000" pitchFamily="50" charset="-127"/>
            </a:endParaRPr>
          </a:p>
        </p:txBody>
      </p:sp>
      <p:sp>
        <p:nvSpPr>
          <p:cNvPr id="79" name="TextBox 78">
            <a:extLst>
              <a:ext uri="{FF2B5EF4-FFF2-40B4-BE49-F238E27FC236}">
                <a16:creationId xmlns:a16="http://schemas.microsoft.com/office/drawing/2014/main" id="{74CE99A6-4BA1-AA45-8F9C-93FC270B1E0C}"/>
              </a:ext>
            </a:extLst>
          </p:cNvPr>
          <p:cNvSpPr txBox="1"/>
          <p:nvPr/>
        </p:nvSpPr>
        <p:spPr>
          <a:xfrm>
            <a:off x="2371220" y="9004811"/>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Contacts</a:t>
            </a:r>
          </a:p>
        </p:txBody>
      </p:sp>
      <p:sp>
        <p:nvSpPr>
          <p:cNvPr id="80" name="TextBox 79">
            <a:extLst>
              <a:ext uri="{FF2B5EF4-FFF2-40B4-BE49-F238E27FC236}">
                <a16:creationId xmlns:a16="http://schemas.microsoft.com/office/drawing/2014/main" id="{303CACAD-D1E6-0640-9674-5C8181FA6540}"/>
              </a:ext>
            </a:extLst>
          </p:cNvPr>
          <p:cNvSpPr txBox="1"/>
          <p:nvPr/>
        </p:nvSpPr>
        <p:spPr>
          <a:xfrm>
            <a:off x="2371223" y="8731549"/>
            <a:ext cx="1387931"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FAQ</a:t>
            </a:r>
          </a:p>
        </p:txBody>
      </p:sp>
      <p:cxnSp>
        <p:nvCxnSpPr>
          <p:cNvPr id="81" name="직선 연결선 79">
            <a:extLst>
              <a:ext uri="{FF2B5EF4-FFF2-40B4-BE49-F238E27FC236}">
                <a16:creationId xmlns:a16="http://schemas.microsoft.com/office/drawing/2014/main" id="{AD71EAD0-565F-B148-9F8F-95C7B080A2A6}"/>
              </a:ext>
            </a:extLst>
          </p:cNvPr>
          <p:cNvCxnSpPr>
            <a:cxnSpLocks/>
          </p:cNvCxnSpPr>
          <p:nvPr/>
        </p:nvCxnSpPr>
        <p:spPr>
          <a:xfrm>
            <a:off x="3310660" y="8862354"/>
            <a:ext cx="2764850"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직선 연결선 81">
            <a:extLst>
              <a:ext uri="{FF2B5EF4-FFF2-40B4-BE49-F238E27FC236}">
                <a16:creationId xmlns:a16="http://schemas.microsoft.com/office/drawing/2014/main" id="{8E0D4FF4-5A44-284A-AD22-3E301D9F7C48}"/>
              </a:ext>
            </a:extLst>
          </p:cNvPr>
          <p:cNvCxnSpPr>
            <a:cxnSpLocks/>
          </p:cNvCxnSpPr>
          <p:nvPr/>
        </p:nvCxnSpPr>
        <p:spPr>
          <a:xfrm>
            <a:off x="3310660" y="9121172"/>
            <a:ext cx="2774131"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2B5E328C-74D2-224F-B77B-9137204D4570}"/>
              </a:ext>
            </a:extLst>
          </p:cNvPr>
          <p:cNvSpPr txBox="1"/>
          <p:nvPr/>
        </p:nvSpPr>
        <p:spPr>
          <a:xfrm>
            <a:off x="6141672" y="8724415"/>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58</a:t>
            </a:r>
          </a:p>
        </p:txBody>
      </p:sp>
      <p:sp>
        <p:nvSpPr>
          <p:cNvPr id="86" name="TextBox 85">
            <a:extLst>
              <a:ext uri="{FF2B5EF4-FFF2-40B4-BE49-F238E27FC236}">
                <a16:creationId xmlns:a16="http://schemas.microsoft.com/office/drawing/2014/main" id="{F5D6B307-68B4-964A-AAC1-7630B871F8A8}"/>
              </a:ext>
            </a:extLst>
          </p:cNvPr>
          <p:cNvSpPr txBox="1"/>
          <p:nvPr/>
        </p:nvSpPr>
        <p:spPr>
          <a:xfrm>
            <a:off x="6141672" y="8987989"/>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60</a:t>
            </a:r>
          </a:p>
        </p:txBody>
      </p:sp>
      <p:sp>
        <p:nvSpPr>
          <p:cNvPr id="69" name="TextBox 68">
            <a:extLst>
              <a:ext uri="{FF2B5EF4-FFF2-40B4-BE49-F238E27FC236}">
                <a16:creationId xmlns:a16="http://schemas.microsoft.com/office/drawing/2014/main" id="{228797A5-71F5-1C4E-A305-52E7C53C1F31}"/>
              </a:ext>
            </a:extLst>
          </p:cNvPr>
          <p:cNvSpPr txBox="1"/>
          <p:nvPr/>
        </p:nvSpPr>
        <p:spPr>
          <a:xfrm>
            <a:off x="2398817" y="7492283"/>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Breakout Rooms</a:t>
            </a:r>
          </a:p>
        </p:txBody>
      </p:sp>
      <p:cxnSp>
        <p:nvCxnSpPr>
          <p:cNvPr id="70" name="직선 연결선 82">
            <a:extLst>
              <a:ext uri="{FF2B5EF4-FFF2-40B4-BE49-F238E27FC236}">
                <a16:creationId xmlns:a16="http://schemas.microsoft.com/office/drawing/2014/main" id="{3CEE496B-1D78-D148-B1EC-2D777379B028}"/>
              </a:ext>
            </a:extLst>
          </p:cNvPr>
          <p:cNvCxnSpPr>
            <a:cxnSpLocks/>
          </p:cNvCxnSpPr>
          <p:nvPr/>
        </p:nvCxnSpPr>
        <p:spPr>
          <a:xfrm>
            <a:off x="3768298" y="7876726"/>
            <a:ext cx="2338567"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F00EFCE6-43A0-A14A-80D1-D911360107A3}"/>
              </a:ext>
            </a:extLst>
          </p:cNvPr>
          <p:cNvSpPr txBox="1"/>
          <p:nvPr/>
        </p:nvSpPr>
        <p:spPr>
          <a:xfrm>
            <a:off x="6164195" y="7736193"/>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47</a:t>
            </a:r>
          </a:p>
        </p:txBody>
      </p:sp>
      <p:sp>
        <p:nvSpPr>
          <p:cNvPr id="73" name="TextBox 72">
            <a:extLst>
              <a:ext uri="{FF2B5EF4-FFF2-40B4-BE49-F238E27FC236}">
                <a16:creationId xmlns:a16="http://schemas.microsoft.com/office/drawing/2014/main" id="{5551605A-09AB-9F4D-A4E9-DAD411B32970}"/>
              </a:ext>
            </a:extLst>
          </p:cNvPr>
          <p:cNvSpPr txBox="1"/>
          <p:nvPr/>
        </p:nvSpPr>
        <p:spPr>
          <a:xfrm>
            <a:off x="2410029" y="7752271"/>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Tile view settings</a:t>
            </a:r>
          </a:p>
        </p:txBody>
      </p:sp>
      <p:cxnSp>
        <p:nvCxnSpPr>
          <p:cNvPr id="74" name="직선 연결선 81">
            <a:extLst>
              <a:ext uri="{FF2B5EF4-FFF2-40B4-BE49-F238E27FC236}">
                <a16:creationId xmlns:a16="http://schemas.microsoft.com/office/drawing/2014/main" id="{7257B7B5-1AAC-6D41-A9E1-DFFC1DEF36C5}"/>
              </a:ext>
            </a:extLst>
          </p:cNvPr>
          <p:cNvCxnSpPr>
            <a:cxnSpLocks/>
          </p:cNvCxnSpPr>
          <p:nvPr/>
        </p:nvCxnSpPr>
        <p:spPr>
          <a:xfrm>
            <a:off x="3759154" y="7613777"/>
            <a:ext cx="2349987"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C4DD2B47-6E09-EB4D-A59C-EF73354AFAB1}"/>
              </a:ext>
            </a:extLst>
          </p:cNvPr>
          <p:cNvSpPr txBox="1"/>
          <p:nvPr/>
        </p:nvSpPr>
        <p:spPr>
          <a:xfrm>
            <a:off x="6166022" y="7480594"/>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45</a:t>
            </a:r>
          </a:p>
        </p:txBody>
      </p:sp>
    </p:spTree>
    <p:extLst>
      <p:ext uri="{BB962C8B-B14F-4D97-AF65-F5344CB8AC3E}">
        <p14:creationId xmlns:p14="http://schemas.microsoft.com/office/powerpoint/2010/main" val="2423698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75411308-7D7C-441F-8B2D-9DB7103780D2}"/>
              </a:ext>
            </a:extLst>
          </p:cNvPr>
          <p:cNvSpPr/>
          <p:nvPr/>
        </p:nvSpPr>
        <p:spPr>
          <a:xfrm>
            <a:off x="-13063" y="1947511"/>
            <a:ext cx="6871063" cy="2638182"/>
          </a:xfrm>
          <a:prstGeom prst="rect">
            <a:avLst/>
          </a:prstGeom>
          <a:solidFill>
            <a:srgbClr val="343E44">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직사각형 21">
            <a:extLst>
              <a:ext uri="{FF2B5EF4-FFF2-40B4-BE49-F238E27FC236}">
                <a16:creationId xmlns:a16="http://schemas.microsoft.com/office/drawing/2014/main" id="{8915DFC7-E78B-4447-B0FA-E8D2921A2909}"/>
              </a:ext>
            </a:extLst>
          </p:cNvPr>
          <p:cNvSpPr/>
          <p:nvPr/>
        </p:nvSpPr>
        <p:spPr>
          <a:xfrm>
            <a:off x="-13063" y="1626687"/>
            <a:ext cx="6931753" cy="2638182"/>
          </a:xfrm>
          <a:prstGeom prst="rect">
            <a:avLst/>
          </a:prstGeom>
          <a:solidFill>
            <a:srgbClr val="3848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TextBox 22">
            <a:extLst>
              <a:ext uri="{FF2B5EF4-FFF2-40B4-BE49-F238E27FC236}">
                <a16:creationId xmlns:a16="http://schemas.microsoft.com/office/drawing/2014/main" id="{31246B28-A183-4D21-ABA2-4A95AACCDCE1}"/>
              </a:ext>
            </a:extLst>
          </p:cNvPr>
          <p:cNvSpPr txBox="1"/>
          <p:nvPr/>
        </p:nvSpPr>
        <p:spPr>
          <a:xfrm>
            <a:off x="1023032" y="2435605"/>
            <a:ext cx="4811936" cy="830997"/>
          </a:xfrm>
          <a:prstGeom prst="rect">
            <a:avLst/>
          </a:prstGeom>
          <a:noFill/>
        </p:spPr>
        <p:txBody>
          <a:bodyPr wrap="square" rtlCol="0">
            <a:spAutoFit/>
          </a:bodyPr>
          <a:lstStyle/>
          <a:p>
            <a:pPr algn="ctr"/>
            <a:r>
              <a:rPr lang="en-US" altLang="ko-KR" sz="4800" dirty="0">
                <a:solidFill>
                  <a:schemeClr val="bg1"/>
                </a:solidFill>
                <a:latin typeface="나눔고딕 ExtraBold" panose="020D0904000000000000" pitchFamily="50" charset="-127"/>
                <a:ea typeface="나눔고딕 ExtraBold" panose="020D0904000000000000" pitchFamily="50" charset="-127"/>
              </a:rPr>
              <a:t>Start Meetings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Tree>
    <p:extLst>
      <p:ext uri="{BB962C8B-B14F-4D97-AF65-F5344CB8AC3E}">
        <p14:creationId xmlns:p14="http://schemas.microsoft.com/office/powerpoint/2010/main" val="4197590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9001" y="-16956"/>
            <a:ext cx="6876000" cy="2613600"/>
          </a:xfrm>
          <a:prstGeom prst="rect">
            <a:avLst/>
          </a:prstGeom>
        </p:spPr>
      </p:pic>
      <p:sp>
        <p:nvSpPr>
          <p:cNvPr id="14" name="TextBox 13">
            <a:extLst>
              <a:ext uri="{FF2B5EF4-FFF2-40B4-BE49-F238E27FC236}">
                <a16:creationId xmlns:a16="http://schemas.microsoft.com/office/drawing/2014/main" id="{4D19666B-7465-4CFE-9616-E5EB263B1870}"/>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9" name="TextBox 18">
            <a:extLst>
              <a:ext uri="{FF2B5EF4-FFF2-40B4-BE49-F238E27FC236}">
                <a16:creationId xmlns:a16="http://schemas.microsoft.com/office/drawing/2014/main" id="{878D0E1E-0D18-457B-ADC1-1EAA05B9711C}"/>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sp>
        <p:nvSpPr>
          <p:cNvPr id="9" name="TextBox 8">
            <a:extLst>
              <a:ext uri="{FF2B5EF4-FFF2-40B4-BE49-F238E27FC236}">
                <a16:creationId xmlns:a16="http://schemas.microsoft.com/office/drawing/2014/main" id="{851B0305-14A4-4ADF-8943-C96958C330D2}"/>
              </a:ext>
            </a:extLst>
          </p:cNvPr>
          <p:cNvSpPr txBox="1"/>
          <p:nvPr/>
        </p:nvSpPr>
        <p:spPr>
          <a:xfrm>
            <a:off x="638226" y="892986"/>
            <a:ext cx="5734594"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Start </a:t>
            </a:r>
            <a:r>
              <a:rPr lang="en-US" altLang="ko-KR" sz="4000" dirty="0" err="1">
                <a:solidFill>
                  <a:schemeClr val="bg1"/>
                </a:solidFill>
                <a:latin typeface="나눔고딕 ExtraBold" panose="020D0904000000000000" pitchFamily="50" charset="-127"/>
                <a:ea typeface="나눔고딕 ExtraBold" panose="020D0904000000000000" pitchFamily="50" charset="-127"/>
              </a:rPr>
              <a:t>Vmeeting</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947531"/>
            <a:ext cx="4275446"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Start </a:t>
            </a:r>
            <a:r>
              <a:rPr lang="en-US" altLang="ko-KR" sz="1600" dirty="0" err="1">
                <a:solidFill>
                  <a:srgbClr val="1D6B91"/>
                </a:solidFill>
                <a:latin typeface="나눔고딕 ExtraBold" panose="020D0904000000000000" pitchFamily="50" charset="-127"/>
                <a:ea typeface="나눔고딕 ExtraBold" panose="020D0904000000000000" pitchFamily="50" charset="-127"/>
              </a:rPr>
              <a:t>Vmeeting</a:t>
            </a:r>
            <a:r>
              <a:rPr lang="en-US" altLang="ko-KR" sz="1600" dirty="0">
                <a:solidFill>
                  <a:srgbClr val="1D6B91"/>
                </a:solidFill>
                <a:latin typeface="나눔고딕 ExtraBold" panose="020D0904000000000000" pitchFamily="50" charset="-127"/>
                <a:ea typeface="나눔고딕 ExtraBold" panose="020D0904000000000000" pitchFamily="50" charset="-127"/>
              </a:rPr>
              <a:t> and Introducing </a:t>
            </a:r>
            <a:r>
              <a:rPr lang="en-US" altLang="ko-KR" sz="1600" dirty="0" err="1">
                <a:solidFill>
                  <a:srgbClr val="1D6B91"/>
                </a:solidFill>
                <a:latin typeface="나눔고딕 ExtraBold" panose="020D0904000000000000" pitchFamily="50" charset="-127"/>
                <a:ea typeface="나눔고딕 ExtraBold" panose="020D0904000000000000" pitchFamily="50" charset="-127"/>
              </a:rPr>
              <a:t>Vmeeting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3" name="TextBox 12">
            <a:extLst>
              <a:ext uri="{FF2B5EF4-FFF2-40B4-BE49-F238E27FC236}">
                <a16:creationId xmlns:a16="http://schemas.microsoft.com/office/drawing/2014/main" id="{C0AB22A0-0DF0-47BA-9381-F1D856A9DC7B}"/>
              </a:ext>
            </a:extLst>
          </p:cNvPr>
          <p:cNvSpPr txBox="1"/>
          <p:nvPr/>
        </p:nvSpPr>
        <p:spPr>
          <a:xfrm>
            <a:off x="209005" y="3354331"/>
            <a:ext cx="6439990" cy="1396985"/>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Launch </a:t>
            </a:r>
            <a:r>
              <a:rPr lang="en-US" altLang="ko-KR" sz="1200" dirty="0" err="1">
                <a:latin typeface="나눔바른고딕" panose="020B0603020101020101" pitchFamily="50" charset="-127"/>
                <a:ea typeface="나눔바른고딕" panose="020B0603020101020101" pitchFamily="50" charset="-127"/>
              </a:rPr>
              <a:t>Vmeeting</a:t>
            </a:r>
            <a:r>
              <a:rPr lang="en-US" altLang="ko-KR" sz="1200" dirty="0">
                <a:latin typeface="나눔바른고딕" panose="020B0603020101020101" pitchFamily="50" charset="-127"/>
                <a:ea typeface="나눔바른고딕" panose="020B0603020101020101" pitchFamily="50" charset="-127"/>
              </a:rPr>
              <a:t> at </a:t>
            </a:r>
            <a:r>
              <a:rPr lang="en-US" altLang="ko-KR" sz="1200" dirty="0" err="1">
                <a:latin typeface="나눔바른고딕" panose="020B0603020101020101" pitchFamily="50" charset="-127"/>
                <a:ea typeface="나눔바른고딕" panose="020B0603020101020101" pitchFamily="50" charset="-127"/>
              </a:rPr>
              <a:t>vmeeting.io</a:t>
            </a:r>
            <a:r>
              <a:rPr lang="en-US" altLang="ko-KR" sz="1200" dirty="0">
                <a:latin typeface="나눔바른고딕" panose="020B0603020101020101" pitchFamily="50" charset="-127"/>
                <a:ea typeface="나눔바른고딕" panose="020B0603020101020101" pitchFamily="50" charset="-127"/>
              </a:rPr>
              <a:t>!</a:t>
            </a:r>
          </a:p>
          <a:p>
            <a:pPr>
              <a:lnSpc>
                <a:spcPct val="140000"/>
              </a:lnSpc>
            </a:pPr>
            <a:r>
              <a:rPr lang="en-US" altLang="ko-KR" sz="1400" dirty="0">
                <a:solidFill>
                  <a:srgbClr val="FF0000"/>
                </a:solidFill>
                <a:latin typeface="나눔바른고딕" panose="020B0603020101020101" pitchFamily="50" charset="-127"/>
                <a:ea typeface="나눔바른고딕" panose="020B0603020101020101" pitchFamily="50" charset="-127"/>
              </a:rPr>
              <a:t>URL : https://vmeeting.io/ </a:t>
            </a:r>
          </a:p>
          <a:p>
            <a:pPr>
              <a:lnSpc>
                <a:spcPct val="140000"/>
              </a:lnSpc>
            </a:pPr>
            <a:endParaRPr lang="en-US" altLang="ko-KR" sz="11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err="1">
                <a:latin typeface="나눔바른고딕" panose="020B0603020101020101" pitchFamily="50" charset="-127"/>
                <a:ea typeface="나눔바른고딕" panose="020B0603020101020101" pitchFamily="50" charset="-127"/>
              </a:rPr>
              <a:t>Vmeeting</a:t>
            </a:r>
            <a:r>
              <a:rPr lang="en-US" altLang="ko-KR" sz="1200" dirty="0">
                <a:latin typeface="나눔바른고딕" panose="020B0603020101020101" pitchFamily="50" charset="-127"/>
                <a:ea typeface="나눔바른고딕" panose="020B0603020101020101" pitchFamily="50" charset="-127"/>
              </a:rPr>
              <a:t> supports both Windows and MacOS. </a:t>
            </a:r>
          </a:p>
          <a:p>
            <a:pPr>
              <a:lnSpc>
                <a:spcPct val="140000"/>
              </a:lnSpc>
            </a:pPr>
            <a:r>
              <a:rPr lang="en-US" altLang="ko-KR" sz="1200" dirty="0">
                <a:latin typeface="나눔바른고딕" panose="020B0603020101020101" pitchFamily="50" charset="-127"/>
                <a:ea typeface="나눔바른고딕" panose="020B0603020101020101" pitchFamily="50" charset="-127"/>
              </a:rPr>
              <a:t>We highly recommend using Chrome browser for Windows Users and MacOS Users.</a:t>
            </a:r>
            <a:endParaRPr lang="ko-KR" altLang="en-US" sz="1200" dirty="0">
              <a:latin typeface="나눔바른고딕" panose="020B0603020101020101" pitchFamily="50" charset="-127"/>
              <a:ea typeface="나눔바른고딕" panose="020B0603020101020101" pitchFamily="50" charset="-127"/>
            </a:endParaRPr>
          </a:p>
        </p:txBody>
      </p:sp>
      <p:sp>
        <p:nvSpPr>
          <p:cNvPr id="18" name="TextBox 17">
            <a:extLst>
              <a:ext uri="{FF2B5EF4-FFF2-40B4-BE49-F238E27FC236}">
                <a16:creationId xmlns:a16="http://schemas.microsoft.com/office/drawing/2014/main" id="{7C65339A-0C40-47F0-A6A1-123A4189EE98}"/>
              </a:ext>
            </a:extLst>
          </p:cNvPr>
          <p:cNvSpPr txBox="1"/>
          <p:nvPr/>
        </p:nvSpPr>
        <p:spPr>
          <a:xfrm>
            <a:off x="206386" y="4856310"/>
            <a:ext cx="6537945" cy="578300"/>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Register or login to access meeting setting &amp; controls and main features.</a:t>
            </a:r>
          </a:p>
          <a:p>
            <a:pPr>
              <a:lnSpc>
                <a:spcPct val="140000"/>
              </a:lnSpc>
            </a:pPr>
            <a:r>
              <a:rPr lang="en-US" altLang="ko-KR" sz="1200" dirty="0">
                <a:latin typeface="나눔바른고딕" panose="020B0603020101020101" pitchFamily="50" charset="-127"/>
                <a:ea typeface="나눔바른고딕" panose="020B0603020101020101" pitchFamily="50" charset="-127"/>
              </a:rPr>
              <a:t>Users can also host meetings or view meeting history.</a:t>
            </a:r>
            <a:endParaRPr lang="ko-KR" altLang="en-US" sz="1200" dirty="0">
              <a:latin typeface="나눔바른고딕" panose="020B0603020101020101" pitchFamily="50" charset="-127"/>
              <a:ea typeface="나눔바른고딕" panose="020B0603020101020101" pitchFamily="50" charset="-127"/>
            </a:endParaRPr>
          </a:p>
        </p:txBody>
      </p:sp>
      <p:sp>
        <p:nvSpPr>
          <p:cNvPr id="16" name="슬라이드 번호 개체 틀 15">
            <a:extLst>
              <a:ext uri="{FF2B5EF4-FFF2-40B4-BE49-F238E27FC236}">
                <a16:creationId xmlns:a16="http://schemas.microsoft.com/office/drawing/2014/main" id="{2D0D8020-09D5-430B-9598-F38BB5DD9D47}"/>
              </a:ext>
            </a:extLst>
          </p:cNvPr>
          <p:cNvSpPr>
            <a:spLocks noGrp="1"/>
          </p:cNvSpPr>
          <p:nvPr>
            <p:ph type="sldNum" sz="quarter" idx="12"/>
          </p:nvPr>
        </p:nvSpPr>
        <p:spPr/>
        <p:txBody>
          <a:bodyPr/>
          <a:lstStyle/>
          <a:p>
            <a:fld id="{025F5712-77C1-483E-AF6C-501D64E640ED}" type="slidenum">
              <a:rPr lang="ko-KR" altLang="en-US" smtClean="0"/>
              <a:t>4</a:t>
            </a:fld>
            <a:endParaRPr lang="ko-KR" altLang="en-US"/>
          </a:p>
        </p:txBody>
      </p:sp>
      <p:grpSp>
        <p:nvGrpSpPr>
          <p:cNvPr id="25" name="Group 24">
            <a:extLst>
              <a:ext uri="{FF2B5EF4-FFF2-40B4-BE49-F238E27FC236}">
                <a16:creationId xmlns:a16="http://schemas.microsoft.com/office/drawing/2014/main" id="{AFC8A92E-7BF5-8048-AC30-E0D9CB4D9D86}"/>
              </a:ext>
            </a:extLst>
          </p:cNvPr>
          <p:cNvGrpSpPr/>
          <p:nvPr/>
        </p:nvGrpSpPr>
        <p:grpSpPr>
          <a:xfrm>
            <a:off x="1286385" y="107537"/>
            <a:ext cx="5561768" cy="281649"/>
            <a:chOff x="1279185" y="107537"/>
            <a:chExt cx="5561768" cy="281649"/>
          </a:xfrm>
        </p:grpSpPr>
        <p:sp>
          <p:nvSpPr>
            <p:cNvPr id="26" name="Rectangle 25">
              <a:extLst>
                <a:ext uri="{FF2B5EF4-FFF2-40B4-BE49-F238E27FC236}">
                  <a16:creationId xmlns:a16="http://schemas.microsoft.com/office/drawing/2014/main" id="{AB83D0E9-7963-9145-A524-84DD3E50E0D4}"/>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8" name="Rectangle 27">
              <a:extLst>
                <a:ext uri="{FF2B5EF4-FFF2-40B4-BE49-F238E27FC236}">
                  <a16:creationId xmlns:a16="http://schemas.microsoft.com/office/drawing/2014/main" id="{429BB931-E98B-0543-8F7D-04A6C7151415}"/>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31" name="Rectangle 30">
              <a:extLst>
                <a:ext uri="{FF2B5EF4-FFF2-40B4-BE49-F238E27FC236}">
                  <a16:creationId xmlns:a16="http://schemas.microsoft.com/office/drawing/2014/main" id="{A84F255B-F666-6F46-8430-8FE71CA1F3CD}"/>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4" name="Rectangle 33">
              <a:extLst>
                <a:ext uri="{FF2B5EF4-FFF2-40B4-BE49-F238E27FC236}">
                  <a16:creationId xmlns:a16="http://schemas.microsoft.com/office/drawing/2014/main" id="{9D955A87-3444-444D-878B-1CA1BBB795F0}"/>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5" name="그림 4">
            <a:extLst>
              <a:ext uri="{FF2B5EF4-FFF2-40B4-BE49-F238E27FC236}">
                <a16:creationId xmlns:a16="http://schemas.microsoft.com/office/drawing/2014/main" id="{A821149B-CA10-2949-ACE0-084A6BB0F9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815" y="6023129"/>
            <a:ext cx="5644368" cy="3604178"/>
          </a:xfrm>
          <a:prstGeom prst="rect">
            <a:avLst/>
          </a:prstGeom>
        </p:spPr>
      </p:pic>
      <p:pic>
        <p:nvPicPr>
          <p:cNvPr id="36" name="그림 35">
            <a:extLst>
              <a:ext uri="{FF2B5EF4-FFF2-40B4-BE49-F238E27FC236}">
                <a16:creationId xmlns:a16="http://schemas.microsoft.com/office/drawing/2014/main" id="{F1B12E00-E39B-C042-AFB3-6097C5A2CB08}"/>
              </a:ext>
            </a:extLst>
          </p:cNvPr>
          <p:cNvPicPr>
            <a:picLocks noChangeAspect="1"/>
          </p:cNvPicPr>
          <p:nvPr/>
        </p:nvPicPr>
        <p:blipFill rotWithShape="1">
          <a:blip r:embed="rId4">
            <a:extLst>
              <a:ext uri="{28A0092B-C50C-407E-A947-70E740481C1C}">
                <a14:useLocalDpi xmlns:a14="http://schemas.microsoft.com/office/drawing/2010/main" val="0"/>
              </a:ext>
            </a:extLst>
          </a:blip>
          <a:srcRect l="8742" b="21616"/>
          <a:stretch/>
        </p:blipFill>
        <p:spPr>
          <a:xfrm>
            <a:off x="1079403" y="5711187"/>
            <a:ext cx="2039797" cy="891264"/>
          </a:xfrm>
          <a:prstGeom prst="ellipse">
            <a:avLst/>
          </a:prstGeom>
          <a:ln w="63500"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625566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195519" y="559960"/>
            <a:ext cx="3409267" cy="338554"/>
          </a:xfrm>
          <a:prstGeom prst="rect">
            <a:avLst/>
          </a:prstGeom>
          <a:noFill/>
        </p:spPr>
        <p:txBody>
          <a:bodyPr wrap="square" rtlCol="0">
            <a:spAutoFit/>
          </a:bodyPr>
          <a:lstStyle/>
          <a:p>
            <a:r>
              <a:rPr lang="en" altLang="ko-KR" sz="1600" dirty="0">
                <a:solidFill>
                  <a:srgbClr val="1D6B91"/>
                </a:solidFill>
                <a:latin typeface="나눔고딕 ExtraBold" panose="020D0904000000000000" pitchFamily="50" charset="-127"/>
                <a:ea typeface="나눔고딕 ExtraBold" panose="020D0904000000000000" pitchFamily="50" charset="-127"/>
              </a:rPr>
              <a:t>Meeting screens and features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3" name="TextBox 12">
            <a:extLst>
              <a:ext uri="{FF2B5EF4-FFF2-40B4-BE49-F238E27FC236}">
                <a16:creationId xmlns:a16="http://schemas.microsoft.com/office/drawing/2014/main" id="{C0AB22A0-0DF0-47BA-9381-F1D856A9DC7B}"/>
              </a:ext>
            </a:extLst>
          </p:cNvPr>
          <p:cNvSpPr txBox="1"/>
          <p:nvPr/>
        </p:nvSpPr>
        <p:spPr>
          <a:xfrm>
            <a:off x="195519" y="932635"/>
            <a:ext cx="6280285" cy="325345"/>
          </a:xfrm>
          <a:prstGeom prst="rect">
            <a:avLst/>
          </a:prstGeom>
          <a:noFill/>
        </p:spPr>
        <p:txBody>
          <a:bodyPr wrap="square" rtlCol="0">
            <a:spAutoFit/>
          </a:bodyPr>
          <a:lstStyle/>
          <a:p>
            <a:pPr>
              <a:lnSpc>
                <a:spcPct val="140000"/>
              </a:lnSpc>
            </a:pPr>
            <a:r>
              <a:rPr lang="en" altLang="ko-Kore-KR" sz="1200" dirty="0" err="1">
                <a:latin typeface="NanumGothic" panose="020D0604000000000000" pitchFamily="34" charset="-127"/>
                <a:ea typeface="NanumGothic" panose="020D0604000000000000" pitchFamily="34" charset="-127"/>
              </a:rPr>
              <a:t>Vmeeting</a:t>
            </a:r>
            <a:r>
              <a:rPr lang="en" altLang="ko-Kore-KR" sz="1200" dirty="0">
                <a:latin typeface="NanumGothic" panose="020D0604000000000000" pitchFamily="34" charset="-127"/>
                <a:ea typeface="NanumGothic" panose="020D0604000000000000" pitchFamily="34" charset="-127"/>
              </a:rPr>
              <a:t> is optimizing for user convenience and easier control.</a:t>
            </a:r>
            <a:endParaRPr lang="en-US" altLang="ko-KR" sz="1200" dirty="0">
              <a:latin typeface="NanumGothic" panose="020D0604000000000000" pitchFamily="34" charset="-127"/>
              <a:ea typeface="NanumGothic" panose="020D0604000000000000" pitchFamily="34" charset="-127"/>
            </a:endParaRPr>
          </a:p>
        </p:txBody>
      </p:sp>
      <p:sp>
        <p:nvSpPr>
          <p:cNvPr id="16" name="슬라이드 번호 개체 틀 15">
            <a:extLst>
              <a:ext uri="{FF2B5EF4-FFF2-40B4-BE49-F238E27FC236}">
                <a16:creationId xmlns:a16="http://schemas.microsoft.com/office/drawing/2014/main" id="{2D0D8020-09D5-430B-9598-F38BB5DD9D47}"/>
              </a:ext>
            </a:extLst>
          </p:cNvPr>
          <p:cNvSpPr>
            <a:spLocks noGrp="1"/>
          </p:cNvSpPr>
          <p:nvPr>
            <p:ph type="sldNum" sz="quarter" idx="12"/>
          </p:nvPr>
        </p:nvSpPr>
        <p:spPr>
          <a:xfrm>
            <a:off x="4778148" y="9200058"/>
            <a:ext cx="1543050" cy="527403"/>
          </a:xfrm>
        </p:spPr>
        <p:txBody>
          <a:bodyPr/>
          <a:lstStyle/>
          <a:p>
            <a:fld id="{025F5712-77C1-483E-AF6C-501D64E640ED}" type="slidenum">
              <a:rPr lang="ko-KR" altLang="en-US" smtClean="0"/>
              <a:t>5</a:t>
            </a:fld>
            <a:endParaRPr lang="ko-KR" altLang="en-US" dirty="0"/>
          </a:p>
        </p:txBody>
      </p:sp>
      <p:grpSp>
        <p:nvGrpSpPr>
          <p:cNvPr id="145" name="그룹 144">
            <a:extLst>
              <a:ext uri="{FF2B5EF4-FFF2-40B4-BE49-F238E27FC236}">
                <a16:creationId xmlns:a16="http://schemas.microsoft.com/office/drawing/2014/main" id="{CC880CD5-5BBA-2A45-8BFD-77D0A013D4A3}"/>
              </a:ext>
            </a:extLst>
          </p:cNvPr>
          <p:cNvGrpSpPr/>
          <p:nvPr/>
        </p:nvGrpSpPr>
        <p:grpSpPr>
          <a:xfrm>
            <a:off x="0" y="1687211"/>
            <a:ext cx="6662480" cy="7072702"/>
            <a:chOff x="0" y="1970675"/>
            <a:chExt cx="6662480" cy="7072702"/>
          </a:xfrm>
        </p:grpSpPr>
        <p:pic>
          <p:nvPicPr>
            <p:cNvPr id="15" name="그림 14">
              <a:extLst>
                <a:ext uri="{FF2B5EF4-FFF2-40B4-BE49-F238E27FC236}">
                  <a16:creationId xmlns:a16="http://schemas.microsoft.com/office/drawing/2014/main" id="{E3DC726F-5CC0-4E47-9156-547196F0548C}"/>
                </a:ext>
              </a:extLst>
            </p:cNvPr>
            <p:cNvPicPr>
              <a:picLocks noChangeAspect="1"/>
            </p:cNvPicPr>
            <p:nvPr/>
          </p:nvPicPr>
          <p:blipFill rotWithShape="1">
            <a:blip r:embed="rId3">
              <a:extLst>
                <a:ext uri="{28A0092B-C50C-407E-A947-70E740481C1C}">
                  <a14:useLocalDpi xmlns:a14="http://schemas.microsoft.com/office/drawing/2010/main" val="0"/>
                </a:ext>
              </a:extLst>
            </a:blip>
            <a:srcRect l="5423" t="12902" r="5487" b="7892"/>
            <a:stretch/>
          </p:blipFill>
          <p:spPr>
            <a:xfrm>
              <a:off x="436281" y="2763151"/>
              <a:ext cx="5985437" cy="4907902"/>
            </a:xfrm>
            <a:prstGeom prst="rect">
              <a:avLst/>
            </a:prstGeom>
          </p:spPr>
        </p:pic>
        <p:cxnSp>
          <p:nvCxnSpPr>
            <p:cNvPr id="20" name="직선 화살표 연결선 19">
              <a:extLst>
                <a:ext uri="{FF2B5EF4-FFF2-40B4-BE49-F238E27FC236}">
                  <a16:creationId xmlns:a16="http://schemas.microsoft.com/office/drawing/2014/main" id="{1E8CAC2F-F982-6E4E-A9D8-AF4F6C95BC7E}"/>
                </a:ext>
              </a:extLst>
            </p:cNvPr>
            <p:cNvCxnSpPr>
              <a:cxnSpLocks/>
            </p:cNvCxnSpPr>
            <p:nvPr/>
          </p:nvCxnSpPr>
          <p:spPr>
            <a:xfrm flipV="1">
              <a:off x="3446396" y="7496147"/>
              <a:ext cx="0" cy="853744"/>
            </a:xfrm>
            <a:prstGeom prst="straightConnector1">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D1C4F63-432A-E740-9DD2-98A1564486BE}"/>
                </a:ext>
              </a:extLst>
            </p:cNvPr>
            <p:cNvSpPr txBox="1"/>
            <p:nvPr/>
          </p:nvSpPr>
          <p:spPr>
            <a:xfrm>
              <a:off x="2650868" y="8359035"/>
              <a:ext cx="1371600" cy="415498"/>
            </a:xfrm>
            <a:prstGeom prst="rect">
              <a:avLst/>
            </a:prstGeom>
            <a:noFill/>
          </p:spPr>
          <p:txBody>
            <a:bodyPr wrap="square" rtlCol="0">
              <a:spAutoFit/>
            </a:bodyPr>
            <a:lstStyle/>
            <a:p>
              <a:pPr algn="ctr"/>
              <a:r>
                <a:rPr kumimoji="1" lang="en-US" altLang="ko-Kore-KR" sz="1050" dirty="0">
                  <a:latin typeface="NanumGothic" panose="020D0604000000000000" pitchFamily="34" charset="-127"/>
                  <a:ea typeface="NanumGothic" panose="020D0604000000000000" pitchFamily="34" charset="-127"/>
                </a:rPr>
                <a:t>Raise hand,</a:t>
              </a:r>
            </a:p>
            <a:p>
              <a:pPr algn="ctr"/>
              <a:r>
                <a:rPr kumimoji="1" lang="en-US" altLang="ko-Kore-KR" sz="1050" dirty="0">
                  <a:latin typeface="NanumGothic" panose="020D0604000000000000" pitchFamily="34" charset="-127"/>
                  <a:ea typeface="NanumGothic" panose="020D0604000000000000" pitchFamily="34" charset="-127"/>
                </a:rPr>
                <a:t>Reaction emoji</a:t>
              </a:r>
              <a:endParaRPr kumimoji="1" lang="ko-Kore-KR" altLang="en-US" sz="1050" dirty="0">
                <a:latin typeface="NanumGothic" panose="020D0604000000000000" pitchFamily="34" charset="-127"/>
                <a:ea typeface="NanumGothic" panose="020D0604000000000000" pitchFamily="34" charset="-127"/>
              </a:endParaRPr>
            </a:p>
          </p:txBody>
        </p:sp>
        <p:cxnSp>
          <p:nvCxnSpPr>
            <p:cNvPr id="25" name="직선 화살표 연결선 24">
              <a:extLst>
                <a:ext uri="{FF2B5EF4-FFF2-40B4-BE49-F238E27FC236}">
                  <a16:creationId xmlns:a16="http://schemas.microsoft.com/office/drawing/2014/main" id="{2618B7DD-CF57-2C4E-BABF-F794F8F8595B}"/>
                </a:ext>
              </a:extLst>
            </p:cNvPr>
            <p:cNvCxnSpPr>
              <a:cxnSpLocks/>
              <a:stCxn id="27" idx="0"/>
            </p:cNvCxnSpPr>
            <p:nvPr/>
          </p:nvCxnSpPr>
          <p:spPr>
            <a:xfrm flipV="1">
              <a:off x="3065482" y="7496147"/>
              <a:ext cx="0" cy="555232"/>
            </a:xfrm>
            <a:prstGeom prst="straightConnector1">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C57F0AC-D61B-254A-A61F-F6CE6E374D65}"/>
                </a:ext>
              </a:extLst>
            </p:cNvPr>
            <p:cNvSpPr txBox="1"/>
            <p:nvPr/>
          </p:nvSpPr>
          <p:spPr>
            <a:xfrm>
              <a:off x="2379682" y="8051379"/>
              <a:ext cx="1371600" cy="261610"/>
            </a:xfrm>
            <a:prstGeom prst="rect">
              <a:avLst/>
            </a:prstGeom>
            <a:noFill/>
          </p:spPr>
          <p:txBody>
            <a:bodyPr wrap="square" rtlCol="0">
              <a:spAutoFit/>
            </a:bodyPr>
            <a:lstStyle/>
            <a:p>
              <a:pPr algn="ctr"/>
              <a:r>
                <a:rPr kumimoji="1" lang="en-US" altLang="ko-KR" sz="1050" dirty="0">
                  <a:latin typeface="NanumGothic" panose="020D0604000000000000" pitchFamily="34" charset="-127"/>
                  <a:ea typeface="NanumGothic" panose="020D0604000000000000" pitchFamily="34" charset="-127"/>
                </a:rPr>
                <a:t>chat</a:t>
              </a:r>
              <a:endParaRPr kumimoji="1" lang="ko-Kore-KR" altLang="en-US" sz="1050" dirty="0">
                <a:latin typeface="NanumGothic" panose="020D0604000000000000" pitchFamily="34" charset="-127"/>
                <a:ea typeface="NanumGothic" panose="020D0604000000000000" pitchFamily="34" charset="-127"/>
              </a:endParaRPr>
            </a:p>
          </p:txBody>
        </p:sp>
        <p:cxnSp>
          <p:nvCxnSpPr>
            <p:cNvPr id="33" name="꺾인 연결선[E] 32">
              <a:extLst>
                <a:ext uri="{FF2B5EF4-FFF2-40B4-BE49-F238E27FC236}">
                  <a16:creationId xmlns:a16="http://schemas.microsoft.com/office/drawing/2014/main" id="{370AD6E3-D24B-4D4F-B895-EAF52DA2B9F9}"/>
                </a:ext>
              </a:extLst>
            </p:cNvPr>
            <p:cNvCxnSpPr>
              <a:cxnSpLocks/>
              <a:endCxn id="42" idx="1"/>
            </p:cNvCxnSpPr>
            <p:nvPr/>
          </p:nvCxnSpPr>
          <p:spPr>
            <a:xfrm rot="16200000" flipH="1">
              <a:off x="3291391" y="8056648"/>
              <a:ext cx="1339480" cy="218480"/>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89BA52C3-785D-E34E-AB51-A7C888D3BBDE}"/>
                </a:ext>
              </a:extLst>
            </p:cNvPr>
            <p:cNvSpPr txBox="1"/>
            <p:nvPr/>
          </p:nvSpPr>
          <p:spPr>
            <a:xfrm>
              <a:off x="4070371" y="8627879"/>
              <a:ext cx="1543050" cy="415498"/>
            </a:xfrm>
            <a:prstGeom prst="rect">
              <a:avLst/>
            </a:prstGeom>
            <a:noFill/>
          </p:spPr>
          <p:txBody>
            <a:bodyPr wrap="square" rtlCol="0">
              <a:spAutoFit/>
            </a:bodyPr>
            <a:lstStyle/>
            <a:p>
              <a:r>
                <a:rPr kumimoji="1" lang="en-US" altLang="ko-Kore-KR" sz="1050" dirty="0">
                  <a:latin typeface="NanumGothic" panose="020D0604000000000000" pitchFamily="34" charset="-127"/>
                  <a:ea typeface="NanumGothic" panose="020D0604000000000000" pitchFamily="34" charset="-127"/>
                </a:rPr>
                <a:t>Screen layout ,</a:t>
              </a:r>
            </a:p>
            <a:p>
              <a:r>
                <a:rPr kumimoji="1" lang="en-US" altLang="ko-Kore-KR" sz="1050" dirty="0">
                  <a:latin typeface="NanumGothic" panose="020D0604000000000000" pitchFamily="34" charset="-127"/>
                  <a:ea typeface="NanumGothic" panose="020D0604000000000000" pitchFamily="34" charset="-127"/>
                </a:rPr>
                <a:t>Tile view settings</a:t>
              </a:r>
              <a:endParaRPr kumimoji="1" lang="ko-Kore-KR" altLang="en-US" sz="1050" dirty="0">
                <a:latin typeface="NanumGothic" panose="020D0604000000000000" pitchFamily="34" charset="-127"/>
                <a:ea typeface="NanumGothic" panose="020D0604000000000000" pitchFamily="34" charset="-127"/>
              </a:endParaRPr>
            </a:p>
          </p:txBody>
        </p:sp>
        <p:cxnSp>
          <p:nvCxnSpPr>
            <p:cNvPr id="43" name="꺾인 연결선[E] 42">
              <a:extLst>
                <a:ext uri="{FF2B5EF4-FFF2-40B4-BE49-F238E27FC236}">
                  <a16:creationId xmlns:a16="http://schemas.microsoft.com/office/drawing/2014/main" id="{D97F47F9-A640-9B4E-BFD8-2040E8EAE803}"/>
                </a:ext>
              </a:extLst>
            </p:cNvPr>
            <p:cNvCxnSpPr>
              <a:cxnSpLocks/>
              <a:endCxn id="51" idx="1"/>
            </p:cNvCxnSpPr>
            <p:nvPr/>
          </p:nvCxnSpPr>
          <p:spPr>
            <a:xfrm rot="16200000" flipH="1">
              <a:off x="3786587" y="7894251"/>
              <a:ext cx="976682" cy="180474"/>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2400D05F-EA03-CD4D-B133-1FB417166835}"/>
                </a:ext>
              </a:extLst>
            </p:cNvPr>
            <p:cNvSpPr txBox="1"/>
            <p:nvPr/>
          </p:nvSpPr>
          <p:spPr>
            <a:xfrm>
              <a:off x="4365165" y="8345871"/>
              <a:ext cx="2256023" cy="253916"/>
            </a:xfrm>
            <a:prstGeom prst="rect">
              <a:avLst/>
            </a:prstGeom>
            <a:noFill/>
          </p:spPr>
          <p:txBody>
            <a:bodyPr wrap="square" rtlCol="0">
              <a:spAutoFit/>
            </a:bodyPr>
            <a:lstStyle/>
            <a:p>
              <a:r>
                <a:rPr kumimoji="1" lang="en-US" altLang="ko-KR" sz="1050" dirty="0">
                  <a:latin typeface="NanumGothic" panose="020D0604000000000000" pitchFamily="34" charset="-127"/>
                  <a:ea typeface="NanumGothic" panose="020D0604000000000000" pitchFamily="34" charset="-127"/>
                </a:rPr>
                <a:t>Participants (moderator control)</a:t>
              </a:r>
              <a:endParaRPr kumimoji="1" lang="ko-Kore-KR" altLang="en-US" sz="1050" dirty="0">
                <a:latin typeface="NanumGothic" panose="020D0604000000000000" pitchFamily="34" charset="-127"/>
                <a:ea typeface="NanumGothic" panose="020D0604000000000000" pitchFamily="34" charset="-127"/>
              </a:endParaRPr>
            </a:p>
          </p:txBody>
        </p:sp>
        <p:cxnSp>
          <p:nvCxnSpPr>
            <p:cNvPr id="52" name="꺾인 연결선[E] 51">
              <a:extLst>
                <a:ext uri="{FF2B5EF4-FFF2-40B4-BE49-F238E27FC236}">
                  <a16:creationId xmlns:a16="http://schemas.microsoft.com/office/drawing/2014/main" id="{ECEB8AE7-0DBC-314A-A067-98CA7FCB202D}"/>
                </a:ext>
              </a:extLst>
            </p:cNvPr>
            <p:cNvCxnSpPr>
              <a:cxnSpLocks/>
              <a:endCxn id="53" idx="1"/>
            </p:cNvCxnSpPr>
            <p:nvPr/>
          </p:nvCxnSpPr>
          <p:spPr>
            <a:xfrm rot="16200000" flipH="1">
              <a:off x="4324119" y="7721805"/>
              <a:ext cx="687722" cy="180474"/>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8B807F34-D474-D142-AA67-D4083BD350C8}"/>
                </a:ext>
              </a:extLst>
            </p:cNvPr>
            <p:cNvSpPr txBox="1"/>
            <p:nvPr/>
          </p:nvSpPr>
          <p:spPr>
            <a:xfrm>
              <a:off x="4758217" y="7948154"/>
              <a:ext cx="1904263" cy="415498"/>
            </a:xfrm>
            <a:prstGeom prst="rect">
              <a:avLst/>
            </a:prstGeom>
            <a:noFill/>
          </p:spPr>
          <p:txBody>
            <a:bodyPr wrap="square" rtlCol="0">
              <a:spAutoFit/>
            </a:bodyPr>
            <a:lstStyle/>
            <a:p>
              <a:r>
                <a:rPr kumimoji="1" lang="en-US" altLang="ko-KR" sz="1050" dirty="0">
                  <a:latin typeface="NanumGothic" panose="020D0604000000000000" pitchFamily="34" charset="-127"/>
                  <a:ea typeface="NanumGothic" panose="020D0604000000000000" pitchFamily="34" charset="-127"/>
                </a:rPr>
                <a:t>Setting,</a:t>
              </a:r>
              <a:r>
                <a:rPr kumimoji="1" lang="ko-KR" altLang="en-US" sz="1050" dirty="0">
                  <a:latin typeface="NanumGothic" panose="020D0604000000000000" pitchFamily="34" charset="-127"/>
                  <a:ea typeface="NanumGothic" panose="020D0604000000000000" pitchFamily="34" charset="-127"/>
                </a:rPr>
                <a:t> </a:t>
              </a:r>
              <a:r>
                <a:rPr kumimoji="1" lang="en-US" altLang="ko-KR" sz="1050" dirty="0">
                  <a:latin typeface="NanumGothic" panose="020D0604000000000000" pitchFamily="34" charset="-127"/>
                  <a:ea typeface="NanumGothic" panose="020D0604000000000000" pitchFamily="34" charset="-127"/>
                </a:rPr>
                <a:t>Background, Recording, and more</a:t>
              </a:r>
              <a:endParaRPr kumimoji="1" lang="ko-Kore-KR" altLang="en-US" sz="1050" dirty="0">
                <a:latin typeface="NanumGothic" panose="020D0604000000000000" pitchFamily="34" charset="-127"/>
                <a:ea typeface="NanumGothic" panose="020D0604000000000000" pitchFamily="34" charset="-127"/>
              </a:endParaRPr>
            </a:p>
          </p:txBody>
        </p:sp>
        <p:cxnSp>
          <p:nvCxnSpPr>
            <p:cNvPr id="56" name="직선 화살표 연결선 55">
              <a:extLst>
                <a:ext uri="{FF2B5EF4-FFF2-40B4-BE49-F238E27FC236}">
                  <a16:creationId xmlns:a16="http://schemas.microsoft.com/office/drawing/2014/main" id="{3D7F64CE-269E-9A48-85D8-989132240BA2}"/>
                </a:ext>
              </a:extLst>
            </p:cNvPr>
            <p:cNvCxnSpPr>
              <a:cxnSpLocks/>
            </p:cNvCxnSpPr>
            <p:nvPr/>
          </p:nvCxnSpPr>
          <p:spPr>
            <a:xfrm flipV="1">
              <a:off x="4946778" y="7475366"/>
              <a:ext cx="0" cy="195687"/>
            </a:xfrm>
            <a:prstGeom prst="straightConnector1">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86880BE-572E-6348-865C-6D179D34FB13}"/>
                </a:ext>
              </a:extLst>
            </p:cNvPr>
            <p:cNvSpPr txBox="1"/>
            <p:nvPr/>
          </p:nvSpPr>
          <p:spPr>
            <a:xfrm>
              <a:off x="4772187" y="7663961"/>
              <a:ext cx="1849002" cy="261610"/>
            </a:xfrm>
            <a:prstGeom prst="rect">
              <a:avLst/>
            </a:prstGeom>
            <a:noFill/>
          </p:spPr>
          <p:txBody>
            <a:bodyPr wrap="square" rtlCol="0">
              <a:spAutoFit/>
            </a:bodyPr>
            <a:lstStyle/>
            <a:p>
              <a:r>
                <a:rPr kumimoji="1" lang="en-US" altLang="ko-Kore-KR" sz="1050" dirty="0">
                  <a:latin typeface="NanumGothic" panose="020D0604000000000000" pitchFamily="34" charset="-127"/>
                  <a:ea typeface="NanumGothic" panose="020D0604000000000000" pitchFamily="34" charset="-127"/>
                </a:rPr>
                <a:t>Leave meeting</a:t>
              </a:r>
              <a:endParaRPr kumimoji="1" lang="ko-Kore-KR" altLang="en-US" sz="1050" dirty="0">
                <a:latin typeface="NanumGothic" panose="020D0604000000000000" pitchFamily="34" charset="-127"/>
                <a:ea typeface="NanumGothic" panose="020D0604000000000000" pitchFamily="34" charset="-127"/>
              </a:endParaRPr>
            </a:p>
          </p:txBody>
        </p:sp>
        <p:cxnSp>
          <p:nvCxnSpPr>
            <p:cNvPr id="64" name="꺾인 연결선[E] 63">
              <a:extLst>
                <a:ext uri="{FF2B5EF4-FFF2-40B4-BE49-F238E27FC236}">
                  <a16:creationId xmlns:a16="http://schemas.microsoft.com/office/drawing/2014/main" id="{5FE91551-63D6-2443-B003-A40604223952}"/>
                </a:ext>
              </a:extLst>
            </p:cNvPr>
            <p:cNvCxnSpPr>
              <a:cxnSpLocks/>
              <a:endCxn id="65" idx="3"/>
            </p:cNvCxnSpPr>
            <p:nvPr/>
          </p:nvCxnSpPr>
          <p:spPr>
            <a:xfrm rot="5400000">
              <a:off x="2033540" y="7996709"/>
              <a:ext cx="1147350" cy="146227"/>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3AB063BA-7BEA-D146-9D5C-6992B110B1D7}"/>
                </a:ext>
              </a:extLst>
            </p:cNvPr>
            <p:cNvSpPr txBox="1"/>
            <p:nvPr/>
          </p:nvSpPr>
          <p:spPr>
            <a:xfrm>
              <a:off x="500702" y="8516539"/>
              <a:ext cx="2033399" cy="253916"/>
            </a:xfrm>
            <a:prstGeom prst="rect">
              <a:avLst/>
            </a:prstGeom>
            <a:noFill/>
          </p:spPr>
          <p:txBody>
            <a:bodyPr wrap="square" rtlCol="0">
              <a:spAutoFit/>
            </a:bodyPr>
            <a:lstStyle/>
            <a:p>
              <a:pPr algn="r"/>
              <a:r>
                <a:rPr kumimoji="1" lang="en-US" altLang="ko-Kore-KR" sz="1050" dirty="0">
                  <a:latin typeface="NanumGothic" panose="020D0604000000000000" pitchFamily="34" charset="-127"/>
                  <a:ea typeface="NanumGothic" panose="020D0604000000000000" pitchFamily="34" charset="-127"/>
                </a:rPr>
                <a:t>Share screen, presentations</a:t>
              </a:r>
              <a:endParaRPr kumimoji="1" lang="ko-Kore-KR" altLang="en-US" sz="1050" dirty="0">
                <a:latin typeface="NanumGothic" panose="020D0604000000000000" pitchFamily="34" charset="-127"/>
                <a:ea typeface="NanumGothic" panose="020D0604000000000000" pitchFamily="34" charset="-127"/>
              </a:endParaRPr>
            </a:p>
          </p:txBody>
        </p:sp>
        <p:cxnSp>
          <p:nvCxnSpPr>
            <p:cNvPr id="67" name="꺾인 연결선[E] 66">
              <a:extLst>
                <a:ext uri="{FF2B5EF4-FFF2-40B4-BE49-F238E27FC236}">
                  <a16:creationId xmlns:a16="http://schemas.microsoft.com/office/drawing/2014/main" id="{C66AD3CF-DDB6-ED4C-96E4-112ECA27C337}"/>
                </a:ext>
              </a:extLst>
            </p:cNvPr>
            <p:cNvCxnSpPr>
              <a:cxnSpLocks/>
              <a:endCxn id="68" idx="3"/>
            </p:cNvCxnSpPr>
            <p:nvPr/>
          </p:nvCxnSpPr>
          <p:spPr>
            <a:xfrm rot="5400000">
              <a:off x="1798411" y="7856714"/>
              <a:ext cx="870998" cy="149864"/>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248154C-7347-934D-AB99-CD953E70B87A}"/>
                </a:ext>
              </a:extLst>
            </p:cNvPr>
            <p:cNvSpPr txBox="1"/>
            <p:nvPr/>
          </p:nvSpPr>
          <p:spPr>
            <a:xfrm>
              <a:off x="0" y="8240187"/>
              <a:ext cx="2158978" cy="253916"/>
            </a:xfrm>
            <a:prstGeom prst="rect">
              <a:avLst/>
            </a:prstGeom>
            <a:noFill/>
          </p:spPr>
          <p:txBody>
            <a:bodyPr wrap="square" rtlCol="0">
              <a:spAutoFit/>
            </a:bodyPr>
            <a:lstStyle/>
            <a:p>
              <a:pPr algn="r"/>
              <a:r>
                <a:rPr kumimoji="1" lang="en-US" altLang="ko-KR" sz="1050" dirty="0">
                  <a:latin typeface="NanumGothic" panose="020D0604000000000000" pitchFamily="34" charset="-127"/>
                  <a:ea typeface="NanumGothic" panose="020D0604000000000000" pitchFamily="34" charset="-127"/>
                </a:rPr>
                <a:t>Camera</a:t>
              </a:r>
              <a:r>
                <a:rPr kumimoji="1" lang="ko-KR" altLang="en-US" sz="1050" dirty="0">
                  <a:latin typeface="NanumGothic" panose="020D0604000000000000" pitchFamily="34" charset="-127"/>
                  <a:ea typeface="NanumGothic" panose="020D0604000000000000" pitchFamily="34" charset="-127"/>
                </a:rPr>
                <a:t> </a:t>
              </a:r>
              <a:r>
                <a:rPr kumimoji="1" lang="en-US" altLang="ko-KR" sz="1050" dirty="0">
                  <a:latin typeface="NanumGothic" panose="020D0604000000000000" pitchFamily="34" charset="-127"/>
                  <a:ea typeface="NanumGothic" panose="020D0604000000000000" pitchFamily="34" charset="-127"/>
                </a:rPr>
                <a:t>on/off, camera settings</a:t>
              </a:r>
              <a:endParaRPr kumimoji="1" lang="ko-Kore-KR" altLang="en-US" sz="1050" dirty="0">
                <a:latin typeface="NanumGothic" panose="020D0604000000000000" pitchFamily="34" charset="-127"/>
                <a:ea typeface="NanumGothic" panose="020D0604000000000000" pitchFamily="34" charset="-127"/>
              </a:endParaRPr>
            </a:p>
          </p:txBody>
        </p:sp>
        <p:sp>
          <p:nvSpPr>
            <p:cNvPr id="81" name="TextBox 80">
              <a:extLst>
                <a:ext uri="{FF2B5EF4-FFF2-40B4-BE49-F238E27FC236}">
                  <a16:creationId xmlns:a16="http://schemas.microsoft.com/office/drawing/2014/main" id="{46ED4293-3995-4F43-A26B-4B9BEA1FBDB5}"/>
                </a:ext>
              </a:extLst>
            </p:cNvPr>
            <p:cNvSpPr txBox="1"/>
            <p:nvPr/>
          </p:nvSpPr>
          <p:spPr>
            <a:xfrm>
              <a:off x="195519" y="7806477"/>
              <a:ext cx="1639420" cy="415498"/>
            </a:xfrm>
            <a:prstGeom prst="rect">
              <a:avLst/>
            </a:prstGeom>
            <a:noFill/>
          </p:spPr>
          <p:txBody>
            <a:bodyPr wrap="square" rtlCol="0">
              <a:spAutoFit/>
            </a:bodyPr>
            <a:lstStyle/>
            <a:p>
              <a:pPr algn="r"/>
              <a:r>
                <a:rPr kumimoji="1" lang="en-US" altLang="ko-KR" sz="1050" dirty="0">
                  <a:latin typeface="NanumGothic" panose="020D0604000000000000" pitchFamily="34" charset="-127"/>
                  <a:ea typeface="NanumGothic" panose="020D0604000000000000" pitchFamily="34" charset="-127"/>
                </a:rPr>
                <a:t>Mute</a:t>
              </a:r>
              <a:r>
                <a:rPr kumimoji="1" lang="ko-KR" altLang="en-US" sz="1050" dirty="0">
                  <a:latin typeface="NanumGothic" panose="020D0604000000000000" pitchFamily="34" charset="-127"/>
                  <a:ea typeface="NanumGothic" panose="020D0604000000000000" pitchFamily="34" charset="-127"/>
                </a:rPr>
                <a:t> </a:t>
              </a:r>
              <a:r>
                <a:rPr kumimoji="1" lang="en-US" altLang="ko-KR" sz="1050" dirty="0">
                  <a:latin typeface="NanumGothic" panose="020D0604000000000000" pitchFamily="34" charset="-127"/>
                  <a:ea typeface="NanumGothic" panose="020D0604000000000000" pitchFamily="34" charset="-127"/>
                </a:rPr>
                <a:t>on/off,</a:t>
              </a:r>
              <a:r>
                <a:rPr kumimoji="1" lang="ko-KR" altLang="en-US" sz="1050" dirty="0">
                  <a:latin typeface="NanumGothic" panose="020D0604000000000000" pitchFamily="34" charset="-127"/>
                  <a:ea typeface="NanumGothic" panose="020D0604000000000000" pitchFamily="34" charset="-127"/>
                </a:rPr>
                <a:t> </a:t>
              </a:r>
              <a:r>
                <a:rPr kumimoji="1" lang="en-US" altLang="ko-KR" sz="1050" dirty="0">
                  <a:latin typeface="NanumGothic" panose="020D0604000000000000" pitchFamily="34" charset="-127"/>
                  <a:ea typeface="NanumGothic" panose="020D0604000000000000" pitchFamily="34" charset="-127"/>
                </a:rPr>
                <a:t>sound</a:t>
              </a:r>
              <a:r>
                <a:rPr kumimoji="1" lang="ko-KR" altLang="en-US" sz="1050" dirty="0">
                  <a:latin typeface="NanumGothic" panose="020D0604000000000000" pitchFamily="34" charset="-127"/>
                  <a:ea typeface="NanumGothic" panose="020D0604000000000000" pitchFamily="34" charset="-127"/>
                </a:rPr>
                <a:t> </a:t>
              </a:r>
              <a:r>
                <a:rPr kumimoji="1" lang="en-US" altLang="ko-KR" sz="1050" dirty="0">
                  <a:latin typeface="NanumGothic" panose="020D0604000000000000" pitchFamily="34" charset="-127"/>
                  <a:ea typeface="NanumGothic" panose="020D0604000000000000" pitchFamily="34" charset="-127"/>
                </a:rPr>
                <a:t>settings</a:t>
              </a:r>
              <a:endParaRPr kumimoji="1" lang="ko-Kore-KR" altLang="en-US" sz="1050" dirty="0">
                <a:latin typeface="NanumGothic" panose="020D0604000000000000" pitchFamily="34" charset="-127"/>
                <a:ea typeface="NanumGothic" panose="020D0604000000000000" pitchFamily="34" charset="-127"/>
              </a:endParaRPr>
            </a:p>
          </p:txBody>
        </p:sp>
        <p:cxnSp>
          <p:nvCxnSpPr>
            <p:cNvPr id="82" name="꺾인 연결선[E] 81">
              <a:extLst>
                <a:ext uri="{FF2B5EF4-FFF2-40B4-BE49-F238E27FC236}">
                  <a16:creationId xmlns:a16="http://schemas.microsoft.com/office/drawing/2014/main" id="{D2C4AB26-B511-FC45-B219-7BB1AE62A36A}"/>
                </a:ext>
              </a:extLst>
            </p:cNvPr>
            <p:cNvCxnSpPr>
              <a:cxnSpLocks/>
              <a:endCxn id="81" idx="3"/>
            </p:cNvCxnSpPr>
            <p:nvPr/>
          </p:nvCxnSpPr>
          <p:spPr>
            <a:xfrm rot="5400000">
              <a:off x="1619057" y="7691251"/>
              <a:ext cx="538858" cy="107093"/>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FFBB33A3-02F5-2D41-A0D0-434174E306BB}"/>
                </a:ext>
              </a:extLst>
            </p:cNvPr>
            <p:cNvSpPr txBox="1"/>
            <p:nvPr/>
          </p:nvSpPr>
          <p:spPr>
            <a:xfrm>
              <a:off x="3210656" y="2400265"/>
              <a:ext cx="1543050" cy="261610"/>
            </a:xfrm>
            <a:prstGeom prst="rect">
              <a:avLst/>
            </a:prstGeom>
            <a:noFill/>
          </p:spPr>
          <p:txBody>
            <a:bodyPr wrap="square" rtlCol="0">
              <a:spAutoFit/>
            </a:bodyPr>
            <a:lstStyle/>
            <a:p>
              <a:pPr algn="ctr"/>
              <a:r>
                <a:rPr lang="en-US" altLang="ko-KR" sz="1050" dirty="0">
                  <a:solidFill>
                    <a:srgbClr val="384850"/>
                  </a:solidFill>
                  <a:latin typeface="NanumGothic" panose="020D0604000000000000" pitchFamily="34" charset="-127"/>
                  <a:ea typeface="NanumGothic" panose="020D0604000000000000" pitchFamily="34" charset="-127"/>
                </a:rPr>
                <a:t>Statistics</a:t>
              </a:r>
              <a:endParaRPr kumimoji="1" lang="ko-Kore-KR" altLang="en-US" sz="1050" dirty="0">
                <a:latin typeface="NanumGothic" panose="020D0604000000000000" pitchFamily="34" charset="-127"/>
                <a:ea typeface="NanumGothic" panose="020D0604000000000000" pitchFamily="34" charset="-127"/>
              </a:endParaRPr>
            </a:p>
          </p:txBody>
        </p:sp>
        <p:cxnSp>
          <p:nvCxnSpPr>
            <p:cNvPr id="91" name="꺾인 연결선[E] 90">
              <a:extLst>
                <a:ext uri="{FF2B5EF4-FFF2-40B4-BE49-F238E27FC236}">
                  <a16:creationId xmlns:a16="http://schemas.microsoft.com/office/drawing/2014/main" id="{1C887B5C-00E6-4343-9678-4E005A179B4F}"/>
                </a:ext>
              </a:extLst>
            </p:cNvPr>
            <p:cNvCxnSpPr>
              <a:cxnSpLocks/>
              <a:endCxn id="92" idx="1"/>
            </p:cNvCxnSpPr>
            <p:nvPr/>
          </p:nvCxnSpPr>
          <p:spPr>
            <a:xfrm rot="5400000" flipH="1" flipV="1">
              <a:off x="-275858" y="3694160"/>
              <a:ext cx="2410632" cy="93273"/>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86233B29-DE38-9942-8D58-E7B890823EB3}"/>
                </a:ext>
              </a:extLst>
            </p:cNvPr>
            <p:cNvSpPr txBox="1"/>
            <p:nvPr/>
          </p:nvSpPr>
          <p:spPr>
            <a:xfrm>
              <a:off x="976095" y="2408522"/>
              <a:ext cx="1765878" cy="253916"/>
            </a:xfrm>
            <a:prstGeom prst="rect">
              <a:avLst/>
            </a:prstGeom>
            <a:noFill/>
          </p:spPr>
          <p:txBody>
            <a:bodyPr wrap="square" rtlCol="0">
              <a:spAutoFit/>
            </a:bodyPr>
            <a:lstStyle/>
            <a:p>
              <a:r>
                <a:rPr lang="en" altLang="ko-Kore-KR" sz="1050" dirty="0">
                  <a:latin typeface="NanumGothic" panose="020D0604000000000000" pitchFamily="34" charset="-127"/>
                  <a:ea typeface="NanumGothic" panose="020D0604000000000000" pitchFamily="34" charset="-127"/>
                </a:rPr>
                <a:t>Participant name</a:t>
              </a:r>
              <a:r>
                <a:rPr kumimoji="1" lang="en-US" altLang="ko-Kore-KR" sz="1050" dirty="0">
                  <a:latin typeface="NanumGothic" panose="020D0604000000000000" pitchFamily="34" charset="-127"/>
                  <a:ea typeface="NanumGothic" panose="020D0604000000000000" pitchFamily="34" charset="-127"/>
                </a:rPr>
                <a:t>, state</a:t>
              </a:r>
              <a:endParaRPr kumimoji="1" lang="ko-Kore-KR" altLang="en-US" sz="1050" dirty="0">
                <a:latin typeface="NanumGothic" panose="020D0604000000000000" pitchFamily="34" charset="-127"/>
                <a:ea typeface="NanumGothic" panose="020D0604000000000000" pitchFamily="34" charset="-127"/>
              </a:endParaRPr>
            </a:p>
          </p:txBody>
        </p:sp>
        <p:sp>
          <p:nvSpPr>
            <p:cNvPr id="99" name="TextBox 98">
              <a:extLst>
                <a:ext uri="{FF2B5EF4-FFF2-40B4-BE49-F238E27FC236}">
                  <a16:creationId xmlns:a16="http://schemas.microsoft.com/office/drawing/2014/main" id="{25015E93-8406-8A4B-9727-A21480A69FEF}"/>
                </a:ext>
              </a:extLst>
            </p:cNvPr>
            <p:cNvSpPr txBox="1"/>
            <p:nvPr/>
          </p:nvSpPr>
          <p:spPr>
            <a:xfrm>
              <a:off x="4370887" y="2134923"/>
              <a:ext cx="1737377" cy="261610"/>
            </a:xfrm>
            <a:prstGeom prst="rect">
              <a:avLst/>
            </a:prstGeom>
            <a:noFill/>
          </p:spPr>
          <p:txBody>
            <a:bodyPr wrap="square" rtlCol="0">
              <a:spAutoFit/>
            </a:bodyPr>
            <a:lstStyle/>
            <a:p>
              <a:pPr algn="r"/>
              <a:r>
                <a:rPr lang="en" altLang="ko-Kore-KR" sz="1050" dirty="0">
                  <a:latin typeface="NanumGothic" panose="020D0604000000000000" pitchFamily="34" charset="-127"/>
                  <a:ea typeface="NanumGothic" panose="020D0604000000000000" pitchFamily="34" charset="-127"/>
                </a:rPr>
                <a:t>Participant control menu</a:t>
              </a:r>
              <a:endParaRPr kumimoji="1" lang="ko-Kore-KR" altLang="en-US" sz="1050" dirty="0">
                <a:latin typeface="NanumGothic" panose="020D0604000000000000" pitchFamily="34" charset="-127"/>
                <a:ea typeface="NanumGothic" panose="020D0604000000000000" pitchFamily="34" charset="-127"/>
              </a:endParaRPr>
            </a:p>
          </p:txBody>
        </p:sp>
        <p:pic>
          <p:nvPicPr>
            <p:cNvPr id="105" name="그림 104">
              <a:extLst>
                <a:ext uri="{FF2B5EF4-FFF2-40B4-BE49-F238E27FC236}">
                  <a16:creationId xmlns:a16="http://schemas.microsoft.com/office/drawing/2014/main" id="{E679A4BB-CD87-8E48-901C-B15B25DFB3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702" y="2806035"/>
              <a:ext cx="254746" cy="214523"/>
            </a:xfrm>
            <a:prstGeom prst="rect">
              <a:avLst/>
            </a:prstGeom>
          </p:spPr>
        </p:pic>
        <p:sp>
          <p:nvSpPr>
            <p:cNvPr id="107" name="TextBox 106">
              <a:extLst>
                <a:ext uri="{FF2B5EF4-FFF2-40B4-BE49-F238E27FC236}">
                  <a16:creationId xmlns:a16="http://schemas.microsoft.com/office/drawing/2014/main" id="{94CD31B8-2689-3149-818B-D083288E3053}"/>
                </a:ext>
              </a:extLst>
            </p:cNvPr>
            <p:cNvSpPr txBox="1"/>
            <p:nvPr/>
          </p:nvSpPr>
          <p:spPr>
            <a:xfrm>
              <a:off x="755448" y="2134923"/>
              <a:ext cx="1778651" cy="253916"/>
            </a:xfrm>
            <a:prstGeom prst="rect">
              <a:avLst/>
            </a:prstGeom>
            <a:noFill/>
          </p:spPr>
          <p:txBody>
            <a:bodyPr wrap="square" rtlCol="0">
              <a:spAutoFit/>
            </a:bodyPr>
            <a:lstStyle/>
            <a:p>
              <a:r>
                <a:rPr lang="en" altLang="ko-Kore-KR" sz="1050" dirty="0">
                  <a:latin typeface="NanumGothic" panose="020D0604000000000000" pitchFamily="34" charset="-127"/>
                  <a:ea typeface="NanumGothic" panose="020D0604000000000000" pitchFamily="34" charset="-127"/>
                </a:rPr>
                <a:t>Participant Network Info</a:t>
              </a:r>
              <a:endParaRPr kumimoji="1" lang="ko-Kore-KR" altLang="en-US" sz="1050" dirty="0">
                <a:latin typeface="NanumGothic" panose="020D0604000000000000" pitchFamily="34" charset="-127"/>
                <a:ea typeface="NanumGothic" panose="020D0604000000000000" pitchFamily="34" charset="-127"/>
              </a:endParaRPr>
            </a:p>
          </p:txBody>
        </p:sp>
        <p:cxnSp>
          <p:nvCxnSpPr>
            <p:cNvPr id="108" name="꺾인 연결선[E] 107">
              <a:extLst>
                <a:ext uri="{FF2B5EF4-FFF2-40B4-BE49-F238E27FC236}">
                  <a16:creationId xmlns:a16="http://schemas.microsoft.com/office/drawing/2014/main" id="{AE6305BD-C534-044C-BCCF-2C24B6B2B7BE}"/>
                </a:ext>
              </a:extLst>
            </p:cNvPr>
            <p:cNvCxnSpPr>
              <a:cxnSpLocks/>
              <a:stCxn id="105" idx="0"/>
              <a:endCxn id="107" idx="1"/>
            </p:cNvCxnSpPr>
            <p:nvPr/>
          </p:nvCxnSpPr>
          <p:spPr>
            <a:xfrm rot="5400000" flipH="1" flipV="1">
              <a:off x="419684" y="2470272"/>
              <a:ext cx="544154" cy="127373"/>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9" name="직선 화살표 연결선 118">
              <a:extLst>
                <a:ext uri="{FF2B5EF4-FFF2-40B4-BE49-F238E27FC236}">
                  <a16:creationId xmlns:a16="http://schemas.microsoft.com/office/drawing/2014/main" id="{B4773607-B8E9-5C4A-AA19-4FC80B9D5417}"/>
                </a:ext>
              </a:extLst>
            </p:cNvPr>
            <p:cNvCxnSpPr>
              <a:cxnSpLocks/>
              <a:endCxn id="121" idx="2"/>
            </p:cNvCxnSpPr>
            <p:nvPr/>
          </p:nvCxnSpPr>
          <p:spPr>
            <a:xfrm flipV="1">
              <a:off x="3343266" y="2386173"/>
              <a:ext cx="0" cy="488341"/>
            </a:xfrm>
            <a:prstGeom prst="straightConnector1">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0DE330AB-8E33-5848-8343-2EC083B5D522}"/>
                </a:ext>
              </a:extLst>
            </p:cNvPr>
            <p:cNvSpPr txBox="1"/>
            <p:nvPr/>
          </p:nvSpPr>
          <p:spPr>
            <a:xfrm>
              <a:off x="2536321" y="1970675"/>
              <a:ext cx="1613889" cy="415498"/>
            </a:xfrm>
            <a:prstGeom prst="rect">
              <a:avLst/>
            </a:prstGeom>
            <a:noFill/>
          </p:spPr>
          <p:txBody>
            <a:bodyPr wrap="square" rtlCol="0">
              <a:spAutoFit/>
            </a:bodyPr>
            <a:lstStyle/>
            <a:p>
              <a:pPr algn="ctr"/>
              <a:r>
                <a:rPr kumimoji="1" lang="en-US" altLang="ko-Kore-KR" sz="1050" dirty="0">
                  <a:latin typeface="NanumGothic" panose="020D0604000000000000" pitchFamily="34" charset="-127"/>
                  <a:ea typeface="NanumGothic" panose="020D0604000000000000" pitchFamily="34" charset="-127"/>
                </a:rPr>
                <a:t>Meeting name, meeting time</a:t>
              </a:r>
              <a:endParaRPr kumimoji="1" lang="ko-Kore-KR" altLang="en-US" sz="1050" dirty="0">
                <a:latin typeface="NanumGothic" panose="020D0604000000000000" pitchFamily="34" charset="-127"/>
                <a:ea typeface="NanumGothic" panose="020D0604000000000000" pitchFamily="34" charset="-127"/>
              </a:endParaRPr>
            </a:p>
          </p:txBody>
        </p:sp>
        <p:cxnSp>
          <p:nvCxnSpPr>
            <p:cNvPr id="125" name="직선 화살표 연결선 124">
              <a:extLst>
                <a:ext uri="{FF2B5EF4-FFF2-40B4-BE49-F238E27FC236}">
                  <a16:creationId xmlns:a16="http://schemas.microsoft.com/office/drawing/2014/main" id="{EF8F9ED3-379B-994A-B723-DDD4DCB8B1CC}"/>
                </a:ext>
              </a:extLst>
            </p:cNvPr>
            <p:cNvCxnSpPr>
              <a:cxnSpLocks/>
              <a:endCxn id="88" idx="2"/>
            </p:cNvCxnSpPr>
            <p:nvPr/>
          </p:nvCxnSpPr>
          <p:spPr>
            <a:xfrm flipV="1">
              <a:off x="3982181" y="2661875"/>
              <a:ext cx="0" cy="212639"/>
            </a:xfrm>
            <a:prstGeom prst="straightConnector1">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1" name="꺾인 연결선[E] 130">
              <a:extLst>
                <a:ext uri="{FF2B5EF4-FFF2-40B4-BE49-F238E27FC236}">
                  <a16:creationId xmlns:a16="http://schemas.microsoft.com/office/drawing/2014/main" id="{D4384328-1D7A-B043-86CA-A4FF6245F500}"/>
                </a:ext>
              </a:extLst>
            </p:cNvPr>
            <p:cNvCxnSpPr>
              <a:cxnSpLocks/>
              <a:endCxn id="99" idx="3"/>
            </p:cNvCxnSpPr>
            <p:nvPr/>
          </p:nvCxnSpPr>
          <p:spPr>
            <a:xfrm rot="16200000" flipV="1">
              <a:off x="5923983" y="2450009"/>
              <a:ext cx="530470" cy="161907"/>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57424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D78D2D0-153E-4659-843C-F6EB7585B29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1" name="TextBox 10">
              <a:extLst>
                <a:ext uri="{FF2B5EF4-FFF2-40B4-BE49-F238E27FC236}">
                  <a16:creationId xmlns:a16="http://schemas.microsoft.com/office/drawing/2014/main" id="{5688EF2B-A95E-4B94-A106-69CE19AF4341}"/>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2" name="TextBox 11">
              <a:extLst>
                <a:ext uri="{FF2B5EF4-FFF2-40B4-BE49-F238E27FC236}">
                  <a16:creationId xmlns:a16="http://schemas.microsoft.com/office/drawing/2014/main" id="{BB5A5B09-9605-4ACA-9BAC-128678ABEBB1}"/>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848901" y="801167"/>
            <a:ext cx="5152072" cy="1323439"/>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Create New Account</a:t>
            </a:r>
            <a:r>
              <a:rPr lang="ko-KR" altLang="en-US" sz="4000" dirty="0">
                <a:solidFill>
                  <a:schemeClr val="bg1"/>
                </a:solidFill>
                <a:latin typeface="나눔고딕 ExtraBold" panose="020D0904000000000000" pitchFamily="50" charset="-127"/>
                <a:ea typeface="나눔고딕 ExtraBold" panose="020D0904000000000000" pitchFamily="50" charset="-127"/>
              </a:rPr>
              <a:t> </a:t>
            </a:r>
            <a:r>
              <a:rPr lang="en-US" altLang="ko-KR" sz="4000" dirty="0">
                <a:solidFill>
                  <a:schemeClr val="bg1"/>
                </a:solidFill>
                <a:latin typeface="나눔고딕 ExtraBold" panose="020D0904000000000000" pitchFamily="50" charset="-127"/>
                <a:ea typeface="나눔고딕 ExtraBold" panose="020D0904000000000000" pitchFamily="50" charset="-127"/>
              </a:rPr>
              <a:t>&amp; Login</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6" name="슬라이드 번호 개체 틀 5">
            <a:extLst>
              <a:ext uri="{FF2B5EF4-FFF2-40B4-BE49-F238E27FC236}">
                <a16:creationId xmlns:a16="http://schemas.microsoft.com/office/drawing/2014/main" id="{023CE50B-90EB-468B-9C9D-987E8785B123}"/>
              </a:ext>
            </a:extLst>
          </p:cNvPr>
          <p:cNvSpPr>
            <a:spLocks noGrp="1"/>
          </p:cNvSpPr>
          <p:nvPr>
            <p:ph type="sldNum" sz="quarter" idx="12"/>
          </p:nvPr>
        </p:nvSpPr>
        <p:spPr>
          <a:xfrm>
            <a:off x="11504219" y="9181397"/>
            <a:ext cx="1543050" cy="527403"/>
          </a:xfrm>
        </p:spPr>
        <p:txBody>
          <a:bodyPr/>
          <a:lstStyle/>
          <a:p>
            <a:fld id="{025F5712-77C1-483E-AF6C-501D64E640ED}" type="slidenum">
              <a:rPr lang="ko-KR" altLang="en-US" smtClean="0"/>
              <a:t>6</a:t>
            </a:fld>
            <a:endParaRPr lang="ko-KR" altLang="en-US"/>
          </a:p>
        </p:txBody>
      </p:sp>
      <p:grpSp>
        <p:nvGrpSpPr>
          <p:cNvPr id="15" name="Group 14">
            <a:extLst>
              <a:ext uri="{FF2B5EF4-FFF2-40B4-BE49-F238E27FC236}">
                <a16:creationId xmlns:a16="http://schemas.microsoft.com/office/drawing/2014/main" id="{2A28C35A-BE61-FB4D-9909-145671179E0F}"/>
              </a:ext>
            </a:extLst>
          </p:cNvPr>
          <p:cNvGrpSpPr/>
          <p:nvPr/>
        </p:nvGrpSpPr>
        <p:grpSpPr>
          <a:xfrm>
            <a:off x="1279185" y="107537"/>
            <a:ext cx="5561768" cy="281649"/>
            <a:chOff x="1279185" y="107537"/>
            <a:chExt cx="5561768" cy="281649"/>
          </a:xfrm>
        </p:grpSpPr>
        <p:sp>
          <p:nvSpPr>
            <p:cNvPr id="16" name="Rectangle 15">
              <a:extLst>
                <a:ext uri="{FF2B5EF4-FFF2-40B4-BE49-F238E27FC236}">
                  <a16:creationId xmlns:a16="http://schemas.microsoft.com/office/drawing/2014/main" id="{EF5D9C82-444C-7146-A5DA-8BBDFE8B44E0}"/>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17" name="Rectangle 16">
              <a:extLst>
                <a:ext uri="{FF2B5EF4-FFF2-40B4-BE49-F238E27FC236}">
                  <a16:creationId xmlns:a16="http://schemas.microsoft.com/office/drawing/2014/main" id="{4DE9442D-D035-5244-9EB4-6D74BDF31500}"/>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18" name="Rectangle 17">
              <a:extLst>
                <a:ext uri="{FF2B5EF4-FFF2-40B4-BE49-F238E27FC236}">
                  <a16:creationId xmlns:a16="http://schemas.microsoft.com/office/drawing/2014/main" id="{AC9538E6-585D-714F-8CF6-AFBA02D3FC47}"/>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9" name="Rectangle 18">
              <a:extLst>
                <a:ext uri="{FF2B5EF4-FFF2-40B4-BE49-F238E27FC236}">
                  <a16:creationId xmlns:a16="http://schemas.microsoft.com/office/drawing/2014/main" id="{5DA00AA0-8D6E-0D46-A0CD-F816E757B6F0}"/>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20" name="TextBox 19">
            <a:extLst>
              <a:ext uri="{FF2B5EF4-FFF2-40B4-BE49-F238E27FC236}">
                <a16:creationId xmlns:a16="http://schemas.microsoft.com/office/drawing/2014/main" id="{B1A1AB61-5671-774F-A0C7-8398FB1E6C84}"/>
              </a:ext>
            </a:extLst>
          </p:cNvPr>
          <p:cNvSpPr txBox="1"/>
          <p:nvPr/>
        </p:nvSpPr>
        <p:spPr>
          <a:xfrm>
            <a:off x="209005" y="2947531"/>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Creating new account</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21" name="TextBox 20">
            <a:extLst>
              <a:ext uri="{FF2B5EF4-FFF2-40B4-BE49-F238E27FC236}">
                <a16:creationId xmlns:a16="http://schemas.microsoft.com/office/drawing/2014/main" id="{8741EA2F-50BF-C746-91DE-76A0BEB3344F}"/>
              </a:ext>
            </a:extLst>
          </p:cNvPr>
          <p:cNvSpPr txBox="1"/>
          <p:nvPr/>
        </p:nvSpPr>
        <p:spPr>
          <a:xfrm>
            <a:off x="366848" y="4351579"/>
            <a:ext cx="3761985" cy="5231881"/>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You can either create an account with us or use Single Sign On (SSO) service to log in.</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b="1" dirty="0">
                <a:latin typeface="나눔바른고딕" panose="020B0603020101020101" pitchFamily="50" charset="-127"/>
                <a:ea typeface="나눔바른고딕" panose="020B0603020101020101" pitchFamily="50" charset="-127"/>
              </a:rPr>
              <a:t>-</a:t>
            </a:r>
            <a:r>
              <a:rPr lang="ko-KR" altLang="en-US" sz="1200" b="1" dirty="0">
                <a:latin typeface="나눔바른고딕" panose="020B0603020101020101" pitchFamily="50" charset="-127"/>
                <a:ea typeface="나눔바른고딕" panose="020B0603020101020101" pitchFamily="50" charset="-127"/>
              </a:rPr>
              <a:t> </a:t>
            </a:r>
            <a:r>
              <a:rPr lang="en-US" altLang="ko-KR" sz="1200" b="1" dirty="0">
                <a:latin typeface="나눔바른고딕" panose="020B0603020101020101" pitchFamily="50" charset="-127"/>
                <a:ea typeface="나눔바른고딕" panose="020B0603020101020101" pitchFamily="50" charset="-127"/>
              </a:rPr>
              <a:t>Use Single Sign On (SSO)</a:t>
            </a:r>
          </a:p>
          <a:p>
            <a:pPr>
              <a:lnSpc>
                <a:spcPct val="140000"/>
              </a:lnSpc>
            </a:pPr>
            <a:r>
              <a:rPr lang="en-US" altLang="ko-KR" sz="1200" dirty="0">
                <a:latin typeface="나눔바른고딕" panose="020B0603020101020101" pitchFamily="50" charset="-127"/>
                <a:ea typeface="나눔바른고딕" panose="020B0603020101020101" pitchFamily="50" charset="-127"/>
              </a:rPr>
              <a:t>1. Click </a:t>
            </a:r>
            <a:r>
              <a:rPr lang="en-US" altLang="ko-KR" sz="1200" b="1" dirty="0">
                <a:latin typeface="나눔바른고딕" panose="020B0603020101020101" pitchFamily="50" charset="-127"/>
                <a:ea typeface="나눔바른고딕" panose="020B0603020101020101" pitchFamily="50" charset="-127"/>
              </a:rPr>
              <a:t>[Register</a:t>
            </a:r>
            <a:r>
              <a:rPr lang="en-US" altLang="ko-KR" sz="1200" dirty="0">
                <a:latin typeface="나눔바른고딕" panose="020B0603020101020101" pitchFamily="50" charset="-127"/>
                <a:ea typeface="나눔바른고딕" panose="020B0603020101020101" pitchFamily="50" charset="-127"/>
              </a:rPr>
              <a:t>]</a:t>
            </a:r>
          </a:p>
          <a:p>
            <a:pPr>
              <a:lnSpc>
                <a:spcPct val="140000"/>
              </a:lnSpc>
            </a:pPr>
            <a:r>
              <a:rPr lang="en-US" altLang="ko-KR" sz="1200" dirty="0">
                <a:latin typeface="나눔바른고딕" panose="020B0603020101020101" pitchFamily="50" charset="-127"/>
                <a:ea typeface="나눔바른고딕" panose="020B0603020101020101" pitchFamily="50" charset="-127"/>
              </a:rPr>
              <a:t>2. Select a service account you wish to sign in with</a:t>
            </a:r>
          </a:p>
          <a:p>
            <a:pPr>
              <a:lnSpc>
                <a:spcPct val="140000"/>
              </a:lnSpc>
            </a:pPr>
            <a:r>
              <a:rPr lang="en-US" altLang="ko-KR" sz="1200" dirty="0">
                <a:latin typeface="나눔바른고딕" panose="020B0603020101020101" pitchFamily="50" charset="-127"/>
                <a:ea typeface="나눔바른고딕" panose="020B0603020101020101" pitchFamily="50" charset="-127"/>
              </a:rPr>
              <a:t>3.</a:t>
            </a:r>
            <a:r>
              <a:rPr lang="ko-KR" altLang="en-US" sz="1200" dirty="0">
                <a:latin typeface="나눔바른고딕" panose="020B0603020101020101" pitchFamily="50" charset="-127"/>
                <a:ea typeface="나눔바른고딕" panose="020B0603020101020101" pitchFamily="50" charset="-127"/>
              </a:rPr>
              <a:t> </a:t>
            </a:r>
            <a:r>
              <a:rPr lang="en-US" altLang="ko-KR" sz="1200" dirty="0">
                <a:latin typeface="나눔바른고딕" panose="020B0603020101020101" pitchFamily="50" charset="-127"/>
                <a:ea typeface="나눔바른고딕" panose="020B0603020101020101" pitchFamily="50" charset="-127"/>
              </a:rPr>
              <a:t>Enter email(ID) of the service and password</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b="1" dirty="0">
                <a:latin typeface="나눔바른고딕" panose="020B0603020101020101" pitchFamily="50" charset="-127"/>
                <a:ea typeface="나눔바른고딕" panose="020B0603020101020101" pitchFamily="50" charset="-127"/>
              </a:rPr>
              <a:t>-</a:t>
            </a:r>
            <a:r>
              <a:rPr lang="ko-KR" altLang="en-US" sz="1200" b="1" dirty="0">
                <a:latin typeface="나눔바른고딕" panose="020B0603020101020101" pitchFamily="50" charset="-127"/>
                <a:ea typeface="나눔바른고딕" panose="020B0603020101020101" pitchFamily="50" charset="-127"/>
              </a:rPr>
              <a:t> </a:t>
            </a:r>
            <a:r>
              <a:rPr lang="en-US" altLang="ko-KR" sz="1200" b="1" dirty="0">
                <a:latin typeface="나눔바른고딕" panose="020B0603020101020101" pitchFamily="50" charset="-127"/>
                <a:ea typeface="나눔바른고딕" panose="020B0603020101020101" pitchFamily="50" charset="-127"/>
              </a:rPr>
              <a:t>Register with us</a:t>
            </a:r>
          </a:p>
          <a:p>
            <a:pPr>
              <a:lnSpc>
                <a:spcPct val="140000"/>
              </a:lnSpc>
            </a:pPr>
            <a:r>
              <a:rPr lang="en-US" altLang="ko-KR" sz="1200" dirty="0">
                <a:latin typeface="나눔바른고딕" panose="020B0603020101020101" pitchFamily="50" charset="-127"/>
                <a:ea typeface="나눔바른고딕" panose="020B0603020101020101" pitchFamily="50" charset="-127"/>
              </a:rPr>
              <a:t>1. Click </a:t>
            </a:r>
            <a:r>
              <a:rPr lang="en-US" altLang="ko-KR" sz="1200" b="1" dirty="0">
                <a:latin typeface="나눔바른고딕" panose="020B0603020101020101" pitchFamily="50" charset="-127"/>
                <a:ea typeface="나눔바른고딕" panose="020B0603020101020101" pitchFamily="50" charset="-127"/>
              </a:rPr>
              <a:t>[Register</a:t>
            </a:r>
            <a:r>
              <a:rPr lang="en-US" altLang="ko-KR" sz="1200" dirty="0">
                <a:latin typeface="나눔바른고딕" panose="020B0603020101020101" pitchFamily="50" charset="-127"/>
                <a:ea typeface="나눔바른고딕" panose="020B0603020101020101" pitchFamily="50" charset="-127"/>
              </a:rPr>
              <a:t>]</a:t>
            </a:r>
          </a:p>
          <a:p>
            <a:pPr>
              <a:lnSpc>
                <a:spcPct val="140000"/>
              </a:lnSpc>
            </a:pPr>
            <a:r>
              <a:rPr lang="en-US" altLang="ko-KR" sz="1200" dirty="0">
                <a:latin typeface="나눔바른고딕" panose="020B0603020101020101" pitchFamily="50" charset="-127"/>
                <a:ea typeface="나눔바른고딕" panose="020B0603020101020101" pitchFamily="50" charset="-127"/>
              </a:rPr>
              <a:t>2. Enter your name, e-mail, username, and password</a:t>
            </a:r>
            <a:endParaRPr lang="ko-KR" altLang="en-US"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3.</a:t>
            </a:r>
            <a:r>
              <a:rPr lang="ko-KR" altLang="en-US" sz="1200" dirty="0">
                <a:latin typeface="나눔바른고딕" panose="020B0603020101020101" pitchFamily="50" charset="-127"/>
                <a:ea typeface="나눔바른고딕" panose="020B0603020101020101" pitchFamily="50" charset="-127"/>
              </a:rPr>
              <a:t> </a:t>
            </a:r>
            <a:r>
              <a:rPr lang="en-US" altLang="ko-KR" sz="1200" dirty="0">
                <a:latin typeface="나눔바른고딕" panose="020B0603020101020101" pitchFamily="50" charset="-127"/>
                <a:ea typeface="나눔바른고딕" panose="020B0603020101020101" pitchFamily="50" charset="-127"/>
              </a:rPr>
              <a:t>Enter </a:t>
            </a:r>
            <a:r>
              <a:rPr lang="en-US" altLang="ko-KR" sz="1200" dirty="0" err="1">
                <a:latin typeface="나눔바른고딕" panose="020B0603020101020101" pitchFamily="50" charset="-127"/>
                <a:ea typeface="나눔바른고딕" panose="020B0603020101020101" pitchFamily="50" charset="-127"/>
              </a:rPr>
              <a:t>Capcha</a:t>
            </a:r>
            <a:r>
              <a:rPr lang="en-US" altLang="ko-KR" sz="1200" dirty="0">
                <a:latin typeface="나눔바른고딕" panose="020B0603020101020101" pitchFamily="50" charset="-127"/>
                <a:ea typeface="나눔바른고딕" panose="020B0603020101020101" pitchFamily="50" charset="-127"/>
              </a:rPr>
              <a:t> and click</a:t>
            </a:r>
            <a:r>
              <a:rPr lang="ko-KR" altLang="en-US" sz="1200" dirty="0">
                <a:latin typeface="나눔바른고딕" panose="020B0603020101020101" pitchFamily="50" charset="-127"/>
                <a:ea typeface="나눔바른고딕" panose="020B0603020101020101" pitchFamily="50" charset="-127"/>
              </a:rPr>
              <a:t> </a:t>
            </a:r>
            <a:r>
              <a:rPr lang="en-US" altLang="ko-KR" sz="1200" b="1" dirty="0">
                <a:latin typeface="나눔바른고딕" panose="020B0603020101020101" pitchFamily="50" charset="-127"/>
                <a:ea typeface="나눔바른고딕" panose="020B0603020101020101" pitchFamily="50" charset="-127"/>
              </a:rPr>
              <a:t>[Verify]</a:t>
            </a:r>
            <a:endParaRPr lang="ko-KR" altLang="en-US"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4.</a:t>
            </a:r>
            <a:r>
              <a:rPr lang="ko-KR" altLang="en-US" sz="1200" dirty="0">
                <a:latin typeface="나눔바른고딕" panose="020B0603020101020101" pitchFamily="50" charset="-127"/>
                <a:ea typeface="나눔바른고딕" panose="020B0603020101020101" pitchFamily="50" charset="-127"/>
              </a:rPr>
              <a:t> </a:t>
            </a:r>
            <a:r>
              <a:rPr lang="en-US" altLang="ko-KR" sz="1200" dirty="0">
                <a:latin typeface="나눔바른고딕" panose="020B0603020101020101" pitchFamily="50" charset="-127"/>
                <a:ea typeface="나눔바른고딕" panose="020B0603020101020101" pitchFamily="50" charset="-127"/>
              </a:rPr>
              <a:t>Click </a:t>
            </a:r>
            <a:r>
              <a:rPr lang="en-US" altLang="ko-KR" sz="1200" b="1" dirty="0">
                <a:latin typeface="나눔바른고딕" panose="020B0603020101020101" pitchFamily="50" charset="-127"/>
                <a:ea typeface="나눔바른고딕" panose="020B0603020101020101" pitchFamily="50" charset="-127"/>
              </a:rPr>
              <a:t>[Register]</a:t>
            </a:r>
            <a:r>
              <a:rPr lang="ko-KR" altLang="en-US" sz="1200" b="1" dirty="0">
                <a:latin typeface="나눔바른고딕" panose="020B0603020101020101" pitchFamily="50" charset="-127"/>
                <a:ea typeface="나눔바른고딕" panose="020B0603020101020101" pitchFamily="50" charset="-127"/>
              </a:rPr>
              <a:t> </a:t>
            </a:r>
            <a:endParaRPr lang="ko-KR" altLang="en-US" sz="1200" dirty="0">
              <a:latin typeface="나눔바른고딕" panose="020B0603020101020101" pitchFamily="50" charset="-127"/>
              <a:ea typeface="나눔바른고딕" panose="020B0603020101020101" pitchFamily="50" charset="-127"/>
            </a:endParaRPr>
          </a:p>
          <a:p>
            <a:pPr>
              <a:lnSpc>
                <a:spcPct val="140000"/>
              </a:lnSpc>
            </a:pPr>
            <a:endParaRPr lang="ko-KR" altLang="en-US"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Please make sure to use a valid e-mail address as:</a:t>
            </a:r>
          </a:p>
          <a:p>
            <a:pPr marL="171450" indent="-171450">
              <a:lnSpc>
                <a:spcPct val="140000"/>
              </a:lnSpc>
              <a:buFontTx/>
              <a:buChar char="-"/>
            </a:pPr>
            <a:r>
              <a:rPr lang="en-US" altLang="ko-KR" sz="1200" dirty="0">
                <a:latin typeface="나눔바른고딕" panose="020B0603020101020101" pitchFamily="50" charset="-127"/>
                <a:ea typeface="나눔바른고딕" panose="020B0603020101020101" pitchFamily="50" charset="-127"/>
              </a:rPr>
              <a:t>URL for recorded meetings will be sent to this e-mail </a:t>
            </a:r>
          </a:p>
          <a:p>
            <a:pPr marL="171450" indent="-171450">
              <a:lnSpc>
                <a:spcPct val="140000"/>
              </a:lnSpc>
              <a:buFontTx/>
              <a:buChar char="-"/>
            </a:pPr>
            <a:r>
              <a:rPr lang="en-US" altLang="ko-KR" sz="1200" dirty="0">
                <a:latin typeface="나눔바른고딕" panose="020B0603020101020101" pitchFamily="50" charset="-127"/>
                <a:ea typeface="나눔바른고딕" panose="020B0603020101020101" pitchFamily="50" charset="-127"/>
              </a:rPr>
              <a:t>URL for Password Reset Verification will be sent to this e-mail</a:t>
            </a:r>
            <a:endParaRPr lang="ko-KR" altLang="en-US" sz="1200" dirty="0">
              <a:latin typeface="나눔바른고딕" panose="020B0603020101020101" pitchFamily="50" charset="-127"/>
              <a:ea typeface="나눔바른고딕" panose="020B0603020101020101" pitchFamily="50" charset="-127"/>
            </a:endParaRPr>
          </a:p>
        </p:txBody>
      </p:sp>
      <p:pic>
        <p:nvPicPr>
          <p:cNvPr id="4" name="그림 3">
            <a:extLst>
              <a:ext uri="{FF2B5EF4-FFF2-40B4-BE49-F238E27FC236}">
                <a16:creationId xmlns:a16="http://schemas.microsoft.com/office/drawing/2014/main" id="{5027888E-3038-3A4D-A9B0-1616945C4C41}"/>
              </a:ext>
            </a:extLst>
          </p:cNvPr>
          <p:cNvPicPr>
            <a:picLocks noChangeAspect="1"/>
          </p:cNvPicPr>
          <p:nvPr/>
        </p:nvPicPr>
        <p:blipFill rotWithShape="1">
          <a:blip r:embed="rId3">
            <a:extLst>
              <a:ext uri="{28A0092B-C50C-407E-A947-70E740481C1C}">
                <a14:useLocalDpi xmlns:a14="http://schemas.microsoft.com/office/drawing/2010/main" val="0"/>
              </a:ext>
            </a:extLst>
          </a:blip>
          <a:srcRect l="4337"/>
          <a:stretch/>
        </p:blipFill>
        <p:spPr>
          <a:xfrm>
            <a:off x="291830" y="3551844"/>
            <a:ext cx="3165015" cy="490819"/>
          </a:xfrm>
          <a:prstGeom prst="rect">
            <a:avLst/>
          </a:prstGeom>
        </p:spPr>
      </p:pic>
      <p:sp>
        <p:nvSpPr>
          <p:cNvPr id="24" name="직사각형 15">
            <a:extLst>
              <a:ext uri="{FF2B5EF4-FFF2-40B4-BE49-F238E27FC236}">
                <a16:creationId xmlns:a16="http://schemas.microsoft.com/office/drawing/2014/main" id="{7C101FAC-5DE9-E544-8444-44B6CBF8009E}"/>
              </a:ext>
            </a:extLst>
          </p:cNvPr>
          <p:cNvSpPr/>
          <p:nvPr/>
        </p:nvSpPr>
        <p:spPr>
          <a:xfrm>
            <a:off x="1248054" y="3597087"/>
            <a:ext cx="762000" cy="40702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7" name="그림 6">
            <a:extLst>
              <a:ext uri="{FF2B5EF4-FFF2-40B4-BE49-F238E27FC236}">
                <a16:creationId xmlns:a16="http://schemas.microsoft.com/office/drawing/2014/main" id="{75DA0857-E004-BC40-8411-1E4F4A0034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8598" y="3048227"/>
            <a:ext cx="2161041" cy="6708343"/>
          </a:xfrm>
          <a:prstGeom prst="rect">
            <a:avLst/>
          </a:prstGeom>
          <a:ln>
            <a:solidFill>
              <a:schemeClr val="bg1">
                <a:lumMod val="75000"/>
              </a:schemeClr>
            </a:solidFill>
          </a:ln>
        </p:spPr>
      </p:pic>
      <p:sp>
        <p:nvSpPr>
          <p:cNvPr id="26" name="오른쪽 화살표[R] 25">
            <a:extLst>
              <a:ext uri="{FF2B5EF4-FFF2-40B4-BE49-F238E27FC236}">
                <a16:creationId xmlns:a16="http://schemas.microsoft.com/office/drawing/2014/main" id="{2BEC1C3F-7DC8-4040-A809-097B811C4AA5}"/>
              </a:ext>
            </a:extLst>
          </p:cNvPr>
          <p:cNvSpPr/>
          <p:nvPr/>
        </p:nvSpPr>
        <p:spPr>
          <a:xfrm>
            <a:off x="3713576" y="3734296"/>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799378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209005" y="348019"/>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E-mail Verification</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3" name="TextBox 12">
            <a:extLst>
              <a:ext uri="{FF2B5EF4-FFF2-40B4-BE49-F238E27FC236}">
                <a16:creationId xmlns:a16="http://schemas.microsoft.com/office/drawing/2014/main" id="{C0AB22A0-0DF0-47BA-9381-F1D856A9DC7B}"/>
              </a:ext>
            </a:extLst>
          </p:cNvPr>
          <p:cNvSpPr txBox="1"/>
          <p:nvPr/>
        </p:nvSpPr>
        <p:spPr>
          <a:xfrm>
            <a:off x="287383" y="3701431"/>
            <a:ext cx="6361611" cy="1612429"/>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E-mail Verification is required after user registration.</a:t>
            </a:r>
          </a:p>
          <a:p>
            <a:pPr>
              <a:lnSpc>
                <a:spcPct val="140000"/>
              </a:lnSpc>
            </a:pPr>
            <a:r>
              <a:rPr lang="en-US" altLang="ko-KR" sz="1200" dirty="0">
                <a:latin typeface="나눔바른고딕" panose="020B0603020101020101" pitchFamily="50" charset="-127"/>
                <a:ea typeface="나눔바른고딕" panose="020B0603020101020101" pitchFamily="50" charset="-127"/>
              </a:rPr>
              <a:t>Please proceed by clicking </a:t>
            </a:r>
            <a:r>
              <a:rPr lang="en-US" altLang="ko-KR" sz="1200" b="1" dirty="0">
                <a:latin typeface="나눔바른고딕" panose="020B0603020101020101" pitchFamily="50" charset="-127"/>
                <a:ea typeface="나눔바른고딕" panose="020B0603020101020101" pitchFamily="50" charset="-127"/>
              </a:rPr>
              <a:t>[Account] - [Account Settings] - [Send Verification mail].</a:t>
            </a:r>
            <a:endParaRPr lang="en-US" altLang="ko-KR" sz="500" dirty="0">
              <a:latin typeface="나눔바른고딕" panose="020B0603020101020101" pitchFamily="50" charset="-127"/>
              <a:ea typeface="나눔바른고딕" panose="020B0603020101020101" pitchFamily="50" charset="-127"/>
            </a:endParaRP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 Red triangular icon will appear next to the username if the user’s e-mail is not verified.</a:t>
            </a:r>
          </a:p>
          <a:p>
            <a:pPr>
              <a:lnSpc>
                <a:spcPct val="140000"/>
              </a:lnSpc>
            </a:pPr>
            <a:r>
              <a:rPr lang="en-US" altLang="ko-KR" sz="1200" dirty="0">
                <a:latin typeface="나눔바른고딕" panose="020B0603020101020101" pitchFamily="50" charset="-127"/>
                <a:ea typeface="나눔바른고딕" panose="020B0603020101020101" pitchFamily="50" charset="-127"/>
              </a:rPr>
              <a:t>-</a:t>
            </a:r>
            <a:r>
              <a:rPr lang="en-US" altLang="ko-KR" sz="1200" b="1" dirty="0">
                <a:latin typeface="나눔바른고딕" panose="020B0603020101020101" pitchFamily="50" charset="-127"/>
                <a:ea typeface="나눔바른고딕" panose="020B0603020101020101" pitchFamily="50" charset="-127"/>
              </a:rPr>
              <a:t> [Send Verification mail] </a:t>
            </a:r>
            <a:r>
              <a:rPr lang="en-US" altLang="ko-KR" sz="1200" dirty="0">
                <a:latin typeface="나눔바른고딕" panose="020B0603020101020101" pitchFamily="50" charset="-127"/>
                <a:ea typeface="나눔바른고딕" panose="020B0603020101020101" pitchFamily="50" charset="-127"/>
              </a:rPr>
              <a:t>will be deactivated after verification.</a:t>
            </a:r>
          </a:p>
          <a:p>
            <a:pPr marL="171450" indent="-171450">
              <a:lnSpc>
                <a:spcPct val="140000"/>
              </a:lnSpc>
              <a:buFontTx/>
              <a:buChar char="-"/>
            </a:pPr>
            <a:r>
              <a:rPr lang="en-US" altLang="ko-KR" sz="1200" dirty="0">
                <a:latin typeface="나눔바른고딕" panose="020B0603020101020101" pitchFamily="50" charset="-127"/>
                <a:ea typeface="나눔바른고딕" panose="020B0603020101020101" pitchFamily="50" charset="-127"/>
              </a:rPr>
              <a:t>When using Single Sign On, email verification is completed automatically.</a:t>
            </a:r>
            <a:endParaRPr lang="ko-KR" altLang="en-US" sz="1200" dirty="0">
              <a:latin typeface="나눔바른고딕" panose="020B0603020101020101" pitchFamily="50" charset="-127"/>
              <a:ea typeface="나눔바른고딕" panose="020B0603020101020101" pitchFamily="50" charset="-127"/>
            </a:endParaRPr>
          </a:p>
        </p:txBody>
      </p:sp>
      <p:sp>
        <p:nvSpPr>
          <p:cNvPr id="6" name="슬라이드 번호 개체 틀 5">
            <a:extLst>
              <a:ext uri="{FF2B5EF4-FFF2-40B4-BE49-F238E27FC236}">
                <a16:creationId xmlns:a16="http://schemas.microsoft.com/office/drawing/2014/main" id="{023CE50B-90EB-468B-9C9D-987E8785B123}"/>
              </a:ext>
            </a:extLst>
          </p:cNvPr>
          <p:cNvSpPr>
            <a:spLocks noGrp="1"/>
          </p:cNvSpPr>
          <p:nvPr>
            <p:ph type="sldNum" sz="quarter" idx="12"/>
          </p:nvPr>
        </p:nvSpPr>
        <p:spPr/>
        <p:txBody>
          <a:bodyPr/>
          <a:lstStyle/>
          <a:p>
            <a:fld id="{025F5712-77C1-483E-AF6C-501D64E640ED}" type="slidenum">
              <a:rPr lang="ko-KR" altLang="en-US" smtClean="0"/>
              <a:t>7</a:t>
            </a:fld>
            <a:endParaRPr lang="ko-KR" altLang="en-US"/>
          </a:p>
        </p:txBody>
      </p:sp>
      <p:sp>
        <p:nvSpPr>
          <p:cNvPr id="18" name="TextBox 17">
            <a:extLst>
              <a:ext uri="{FF2B5EF4-FFF2-40B4-BE49-F238E27FC236}">
                <a16:creationId xmlns:a16="http://schemas.microsoft.com/office/drawing/2014/main" id="{1B8A43E9-F362-4C4F-AD1A-69BC9ABB1316}"/>
              </a:ext>
            </a:extLst>
          </p:cNvPr>
          <p:cNvSpPr txBox="1"/>
          <p:nvPr/>
        </p:nvSpPr>
        <p:spPr>
          <a:xfrm>
            <a:off x="287382" y="6252819"/>
            <a:ext cx="6361612" cy="836832"/>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Click </a:t>
            </a:r>
            <a:r>
              <a:rPr lang="en-US" altLang="ko-KR" sz="1200" b="1" dirty="0">
                <a:latin typeface="나눔바른고딕" panose="020B0603020101020101" pitchFamily="50" charset="-127"/>
                <a:ea typeface="나눔바른고딕" panose="020B0603020101020101" pitchFamily="50" charset="-127"/>
              </a:rPr>
              <a:t>[Account] - [Account Setting]</a:t>
            </a:r>
            <a:r>
              <a:rPr lang="en-US" altLang="ko-KR" sz="1200" dirty="0">
                <a:latin typeface="나눔바른고딕" panose="020B0603020101020101" pitchFamily="50" charset="-127"/>
                <a:ea typeface="나눔바른고딕" panose="020B0603020101020101" pitchFamily="50" charset="-127"/>
              </a:rPr>
              <a:t> to update user Information.</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Users may click </a:t>
            </a:r>
            <a:r>
              <a:rPr lang="en-US" altLang="ko-KR" sz="1200" b="1" dirty="0">
                <a:latin typeface="나눔바른고딕" panose="020B0603020101020101" pitchFamily="50" charset="-127"/>
                <a:ea typeface="나눔바른고딕" panose="020B0603020101020101" pitchFamily="50" charset="-127"/>
              </a:rPr>
              <a:t>[Membership Withdrawal]</a:t>
            </a:r>
            <a:r>
              <a:rPr lang="en-US" altLang="ko-KR" sz="1200" dirty="0">
                <a:latin typeface="나눔바른고딕" panose="020B0603020101020101" pitchFamily="50" charset="-127"/>
                <a:ea typeface="나눔바른고딕" panose="020B0603020101020101" pitchFamily="50" charset="-127"/>
              </a:rPr>
              <a:t> to permanently stop using </a:t>
            </a:r>
            <a:r>
              <a:rPr lang="en-US" altLang="ko-KR" sz="1200" dirty="0" err="1">
                <a:latin typeface="나눔바른고딕" panose="020B0603020101020101" pitchFamily="50" charset="-127"/>
                <a:ea typeface="나눔바른고딕" panose="020B0603020101020101" pitchFamily="50" charset="-127"/>
              </a:rPr>
              <a:t>Vmeeting</a:t>
            </a:r>
            <a:r>
              <a:rPr lang="en-US" altLang="ko-KR" sz="1200" dirty="0">
                <a:latin typeface="나눔바른고딕" panose="020B0603020101020101" pitchFamily="50" charset="-127"/>
                <a:ea typeface="나눔바른고딕" panose="020B0603020101020101" pitchFamily="50" charset="-127"/>
              </a:rPr>
              <a:t>.</a:t>
            </a:r>
          </a:p>
        </p:txBody>
      </p:sp>
      <p:sp>
        <p:nvSpPr>
          <p:cNvPr id="20" name="TextBox 19">
            <a:extLst>
              <a:ext uri="{FF2B5EF4-FFF2-40B4-BE49-F238E27FC236}">
                <a16:creationId xmlns:a16="http://schemas.microsoft.com/office/drawing/2014/main" id="{792A390E-236A-464B-B41B-D81EE3324A9A}"/>
              </a:ext>
            </a:extLst>
          </p:cNvPr>
          <p:cNvSpPr txBox="1"/>
          <p:nvPr/>
        </p:nvSpPr>
        <p:spPr>
          <a:xfrm>
            <a:off x="287383" y="5801054"/>
            <a:ext cx="5266885"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Account Settings &amp; Membership Withdrawal</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1" name="오른쪽 화살표[R] 10">
            <a:extLst>
              <a:ext uri="{FF2B5EF4-FFF2-40B4-BE49-F238E27FC236}">
                <a16:creationId xmlns:a16="http://schemas.microsoft.com/office/drawing/2014/main" id="{34F8628A-A036-AE4F-AB8A-BF15DF570E3C}"/>
              </a:ext>
            </a:extLst>
          </p:cNvPr>
          <p:cNvSpPr/>
          <p:nvPr/>
        </p:nvSpPr>
        <p:spPr>
          <a:xfrm>
            <a:off x="2809596" y="1652202"/>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3" name="그림 2">
            <a:extLst>
              <a:ext uri="{FF2B5EF4-FFF2-40B4-BE49-F238E27FC236}">
                <a16:creationId xmlns:a16="http://schemas.microsoft.com/office/drawing/2014/main" id="{69812027-ED58-1E45-B3E4-978B3BE38A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976" y="904104"/>
            <a:ext cx="2448963" cy="1496196"/>
          </a:xfrm>
          <a:prstGeom prst="rect">
            <a:avLst/>
          </a:prstGeom>
        </p:spPr>
      </p:pic>
      <p:sp>
        <p:nvSpPr>
          <p:cNvPr id="14" name="직사각형 15">
            <a:extLst>
              <a:ext uri="{FF2B5EF4-FFF2-40B4-BE49-F238E27FC236}">
                <a16:creationId xmlns:a16="http://schemas.microsoft.com/office/drawing/2014/main" id="{328F93C2-1BD3-EA49-9038-D74F203F6AD8}"/>
              </a:ext>
            </a:extLst>
          </p:cNvPr>
          <p:cNvSpPr/>
          <p:nvPr/>
        </p:nvSpPr>
        <p:spPr>
          <a:xfrm>
            <a:off x="996594" y="1276214"/>
            <a:ext cx="1129386" cy="40702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5" name="그림 4">
            <a:extLst>
              <a:ext uri="{FF2B5EF4-FFF2-40B4-BE49-F238E27FC236}">
                <a16:creationId xmlns:a16="http://schemas.microsoft.com/office/drawing/2014/main" id="{90685BFF-588A-4C44-BFA3-D313A03660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5311" y="836518"/>
            <a:ext cx="3656959" cy="2821082"/>
          </a:xfrm>
          <a:prstGeom prst="rect">
            <a:avLst/>
          </a:prstGeom>
        </p:spPr>
      </p:pic>
      <p:sp>
        <p:nvSpPr>
          <p:cNvPr id="16" name="직사각형 15">
            <a:extLst>
              <a:ext uri="{FF2B5EF4-FFF2-40B4-BE49-F238E27FC236}">
                <a16:creationId xmlns:a16="http://schemas.microsoft.com/office/drawing/2014/main" id="{E7EE33E6-88F6-7746-ABD5-D45648F46225}"/>
              </a:ext>
            </a:extLst>
          </p:cNvPr>
          <p:cNvSpPr/>
          <p:nvPr/>
        </p:nvSpPr>
        <p:spPr>
          <a:xfrm>
            <a:off x="3016677" y="2242464"/>
            <a:ext cx="1129386" cy="61503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321334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슬라이드 번호 개체 틀 5">
            <a:extLst>
              <a:ext uri="{FF2B5EF4-FFF2-40B4-BE49-F238E27FC236}">
                <a16:creationId xmlns:a16="http://schemas.microsoft.com/office/drawing/2014/main" id="{023CE50B-90EB-468B-9C9D-987E8785B123}"/>
              </a:ext>
            </a:extLst>
          </p:cNvPr>
          <p:cNvSpPr>
            <a:spLocks noGrp="1"/>
          </p:cNvSpPr>
          <p:nvPr>
            <p:ph type="sldNum" sz="quarter" idx="12"/>
          </p:nvPr>
        </p:nvSpPr>
        <p:spPr/>
        <p:txBody>
          <a:bodyPr/>
          <a:lstStyle/>
          <a:p>
            <a:fld id="{025F5712-77C1-483E-AF6C-501D64E640ED}" type="slidenum">
              <a:rPr lang="ko-KR" altLang="en-US" smtClean="0"/>
              <a:t>8</a:t>
            </a:fld>
            <a:endParaRPr lang="ko-KR" altLang="en-US"/>
          </a:p>
        </p:txBody>
      </p:sp>
      <p:sp>
        <p:nvSpPr>
          <p:cNvPr id="10" name="TextBox 9">
            <a:extLst>
              <a:ext uri="{FF2B5EF4-FFF2-40B4-BE49-F238E27FC236}">
                <a16:creationId xmlns:a16="http://schemas.microsoft.com/office/drawing/2014/main" id="{663CFB2D-25F9-4CFE-A645-C238D17E3643}"/>
              </a:ext>
            </a:extLst>
          </p:cNvPr>
          <p:cNvSpPr txBox="1"/>
          <p:nvPr/>
        </p:nvSpPr>
        <p:spPr>
          <a:xfrm>
            <a:off x="209005" y="348019"/>
            <a:ext cx="5266885"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Log in (Single Sign On)</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1" name="TextBox 10">
            <a:extLst>
              <a:ext uri="{FF2B5EF4-FFF2-40B4-BE49-F238E27FC236}">
                <a16:creationId xmlns:a16="http://schemas.microsoft.com/office/drawing/2014/main" id="{0726E0F3-AEFF-D142-A69C-42EDD62245AA}"/>
              </a:ext>
            </a:extLst>
          </p:cNvPr>
          <p:cNvSpPr txBox="1"/>
          <p:nvPr/>
        </p:nvSpPr>
        <p:spPr>
          <a:xfrm>
            <a:off x="209008" y="823461"/>
            <a:ext cx="3180806" cy="3080074"/>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All users must login to host new meetings.</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You can either log in with the </a:t>
            </a:r>
            <a:r>
              <a:rPr lang="en-US" altLang="ko-KR" sz="1200" b="1" dirty="0">
                <a:latin typeface="나눔바른고딕" panose="020B0603020101020101" pitchFamily="50" charset="-127"/>
                <a:ea typeface="나눔바른고딕" panose="020B0603020101020101" pitchFamily="50" charset="-127"/>
              </a:rPr>
              <a:t>account </a:t>
            </a:r>
            <a:r>
              <a:rPr lang="en-US" altLang="ko-KR" sz="1200" dirty="0">
                <a:latin typeface="나눔바른고딕" panose="020B0603020101020101" pitchFamily="50" charset="-127"/>
                <a:ea typeface="나눔바른고딕" panose="020B0603020101020101" pitchFamily="50" charset="-127"/>
              </a:rPr>
              <a:t>you have created with </a:t>
            </a:r>
            <a:r>
              <a:rPr lang="en-US" altLang="ko-KR" sz="1200" dirty="0" err="1">
                <a:latin typeface="나눔바른고딕" panose="020B0603020101020101" pitchFamily="50" charset="-127"/>
                <a:ea typeface="나눔바른고딕" panose="020B0603020101020101" pitchFamily="50" charset="-127"/>
              </a:rPr>
              <a:t>Vmeeting</a:t>
            </a:r>
            <a:r>
              <a:rPr lang="en-US" altLang="ko-KR" sz="1200" dirty="0">
                <a:latin typeface="나눔바른고딕" panose="020B0603020101020101" pitchFamily="50" charset="-127"/>
                <a:ea typeface="나눔바른고딕" panose="020B0603020101020101" pitchFamily="50" charset="-127"/>
              </a:rPr>
              <a:t> OR through other services via </a:t>
            </a:r>
            <a:r>
              <a:rPr lang="en-US" altLang="ko-KR" sz="1200" b="1" dirty="0">
                <a:latin typeface="나눔바른고딕" panose="020B0603020101020101" pitchFamily="50" charset="-127"/>
                <a:ea typeface="나눔바른고딕" panose="020B0603020101020101" pitchFamily="50" charset="-127"/>
              </a:rPr>
              <a:t>Single Sign On</a:t>
            </a:r>
            <a:r>
              <a:rPr lang="en-US" altLang="ko-KR" sz="1200" dirty="0">
                <a:latin typeface="나눔바른고딕" panose="020B0603020101020101" pitchFamily="50" charset="-127"/>
                <a:ea typeface="나눔바른고딕" panose="020B0603020101020101" pitchFamily="50" charset="-127"/>
              </a:rPr>
              <a:t>.</a:t>
            </a:r>
          </a:p>
          <a:p>
            <a:pPr>
              <a:lnSpc>
                <a:spcPct val="140000"/>
              </a:lnSpc>
            </a:pPr>
            <a:r>
              <a:rPr lang="en-US" altLang="ko-KR" sz="1200" dirty="0">
                <a:latin typeface="나눔바른고딕" panose="020B0603020101020101" pitchFamily="50" charset="-127"/>
                <a:ea typeface="나눔바른고딕" panose="020B0603020101020101" pitchFamily="50" charset="-127"/>
              </a:rPr>
              <a:t>If you have forgotten your password, click </a:t>
            </a:r>
            <a:endParaRPr lang="en-US" altLang="ko-KR" sz="1200" b="1" dirty="0">
              <a:latin typeface="나눔바른고딕" panose="020B0603020101020101" pitchFamily="50" charset="-127"/>
              <a:ea typeface="나눔바른고딕" panose="020B0603020101020101" pitchFamily="50" charset="-127"/>
            </a:endParaRPr>
          </a:p>
          <a:p>
            <a:pPr>
              <a:lnSpc>
                <a:spcPct val="140000"/>
              </a:lnSpc>
            </a:pPr>
            <a:r>
              <a:rPr lang="en-US" altLang="ko-KR" sz="1200" b="1" dirty="0">
                <a:latin typeface="나눔바른고딕" panose="020B0603020101020101" pitchFamily="50" charset="-127"/>
                <a:ea typeface="나눔바른고딕" panose="020B0603020101020101" pitchFamily="50" charset="-127"/>
              </a:rPr>
              <a:t>[Forgot password]</a:t>
            </a:r>
            <a:r>
              <a:rPr lang="en-US" altLang="ko-KR" sz="1200" dirty="0">
                <a:latin typeface="나눔바른고딕" panose="020B0603020101020101" pitchFamily="50" charset="-127"/>
                <a:ea typeface="나눔바른고딕" panose="020B0603020101020101" pitchFamily="50" charset="-127"/>
              </a:rPr>
              <a:t> to reset your password.</a:t>
            </a:r>
            <a:endParaRPr lang="en-US" altLang="ko-KR" sz="1200" b="1" dirty="0">
              <a:latin typeface="나눔바른고딕" panose="020B0603020101020101" pitchFamily="50" charset="-127"/>
              <a:ea typeface="나눔바른고딕" panose="020B0603020101020101" pitchFamily="50" charset="-127"/>
            </a:endParaRP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marL="171450" indent="-171450">
              <a:lnSpc>
                <a:spcPct val="140000"/>
              </a:lnSpc>
              <a:buFontTx/>
              <a:buChar char="-"/>
            </a:pPr>
            <a:r>
              <a:rPr lang="en-US" altLang="ko-KR" sz="1100" dirty="0">
                <a:latin typeface="나눔바른고딕" panose="020B0603020101020101" pitchFamily="50" charset="-127"/>
                <a:ea typeface="나눔바른고딕" panose="020B0603020101020101" pitchFamily="50" charset="-127"/>
              </a:rPr>
              <a:t>Users can participate meetings without logging in.</a:t>
            </a:r>
          </a:p>
          <a:p>
            <a:pPr marL="171450" indent="-171450">
              <a:lnSpc>
                <a:spcPct val="140000"/>
              </a:lnSpc>
              <a:buFontTx/>
              <a:buChar char="-"/>
            </a:pPr>
            <a:r>
              <a:rPr lang="en-US" altLang="ko-KR" sz="1100" dirty="0">
                <a:latin typeface="나눔바른고딕" panose="020B0603020101020101" pitchFamily="50" charset="-127"/>
                <a:ea typeface="나눔바른고딕" panose="020B0603020101020101" pitchFamily="50" charset="-127"/>
              </a:rPr>
              <a:t>If you have forgotten your username and email, please create a new account.</a:t>
            </a:r>
            <a:endParaRPr lang="ko-KR" altLang="en-US" sz="1100" dirty="0">
              <a:latin typeface="나눔바른고딕" panose="020B0603020101020101" pitchFamily="50" charset="-127"/>
              <a:ea typeface="나눔바른고딕" panose="020B0603020101020101" pitchFamily="50" charset="-127"/>
            </a:endParaRPr>
          </a:p>
        </p:txBody>
      </p:sp>
      <p:pic>
        <p:nvPicPr>
          <p:cNvPr id="3" name="그림 2">
            <a:extLst>
              <a:ext uri="{FF2B5EF4-FFF2-40B4-BE49-F238E27FC236}">
                <a16:creationId xmlns:a16="http://schemas.microsoft.com/office/drawing/2014/main" id="{C9143B43-A603-564A-B94B-35649F0CCE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7288" y="1702529"/>
            <a:ext cx="2866624" cy="3544446"/>
          </a:xfrm>
          <a:prstGeom prst="rect">
            <a:avLst/>
          </a:prstGeom>
          <a:solidFill>
            <a:schemeClr val="bg1">
              <a:lumMod val="75000"/>
            </a:schemeClr>
          </a:solidFill>
          <a:ln>
            <a:solidFill>
              <a:schemeClr val="bg1">
                <a:lumMod val="75000"/>
              </a:schemeClr>
            </a:solidFill>
          </a:ln>
        </p:spPr>
      </p:pic>
      <p:pic>
        <p:nvPicPr>
          <p:cNvPr id="14" name="그림 13">
            <a:extLst>
              <a:ext uri="{FF2B5EF4-FFF2-40B4-BE49-F238E27FC236}">
                <a16:creationId xmlns:a16="http://schemas.microsoft.com/office/drawing/2014/main" id="{7F5C84C0-502D-914D-A2B2-3340177291E6}"/>
              </a:ext>
            </a:extLst>
          </p:cNvPr>
          <p:cNvPicPr>
            <a:picLocks noChangeAspect="1"/>
          </p:cNvPicPr>
          <p:nvPr/>
        </p:nvPicPr>
        <p:blipFill rotWithShape="1">
          <a:blip r:embed="rId3">
            <a:extLst>
              <a:ext uri="{28A0092B-C50C-407E-A947-70E740481C1C}">
                <a14:useLocalDpi xmlns:a14="http://schemas.microsoft.com/office/drawing/2010/main" val="0"/>
              </a:ext>
            </a:extLst>
          </a:blip>
          <a:srcRect l="4337"/>
          <a:stretch/>
        </p:blipFill>
        <p:spPr>
          <a:xfrm>
            <a:off x="3389814" y="841886"/>
            <a:ext cx="3165015" cy="490819"/>
          </a:xfrm>
          <a:prstGeom prst="rect">
            <a:avLst/>
          </a:prstGeom>
        </p:spPr>
      </p:pic>
      <p:sp>
        <p:nvSpPr>
          <p:cNvPr id="17" name="직사각형 15">
            <a:extLst>
              <a:ext uri="{FF2B5EF4-FFF2-40B4-BE49-F238E27FC236}">
                <a16:creationId xmlns:a16="http://schemas.microsoft.com/office/drawing/2014/main" id="{1BF0813E-E209-7144-8834-69341A50751D}"/>
              </a:ext>
            </a:extLst>
          </p:cNvPr>
          <p:cNvSpPr/>
          <p:nvPr/>
        </p:nvSpPr>
        <p:spPr>
          <a:xfrm>
            <a:off x="5094890" y="918075"/>
            <a:ext cx="642970" cy="35065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8" name="오른쪽 화살표[R] 17">
            <a:extLst>
              <a:ext uri="{FF2B5EF4-FFF2-40B4-BE49-F238E27FC236}">
                <a16:creationId xmlns:a16="http://schemas.microsoft.com/office/drawing/2014/main" id="{4417BC70-D3BC-974B-BAEE-16856CB7961D}"/>
              </a:ext>
            </a:extLst>
          </p:cNvPr>
          <p:cNvSpPr/>
          <p:nvPr/>
        </p:nvSpPr>
        <p:spPr>
          <a:xfrm rot="5400000">
            <a:off x="4905895" y="1422715"/>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4107422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BE71DB-DFAB-473A-9822-FB76EC9C1ED9}"/>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3">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1" name="TextBox 10">
              <a:extLst>
                <a:ext uri="{FF2B5EF4-FFF2-40B4-BE49-F238E27FC236}">
                  <a16:creationId xmlns:a16="http://schemas.microsoft.com/office/drawing/2014/main" id="{70B8B675-5D88-4DDE-80EA-9C407AE10426}"/>
                </a:ext>
              </a:extLst>
            </p:cNvPr>
            <p:cNvSpPr txBox="1"/>
            <p:nvPr/>
          </p:nvSpPr>
          <p:spPr>
            <a:xfrm>
              <a:off x="492326" y="366245"/>
              <a:ext cx="557893" cy="246221"/>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2" name="TextBox 11">
              <a:extLst>
                <a:ext uri="{FF2B5EF4-FFF2-40B4-BE49-F238E27FC236}">
                  <a16:creationId xmlns:a16="http://schemas.microsoft.com/office/drawing/2014/main" id="{B3BA863C-5868-4964-A31C-578A20FA66B4}"/>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Settings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947531"/>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Settings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3" name="TextBox 12">
            <a:extLst>
              <a:ext uri="{FF2B5EF4-FFF2-40B4-BE49-F238E27FC236}">
                <a16:creationId xmlns:a16="http://schemas.microsoft.com/office/drawing/2014/main" id="{C0AB22A0-0DF0-47BA-9381-F1D856A9DC7B}"/>
              </a:ext>
            </a:extLst>
          </p:cNvPr>
          <p:cNvSpPr txBox="1"/>
          <p:nvPr/>
        </p:nvSpPr>
        <p:spPr>
          <a:xfrm>
            <a:off x="209005" y="3418757"/>
            <a:ext cx="2442755" cy="1870961"/>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Users can select and change settings for the meetings.</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Select </a:t>
            </a:r>
            <a:r>
              <a:rPr lang="en-US" altLang="ko-KR" sz="1200" b="1" dirty="0">
                <a:latin typeface="나눔바른고딕" panose="020B0603020101020101" pitchFamily="50" charset="-127"/>
                <a:ea typeface="나눔바른고딕" panose="020B0603020101020101" pitchFamily="50" charset="-127"/>
              </a:rPr>
              <a:t>[Settings] </a:t>
            </a:r>
            <a:r>
              <a:rPr lang="en-US" altLang="ko-KR" sz="1200" dirty="0">
                <a:latin typeface="나눔바른고딕" panose="020B0603020101020101" pitchFamily="50" charset="-127"/>
                <a:ea typeface="나눔바른고딕" panose="020B0603020101020101" pitchFamily="50" charset="-127"/>
              </a:rPr>
              <a:t>to adjust settings for devices (microphone, camera, speaker), profile, notifications, etc.</a:t>
            </a:r>
          </a:p>
        </p:txBody>
      </p:sp>
      <p:sp>
        <p:nvSpPr>
          <p:cNvPr id="6" name="슬라이드 번호 개체 틀 5">
            <a:extLst>
              <a:ext uri="{FF2B5EF4-FFF2-40B4-BE49-F238E27FC236}">
                <a16:creationId xmlns:a16="http://schemas.microsoft.com/office/drawing/2014/main" id="{023CE50B-90EB-468B-9C9D-987E8785B123}"/>
              </a:ext>
            </a:extLst>
          </p:cNvPr>
          <p:cNvSpPr>
            <a:spLocks noGrp="1"/>
          </p:cNvSpPr>
          <p:nvPr>
            <p:ph type="sldNum" sz="quarter" idx="12"/>
          </p:nvPr>
        </p:nvSpPr>
        <p:spPr/>
        <p:txBody>
          <a:bodyPr/>
          <a:lstStyle/>
          <a:p>
            <a:fld id="{025F5712-77C1-483E-AF6C-501D64E640ED}" type="slidenum">
              <a:rPr lang="ko-KR" altLang="en-US" smtClean="0"/>
              <a:t>9</a:t>
            </a:fld>
            <a:endParaRPr lang="ko-KR" altLang="en-US"/>
          </a:p>
        </p:txBody>
      </p:sp>
      <p:sp>
        <p:nvSpPr>
          <p:cNvPr id="15" name="TextBox 14">
            <a:extLst>
              <a:ext uri="{FF2B5EF4-FFF2-40B4-BE49-F238E27FC236}">
                <a16:creationId xmlns:a16="http://schemas.microsoft.com/office/drawing/2014/main" id="{E669A935-26DA-46B1-8B4D-D375F891A9EC}"/>
              </a:ext>
            </a:extLst>
          </p:cNvPr>
          <p:cNvSpPr txBox="1"/>
          <p:nvPr/>
        </p:nvSpPr>
        <p:spPr>
          <a:xfrm>
            <a:off x="3429000" y="6681299"/>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Device</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6" name="TextBox 15">
            <a:extLst>
              <a:ext uri="{FF2B5EF4-FFF2-40B4-BE49-F238E27FC236}">
                <a16:creationId xmlns:a16="http://schemas.microsoft.com/office/drawing/2014/main" id="{7A5A494E-7C20-4A57-93DF-9E5F7121D21B}"/>
              </a:ext>
            </a:extLst>
          </p:cNvPr>
          <p:cNvSpPr txBox="1"/>
          <p:nvPr/>
        </p:nvSpPr>
        <p:spPr>
          <a:xfrm>
            <a:off x="3509010" y="7007438"/>
            <a:ext cx="3170778" cy="2043316"/>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Select and set camera, microphone, and speaker devices for future</a:t>
            </a:r>
            <a:r>
              <a:rPr lang="en-US" altLang="ko-KR" sz="1200" dirty="0">
                <a:solidFill>
                  <a:prstClr val="black"/>
                </a:solidFill>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meetings</a:t>
            </a:r>
            <a:r>
              <a:rPr lang="en-US" altLang="ko-KR" sz="1200" dirty="0">
                <a:solidFill>
                  <a:prstClr val="black"/>
                </a:solidFill>
                <a:latin typeface="나눔바른고딕" panose="020B0603020101020101" pitchFamily="50" charset="-127"/>
                <a:ea typeface="나눔바른고딕" panose="020B0603020101020101" pitchFamily="50" charset="-127"/>
              </a:rPr>
              <a: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Includes:</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800" dirty="0">
              <a:solidFill>
                <a:prstClr val="black"/>
              </a:solidFill>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Screen Preview to test camera</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Audio Input</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 show audio g</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auge</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[Play a Test Sound] to t</a:t>
            </a:r>
            <a:r>
              <a:rPr lang="en-US" altLang="ko-KR" sz="1200" dirty="0" err="1">
                <a:solidFill>
                  <a:prstClr val="black"/>
                </a:solidFill>
                <a:latin typeface="나눔바른고딕" panose="020B0603020101020101" pitchFamily="50" charset="-127"/>
                <a:ea typeface="나눔바른고딕" panose="020B0603020101020101" pitchFamily="50" charset="-127"/>
              </a:rPr>
              <a:t>est</a:t>
            </a:r>
            <a:r>
              <a:rPr lang="en-US" altLang="ko-KR" sz="1200" dirty="0">
                <a:solidFill>
                  <a:prstClr val="black"/>
                </a:solidFill>
                <a:latin typeface="나눔바른고딕" panose="020B0603020101020101" pitchFamily="50" charset="-127"/>
                <a:ea typeface="나눔바른고딕" panose="020B0603020101020101" pitchFamily="50" charset="-127"/>
              </a:rPr>
              <a:t> speaker of the devices</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grpSp>
        <p:nvGrpSpPr>
          <p:cNvPr id="19" name="Group 18">
            <a:extLst>
              <a:ext uri="{FF2B5EF4-FFF2-40B4-BE49-F238E27FC236}">
                <a16:creationId xmlns:a16="http://schemas.microsoft.com/office/drawing/2014/main" id="{2C07AF69-FE44-C649-BCD8-0E143905C3E6}"/>
              </a:ext>
            </a:extLst>
          </p:cNvPr>
          <p:cNvGrpSpPr/>
          <p:nvPr/>
        </p:nvGrpSpPr>
        <p:grpSpPr>
          <a:xfrm>
            <a:off x="1279185" y="107537"/>
            <a:ext cx="5561768" cy="281649"/>
            <a:chOff x="1279185" y="107537"/>
            <a:chExt cx="5561768" cy="281649"/>
          </a:xfrm>
        </p:grpSpPr>
        <p:sp>
          <p:nvSpPr>
            <p:cNvPr id="20" name="Rectangle 19">
              <a:extLst>
                <a:ext uri="{FF2B5EF4-FFF2-40B4-BE49-F238E27FC236}">
                  <a16:creationId xmlns:a16="http://schemas.microsoft.com/office/drawing/2014/main" id="{66B01819-A569-D744-B26B-E28E5531CFE4}"/>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1" name="Rectangle 20">
              <a:extLst>
                <a:ext uri="{FF2B5EF4-FFF2-40B4-BE49-F238E27FC236}">
                  <a16:creationId xmlns:a16="http://schemas.microsoft.com/office/drawing/2014/main" id="{6430DC99-1DE9-9F40-B519-E5F58543F50D}"/>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2" name="Rectangle 21">
              <a:extLst>
                <a:ext uri="{FF2B5EF4-FFF2-40B4-BE49-F238E27FC236}">
                  <a16:creationId xmlns:a16="http://schemas.microsoft.com/office/drawing/2014/main" id="{19190D94-1684-5F4A-AE3A-AE6D6EBFB9EB}"/>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3" name="Rectangle 22">
              <a:extLst>
                <a:ext uri="{FF2B5EF4-FFF2-40B4-BE49-F238E27FC236}">
                  <a16:creationId xmlns:a16="http://schemas.microsoft.com/office/drawing/2014/main" id="{0CE5B03A-1D42-894A-87A5-9CD47A7F1653}"/>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26" name="TextBox 25">
            <a:extLst>
              <a:ext uri="{FF2B5EF4-FFF2-40B4-BE49-F238E27FC236}">
                <a16:creationId xmlns:a16="http://schemas.microsoft.com/office/drawing/2014/main" id="{8572183C-C97A-DF49-8AD1-BBF886D1DCD5}"/>
              </a:ext>
            </a:extLst>
          </p:cNvPr>
          <p:cNvSpPr txBox="1"/>
          <p:nvPr/>
        </p:nvSpPr>
        <p:spPr>
          <a:xfrm>
            <a:off x="209004" y="5289718"/>
            <a:ext cx="5993677" cy="578300"/>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Users can also moderate settings during meetings by selecting </a:t>
            </a:r>
            <a:r>
              <a:rPr lang="en-US" altLang="ko-KR" sz="1200" b="1" dirty="0">
                <a:latin typeface="나눔바른고딕" panose="020B0603020101020101" pitchFamily="50" charset="-127"/>
                <a:ea typeface="나눔바른고딕" panose="020B0603020101020101" pitchFamily="50" charset="-127"/>
              </a:rPr>
              <a:t>[More] - [Settings] </a:t>
            </a:r>
            <a:r>
              <a:rPr lang="en-US" altLang="ko-KR" sz="1200" dirty="0">
                <a:latin typeface="나눔바른고딕" panose="020B0603020101020101" pitchFamily="50" charset="-127"/>
                <a:ea typeface="나눔바른고딕" panose="020B0603020101020101" pitchFamily="50" charset="-127"/>
              </a:rPr>
              <a:t>from the navigation panel</a:t>
            </a:r>
            <a:r>
              <a:rPr lang="en-US" altLang="ko-KR" sz="1200" b="1" dirty="0">
                <a:latin typeface="나눔바른고딕" panose="020B0603020101020101" pitchFamily="50" charset="-127"/>
                <a:ea typeface="나눔바른고딕" panose="020B0603020101020101" pitchFamily="50" charset="-127"/>
              </a:rPr>
              <a:t>.</a:t>
            </a:r>
            <a:endParaRPr lang="ko-KR" altLang="en-US" sz="1200" dirty="0">
              <a:latin typeface="나눔바른고딕" panose="020B0603020101020101" pitchFamily="50" charset="-127"/>
              <a:ea typeface="나눔바른고딕" panose="020B0603020101020101" pitchFamily="50" charset="-127"/>
            </a:endParaRPr>
          </a:p>
        </p:txBody>
      </p:sp>
      <p:pic>
        <p:nvPicPr>
          <p:cNvPr id="4" name="그림 3">
            <a:extLst>
              <a:ext uri="{FF2B5EF4-FFF2-40B4-BE49-F238E27FC236}">
                <a16:creationId xmlns:a16="http://schemas.microsoft.com/office/drawing/2014/main" id="{EAFFC063-7B5D-AA44-AF71-7AFEEEC19E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24678" y="3340742"/>
            <a:ext cx="3078003" cy="1708953"/>
          </a:xfrm>
          <a:prstGeom prst="rect">
            <a:avLst/>
          </a:prstGeom>
        </p:spPr>
      </p:pic>
      <p:sp>
        <p:nvSpPr>
          <p:cNvPr id="28" name="직사각형 15">
            <a:extLst>
              <a:ext uri="{FF2B5EF4-FFF2-40B4-BE49-F238E27FC236}">
                <a16:creationId xmlns:a16="http://schemas.microsoft.com/office/drawing/2014/main" id="{DC7CFC16-938F-F04F-AC56-BAA868125DDD}"/>
              </a:ext>
            </a:extLst>
          </p:cNvPr>
          <p:cNvSpPr/>
          <p:nvPr/>
        </p:nvSpPr>
        <p:spPr>
          <a:xfrm>
            <a:off x="5349239" y="3340742"/>
            <a:ext cx="968693" cy="40702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7" name="그림 6">
            <a:extLst>
              <a:ext uri="{FF2B5EF4-FFF2-40B4-BE49-F238E27FC236}">
                <a16:creationId xmlns:a16="http://schemas.microsoft.com/office/drawing/2014/main" id="{42EB9B72-070E-BD4F-820F-DD9194DF9C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2179" y="7083552"/>
            <a:ext cx="3170094" cy="2092932"/>
          </a:xfrm>
          <a:prstGeom prst="rect">
            <a:avLst/>
          </a:prstGeom>
        </p:spPr>
      </p:pic>
      <p:sp>
        <p:nvSpPr>
          <p:cNvPr id="29" name="직사각형 15">
            <a:extLst>
              <a:ext uri="{FF2B5EF4-FFF2-40B4-BE49-F238E27FC236}">
                <a16:creationId xmlns:a16="http://schemas.microsoft.com/office/drawing/2014/main" id="{548E7E68-9B40-9F4C-88D4-DA841EC9F7B8}"/>
              </a:ext>
            </a:extLst>
          </p:cNvPr>
          <p:cNvSpPr/>
          <p:nvPr/>
        </p:nvSpPr>
        <p:spPr>
          <a:xfrm>
            <a:off x="178212" y="7466338"/>
            <a:ext cx="464821" cy="26040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331684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슬라이드 번호 개체 틀 6">
            <a:extLst>
              <a:ext uri="{FF2B5EF4-FFF2-40B4-BE49-F238E27FC236}">
                <a16:creationId xmlns:a16="http://schemas.microsoft.com/office/drawing/2014/main" id="{0E8796C3-2F00-4B9B-B3A2-AB85FBAD59E2}"/>
              </a:ext>
            </a:extLst>
          </p:cNvPr>
          <p:cNvSpPr>
            <a:spLocks noGrp="1"/>
          </p:cNvSpPr>
          <p:nvPr>
            <p:ph type="sldNum" sz="quarter" idx="12"/>
          </p:nvPr>
        </p:nvSpPr>
        <p:spPr/>
        <p:txBody>
          <a:bodyPr/>
          <a:lstStyle/>
          <a:p>
            <a:fld id="{025F5712-77C1-483E-AF6C-501D64E640ED}" type="slidenum">
              <a:rPr lang="ko-KR" altLang="en-US" smtClean="0"/>
              <a:t>10</a:t>
            </a:fld>
            <a:endParaRPr lang="ko-KR" altLang="en-US"/>
          </a:p>
        </p:txBody>
      </p:sp>
      <p:sp>
        <p:nvSpPr>
          <p:cNvPr id="9" name="TextBox 8">
            <a:extLst>
              <a:ext uri="{FF2B5EF4-FFF2-40B4-BE49-F238E27FC236}">
                <a16:creationId xmlns:a16="http://schemas.microsoft.com/office/drawing/2014/main" id="{34C88C6B-B935-4E51-B419-1C2797BEF33A}"/>
              </a:ext>
            </a:extLst>
          </p:cNvPr>
          <p:cNvSpPr txBox="1"/>
          <p:nvPr/>
        </p:nvSpPr>
        <p:spPr>
          <a:xfrm>
            <a:off x="3429000" y="566495"/>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Profile</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1" name="TextBox 10">
            <a:extLst>
              <a:ext uri="{FF2B5EF4-FFF2-40B4-BE49-F238E27FC236}">
                <a16:creationId xmlns:a16="http://schemas.microsoft.com/office/drawing/2014/main" id="{7ED01058-159E-4CDC-B946-3903BC13F299}"/>
              </a:ext>
            </a:extLst>
          </p:cNvPr>
          <p:cNvSpPr txBox="1"/>
          <p:nvPr/>
        </p:nvSpPr>
        <p:spPr>
          <a:xfrm>
            <a:off x="3428999" y="892634"/>
            <a:ext cx="3350941" cy="1323439"/>
          </a:xfrm>
          <a:prstGeom prst="rect">
            <a:avLst/>
          </a:prstGeom>
          <a:noFill/>
        </p:spPr>
        <p:txBody>
          <a:bodyPr wrap="square" rtlCol="0">
            <a:spAutoFit/>
          </a:bodyPr>
          <a:lstStyle/>
          <a:p>
            <a:pPr marL="0" marR="0" lvl="0" indent="0" algn="l" defTabSz="457200" rtl="0" eaLnBrk="1" fontAlgn="auto" latinLnBrk="0" hangingPunct="1">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a:t>
            </a:r>
            <a:r>
              <a:rPr lang="en-US" altLang="ko-KR" sz="1200" dirty="0">
                <a:solidFill>
                  <a:prstClr val="black"/>
                </a:solidFill>
                <a:latin typeface="나눔바른고딕" panose="020B0603020101020101" pitchFamily="50" charset="-127"/>
                <a:ea typeface="나눔바른고딕" panose="020B0603020101020101" pitchFamily="50" charset="-127"/>
              </a:rPr>
              <a:t>edit</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display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name and e-mail:</a:t>
            </a:r>
          </a:p>
          <a:p>
            <a:pPr marL="0" marR="0" lvl="0" indent="0" algn="l" defTabSz="457200" rtl="0" eaLnBrk="1" fontAlgn="auto" latinLnBrk="0" hangingPunct="1">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spcBef>
                <a:spcPts val="0"/>
              </a:spcBef>
              <a:spcAft>
                <a:spcPts val="0"/>
              </a:spcAft>
              <a:buClrTx/>
              <a:buSzTx/>
              <a:buFont typeface="Arial" panose="020B0604020202020204" pitchFamily="34" charset="0"/>
              <a:buChar char="•"/>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Display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Name</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Title to be used during meeting</a:t>
            </a:r>
          </a:p>
          <a:p>
            <a:pPr marL="171450" marR="0" lvl="0" indent="-171450" algn="l" defTabSz="457200" rtl="0" eaLnBrk="1" fontAlgn="auto" latinLnBrk="0" hangingPunct="1">
              <a:spcBef>
                <a:spcPts val="0"/>
              </a:spcBef>
              <a:spcAft>
                <a:spcPts val="0"/>
              </a:spcAft>
              <a:buClrTx/>
              <a:buSzTx/>
              <a:buFont typeface="Arial" panose="020B0604020202020204" pitchFamily="34" charset="0"/>
              <a:buChar char="•"/>
              <a:tabLst/>
              <a:defRPr/>
            </a:pP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spcBef>
                <a:spcPts val="0"/>
              </a:spcBef>
              <a:spcAft>
                <a:spcPts val="0"/>
              </a:spcAft>
              <a:buClrTx/>
              <a:buSzTx/>
              <a:buFont typeface="Arial" panose="020B0604020202020204" pitchFamily="34" charset="0"/>
              <a:buChar char="•"/>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Email</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Contact information</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to be used during meeting</a:t>
            </a:r>
          </a:p>
        </p:txBody>
      </p:sp>
      <p:sp>
        <p:nvSpPr>
          <p:cNvPr id="12" name="TextBox 11">
            <a:extLst>
              <a:ext uri="{FF2B5EF4-FFF2-40B4-BE49-F238E27FC236}">
                <a16:creationId xmlns:a16="http://schemas.microsoft.com/office/drawing/2014/main" id="{457B04C4-E7CC-4284-9CCD-FCD13E55EF14}"/>
              </a:ext>
            </a:extLst>
          </p:cNvPr>
          <p:cNvSpPr txBox="1"/>
          <p:nvPr/>
        </p:nvSpPr>
        <p:spPr>
          <a:xfrm>
            <a:off x="210325" y="3104387"/>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Sounds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3" name="TextBox 12">
            <a:extLst>
              <a:ext uri="{FF2B5EF4-FFF2-40B4-BE49-F238E27FC236}">
                <a16:creationId xmlns:a16="http://schemas.microsoft.com/office/drawing/2014/main" id="{DE34FBF1-D9F8-4232-A16C-81A542B741EB}"/>
              </a:ext>
            </a:extLst>
          </p:cNvPr>
          <p:cNvSpPr txBox="1"/>
          <p:nvPr/>
        </p:nvSpPr>
        <p:spPr>
          <a:xfrm>
            <a:off x="210325" y="3430526"/>
            <a:ext cx="3170778" cy="2043316"/>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turn on notifications for various events including:</a:t>
            </a:r>
            <a:endParaRPr kumimoji="0" lang="en-US" altLang="ko-KR" sz="8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lvl="0">
              <a:lnSpc>
                <a:spcPct val="140000"/>
              </a:lnSpc>
              <a:defRPr/>
            </a:pPr>
            <a:endParaRPr kumimoji="0" lang="ko-KR" altLang="en-US" sz="8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Meeting Reactions</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Incoming Message</a:t>
            </a: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New Participant Arrival</a:t>
            </a: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 Exit</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Talk while muted</a:t>
            </a:r>
          </a:p>
        </p:txBody>
      </p:sp>
      <p:sp>
        <p:nvSpPr>
          <p:cNvPr id="17" name="TextBox 16">
            <a:extLst>
              <a:ext uri="{FF2B5EF4-FFF2-40B4-BE49-F238E27FC236}">
                <a16:creationId xmlns:a16="http://schemas.microsoft.com/office/drawing/2014/main" id="{F9862D6A-5B81-4335-9030-EA8B88BDCF0B}"/>
              </a:ext>
            </a:extLst>
          </p:cNvPr>
          <p:cNvSpPr txBox="1"/>
          <p:nvPr/>
        </p:nvSpPr>
        <p:spPr>
          <a:xfrm>
            <a:off x="3428999" y="6361436"/>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More</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0" name="TextBox 19">
            <a:extLst>
              <a:ext uri="{FF2B5EF4-FFF2-40B4-BE49-F238E27FC236}">
                <a16:creationId xmlns:a16="http://schemas.microsoft.com/office/drawing/2014/main" id="{95941F5D-8E52-0848-A72D-CFED1E0B379D}"/>
              </a:ext>
            </a:extLst>
          </p:cNvPr>
          <p:cNvSpPr txBox="1"/>
          <p:nvPr/>
        </p:nvSpPr>
        <p:spPr>
          <a:xfrm>
            <a:off x="3428999" y="6699990"/>
            <a:ext cx="3298945" cy="1625060"/>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Other setting options includes:</a:t>
            </a:r>
          </a:p>
          <a:p>
            <a:pPr marL="171450" indent="-171450">
              <a:lnSpc>
                <a:spcPct val="140000"/>
              </a:lnSpc>
              <a:buFont typeface="Arial" panose="020B0604020202020204" pitchFamily="34" charset="0"/>
              <a:buChar char="•"/>
              <a:defRPr/>
            </a:pPr>
            <a:r>
              <a:rPr lang="en-US" altLang="ko-KR" sz="1200" dirty="0">
                <a:solidFill>
                  <a:prstClr val="black"/>
                </a:solidFill>
                <a:latin typeface="나눔바른고딕" panose="020B0603020101020101" pitchFamily="50" charset="-127"/>
                <a:ea typeface="나눔바른고딕" panose="020B0603020101020101" pitchFamily="50" charset="-127"/>
              </a:rPr>
              <a:t>Chat Messages: Turn on/off notifications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for chat messages</a:t>
            </a:r>
          </a:p>
          <a:p>
            <a:pPr marL="171450" indent="-171450">
              <a:lnSpc>
                <a:spcPct val="140000"/>
              </a:lnSpc>
              <a:buFont typeface="Arial" panose="020B0604020202020204" pitchFamily="34" charset="0"/>
              <a:buChar char="•"/>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171450" indent="-171450">
              <a:lnSpc>
                <a:spcPct val="140000"/>
              </a:lnSpc>
              <a:buFont typeface="Arial" panose="020B0604020202020204" pitchFamily="34" charset="0"/>
              <a:buChar char="•"/>
              <a:defRPr/>
            </a:pPr>
            <a:r>
              <a:rPr lang="en-US" altLang="ko-KR" sz="1200" dirty="0">
                <a:solidFill>
                  <a:prstClr val="black"/>
                </a:solidFill>
                <a:latin typeface="나눔바른고딕" panose="020B0603020101020101" pitchFamily="50" charset="-127"/>
                <a:ea typeface="나눔바른고딕" panose="020B0603020101020101" pitchFamily="50" charset="-127"/>
              </a:rPr>
              <a:t>Languages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 Select languages for </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err="1">
                <a:solidFill>
                  <a:prstClr val="black"/>
                </a:solidFill>
                <a:latin typeface="나눔바른고딕" panose="020B0603020101020101" pitchFamily="50" charset="-127"/>
                <a:ea typeface="나눔바른고딕" panose="020B0603020101020101" pitchFamily="50" charset="-127"/>
              </a:rPr>
              <a:t>Vmeeting</a:t>
            </a:r>
            <a:endParaRPr lang="ko-KR" altLang="en-US" sz="1200" dirty="0">
              <a:solidFill>
                <a:prstClr val="black"/>
              </a:solidFill>
              <a:latin typeface="나눔바른고딕" panose="020B0603020101020101" pitchFamily="50" charset="-127"/>
              <a:ea typeface="나눔바른고딕" panose="020B0603020101020101" pitchFamily="50" charset="-127"/>
            </a:endParaRPr>
          </a:p>
        </p:txBody>
      </p:sp>
      <p:pic>
        <p:nvPicPr>
          <p:cNvPr id="3" name="그림 2">
            <a:extLst>
              <a:ext uri="{FF2B5EF4-FFF2-40B4-BE49-F238E27FC236}">
                <a16:creationId xmlns:a16="http://schemas.microsoft.com/office/drawing/2014/main" id="{E9CC5850-3FB4-D44E-AA60-44AB996B2E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433" y="962700"/>
            <a:ext cx="3170778" cy="1329136"/>
          </a:xfrm>
          <a:prstGeom prst="rect">
            <a:avLst/>
          </a:prstGeom>
        </p:spPr>
      </p:pic>
      <p:pic>
        <p:nvPicPr>
          <p:cNvPr id="5" name="그림 4">
            <a:extLst>
              <a:ext uri="{FF2B5EF4-FFF2-40B4-BE49-F238E27FC236}">
                <a16:creationId xmlns:a16="http://schemas.microsoft.com/office/drawing/2014/main" id="{523C2000-5CED-2F41-AC74-8140A9E145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1211" y="3591007"/>
            <a:ext cx="3298944" cy="1874131"/>
          </a:xfrm>
          <a:prstGeom prst="rect">
            <a:avLst/>
          </a:prstGeom>
        </p:spPr>
      </p:pic>
      <p:pic>
        <p:nvPicPr>
          <p:cNvPr id="8" name="그림 7">
            <a:extLst>
              <a:ext uri="{FF2B5EF4-FFF2-40B4-BE49-F238E27FC236}">
                <a16:creationId xmlns:a16="http://schemas.microsoft.com/office/drawing/2014/main" id="{60B71291-121E-6347-B3FD-BB868C11CF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0433" y="6810898"/>
            <a:ext cx="3150886" cy="1392905"/>
          </a:xfrm>
          <a:prstGeom prst="rect">
            <a:avLst/>
          </a:prstGeom>
        </p:spPr>
      </p:pic>
      <p:sp>
        <p:nvSpPr>
          <p:cNvPr id="18" name="직사각형 15">
            <a:extLst>
              <a:ext uri="{FF2B5EF4-FFF2-40B4-BE49-F238E27FC236}">
                <a16:creationId xmlns:a16="http://schemas.microsoft.com/office/drawing/2014/main" id="{07C03B52-EE5D-1E4B-88EE-AE0DEE6B6F19}"/>
              </a:ext>
            </a:extLst>
          </p:cNvPr>
          <p:cNvSpPr/>
          <p:nvPr/>
        </p:nvSpPr>
        <p:spPr>
          <a:xfrm>
            <a:off x="518455" y="1331816"/>
            <a:ext cx="464821" cy="26040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9" name="직사각형 15">
            <a:extLst>
              <a:ext uri="{FF2B5EF4-FFF2-40B4-BE49-F238E27FC236}">
                <a16:creationId xmlns:a16="http://schemas.microsoft.com/office/drawing/2014/main" id="{2BD3BD2B-CECC-304B-B953-892FE413C042}"/>
              </a:ext>
            </a:extLst>
          </p:cNvPr>
          <p:cNvSpPr/>
          <p:nvPr/>
        </p:nvSpPr>
        <p:spPr>
          <a:xfrm>
            <a:off x="4037830" y="3968226"/>
            <a:ext cx="464821" cy="26040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1" name="직사각형 15">
            <a:extLst>
              <a:ext uri="{FF2B5EF4-FFF2-40B4-BE49-F238E27FC236}">
                <a16:creationId xmlns:a16="http://schemas.microsoft.com/office/drawing/2014/main" id="{590DFCB7-6CCF-A24F-9BC4-A3875F23C159}"/>
              </a:ext>
            </a:extLst>
          </p:cNvPr>
          <p:cNvSpPr/>
          <p:nvPr/>
        </p:nvSpPr>
        <p:spPr>
          <a:xfrm>
            <a:off x="1145774" y="7157994"/>
            <a:ext cx="464821" cy="26040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191447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3657375A-7D07-4FCE-9AF7-43BBED398CC8}"/>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4" name="TextBox 13">
              <a:extLst>
                <a:ext uri="{FF2B5EF4-FFF2-40B4-BE49-F238E27FC236}">
                  <a16:creationId xmlns:a16="http://schemas.microsoft.com/office/drawing/2014/main" id="{5BACEF75-0FDF-4E35-9684-30968A601DDC}"/>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5" name="TextBox 14">
              <a:extLst>
                <a:ext uri="{FF2B5EF4-FFF2-40B4-BE49-F238E27FC236}">
                  <a16:creationId xmlns:a16="http://schemas.microsoft.com/office/drawing/2014/main" id="{336243EB-2309-455A-9AAA-4BE1EFFDDEEE}"/>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a:t>
              </a:r>
              <a:r>
                <a:rPr lang="ko-KR" altLang="en-US" sz="1000" dirty="0">
                  <a:solidFill>
                    <a:schemeClr val="bg1"/>
                  </a:solidFill>
                  <a:latin typeface="나눔고딕" panose="020D0604000000000000" pitchFamily="50" charset="-127"/>
                  <a:ea typeface="나눔고딕" panose="020D0604000000000000" pitchFamily="50" charset="-127"/>
                </a:rPr>
                <a:t> </a:t>
              </a:r>
              <a:r>
                <a:rPr lang="en-US" altLang="ko-KR" sz="1000" dirty="0">
                  <a:solidFill>
                    <a:schemeClr val="bg1"/>
                  </a:solidFill>
                  <a:latin typeface="나눔고딕" panose="020D0604000000000000" pitchFamily="50" charset="-127"/>
                  <a:ea typeface="나눔고딕" panose="020D0604000000000000" pitchFamily="50" charset="-127"/>
                </a:rPr>
                <a:t>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0377" y="798664"/>
            <a:ext cx="4389119" cy="1323439"/>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Host Meetings &amp; Invite Users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3" name="TextBox 12">
            <a:extLst>
              <a:ext uri="{FF2B5EF4-FFF2-40B4-BE49-F238E27FC236}">
                <a16:creationId xmlns:a16="http://schemas.microsoft.com/office/drawing/2014/main" id="{C0AB22A0-0DF0-47BA-9381-F1D856A9DC7B}"/>
              </a:ext>
            </a:extLst>
          </p:cNvPr>
          <p:cNvSpPr txBox="1"/>
          <p:nvPr/>
        </p:nvSpPr>
        <p:spPr>
          <a:xfrm>
            <a:off x="209005" y="3213366"/>
            <a:ext cx="5993675" cy="836832"/>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Users can host meetings on web without any additional downloads.</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Simply enter conference name and click </a:t>
            </a:r>
            <a:r>
              <a:rPr lang="en-US" altLang="ko-KR" sz="1200" b="1" dirty="0">
                <a:latin typeface="나눔바른고딕" panose="020B0603020101020101" pitchFamily="50" charset="-127"/>
                <a:ea typeface="나눔바른고딕" panose="020B0603020101020101" pitchFamily="50" charset="-127"/>
              </a:rPr>
              <a:t>[Go]</a:t>
            </a:r>
            <a:r>
              <a:rPr lang="en-US" altLang="ko-KR" sz="1200" dirty="0">
                <a:latin typeface="나눔바른고딕" panose="020B0603020101020101" pitchFamily="50" charset="-127"/>
                <a:ea typeface="나눔바른고딕" panose="020B0603020101020101" pitchFamily="50" charset="-127"/>
              </a:rPr>
              <a:t> to host a meeting. </a:t>
            </a:r>
          </a:p>
        </p:txBody>
      </p:sp>
      <p:sp>
        <p:nvSpPr>
          <p:cNvPr id="6" name="슬라이드 번호 개체 틀 5">
            <a:extLst>
              <a:ext uri="{FF2B5EF4-FFF2-40B4-BE49-F238E27FC236}">
                <a16:creationId xmlns:a16="http://schemas.microsoft.com/office/drawing/2014/main" id="{023CE50B-90EB-468B-9C9D-987E8785B123}"/>
              </a:ext>
            </a:extLst>
          </p:cNvPr>
          <p:cNvSpPr>
            <a:spLocks noGrp="1"/>
          </p:cNvSpPr>
          <p:nvPr>
            <p:ph type="sldNum" sz="quarter" idx="12"/>
          </p:nvPr>
        </p:nvSpPr>
        <p:spPr/>
        <p:txBody>
          <a:bodyPr/>
          <a:lstStyle/>
          <a:p>
            <a:fld id="{025F5712-77C1-483E-AF6C-501D64E640ED}" type="slidenum">
              <a:rPr lang="ko-KR" altLang="en-US" smtClean="0"/>
              <a:t>11</a:t>
            </a:fld>
            <a:endParaRPr lang="ko-KR" altLang="en-US"/>
          </a:p>
        </p:txBody>
      </p:sp>
      <p:sp>
        <p:nvSpPr>
          <p:cNvPr id="2" name="TextBox 1">
            <a:extLst>
              <a:ext uri="{FF2B5EF4-FFF2-40B4-BE49-F238E27FC236}">
                <a16:creationId xmlns:a16="http://schemas.microsoft.com/office/drawing/2014/main" id="{20C4332B-0BE3-43D3-B272-64E426DECB70}"/>
              </a:ext>
            </a:extLst>
          </p:cNvPr>
          <p:cNvSpPr txBox="1"/>
          <p:nvPr/>
        </p:nvSpPr>
        <p:spPr>
          <a:xfrm>
            <a:off x="204941" y="5151472"/>
            <a:ext cx="6439990" cy="743793"/>
          </a:xfrm>
          <a:prstGeom prst="rect">
            <a:avLst/>
          </a:prstGeom>
          <a:noFill/>
        </p:spPr>
        <p:txBody>
          <a:bodyPr wrap="square" rtlCol="0">
            <a:spAutoFit/>
          </a:bodyPr>
          <a:lstStyle/>
          <a:p>
            <a:pPr marL="171450" indent="-171450">
              <a:lnSpc>
                <a:spcPct val="140000"/>
              </a:lnSpc>
              <a:buFontTx/>
              <a:buChar char="-"/>
            </a:pPr>
            <a:r>
              <a:rPr lang="en-US" altLang="ko-KR" sz="1050" dirty="0">
                <a:latin typeface="나눔바른고딕" panose="020B0603020101020101" pitchFamily="50" charset="-127"/>
                <a:ea typeface="나눔바른고딕" panose="020B0603020101020101" pitchFamily="50" charset="-127"/>
              </a:rPr>
              <a:t>All conference names must be combinations of numbers, Korean alphabet, alphabet, and ’_’ (underscore).</a:t>
            </a:r>
          </a:p>
          <a:p>
            <a:pPr marL="171450" indent="-171450">
              <a:lnSpc>
                <a:spcPct val="140000"/>
              </a:lnSpc>
              <a:buFontTx/>
              <a:buChar char="-"/>
            </a:pPr>
            <a:r>
              <a:rPr lang="en-US" altLang="ko-KR" sz="1050" dirty="0">
                <a:latin typeface="나눔바른고딕" panose="020B0603020101020101" pitchFamily="50" charset="-127"/>
                <a:ea typeface="나눔바른고딕" panose="020B0603020101020101" pitchFamily="50" charset="-127"/>
              </a:rPr>
              <a:t>Random name will be assigned to meetings without names.</a:t>
            </a: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806851"/>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Start Conference</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7" name="직사각형 16">
            <a:extLst>
              <a:ext uri="{FF2B5EF4-FFF2-40B4-BE49-F238E27FC236}">
                <a16:creationId xmlns:a16="http://schemas.microsoft.com/office/drawing/2014/main" id="{44831FF3-354D-E84D-BF2B-C1DF76E38864}"/>
              </a:ext>
            </a:extLst>
          </p:cNvPr>
          <p:cNvSpPr/>
          <p:nvPr/>
        </p:nvSpPr>
        <p:spPr>
          <a:xfrm>
            <a:off x="206328" y="4063610"/>
            <a:ext cx="6439990" cy="1009187"/>
          </a:xfrm>
          <a:prstGeom prst="rect">
            <a:avLst/>
          </a:prstGeom>
        </p:spPr>
        <p:txBody>
          <a:bodyPr wrap="square">
            <a:spAutoFit/>
          </a:bodyPr>
          <a:lstStyle/>
          <a:p>
            <a:pPr>
              <a:lnSpc>
                <a:spcPct val="140000"/>
              </a:lnSpc>
            </a:pPr>
            <a:endParaRPr lang="en-US" altLang="ko-KR" sz="800" dirty="0">
              <a:ea typeface="나눔바른고딕" panose="020B0603020101020101" pitchFamily="50" charset="-127"/>
            </a:endParaRPr>
          </a:p>
          <a:p>
            <a:pPr>
              <a:lnSpc>
                <a:spcPct val="140000"/>
              </a:lnSpc>
            </a:pPr>
            <a:r>
              <a:rPr lang="en-US" altLang="ko-KR" sz="1200" dirty="0">
                <a:solidFill>
                  <a:srgbClr val="FF0000"/>
                </a:solidFill>
                <a:latin typeface="나눔바른고딕" panose="020B0603020101020101" pitchFamily="50" charset="-127"/>
                <a:ea typeface="나눔바른고딕" panose="020B0603020101020101" pitchFamily="50" charset="-127"/>
              </a:rPr>
              <a:t>※ </a:t>
            </a:r>
            <a:r>
              <a:rPr lang="en-US" altLang="ko-KR" sz="1200" dirty="0">
                <a:solidFill>
                  <a:srgbClr val="FF0000"/>
                </a:solidFill>
                <a:latin typeface="+mj-ea"/>
                <a:ea typeface="+mj-ea"/>
              </a:rPr>
              <a:t>Please note that</a:t>
            </a:r>
            <a:r>
              <a:rPr lang="ko-KR" altLang="en-US" sz="1200" dirty="0">
                <a:solidFill>
                  <a:srgbClr val="FF0000"/>
                </a:solidFill>
                <a:latin typeface="+mj-ea"/>
                <a:ea typeface="+mj-ea"/>
              </a:rPr>
              <a:t> </a:t>
            </a:r>
            <a:r>
              <a:rPr lang="en-US" altLang="ko-KR" sz="1200" dirty="0">
                <a:solidFill>
                  <a:srgbClr val="FF0000"/>
                </a:solidFill>
                <a:latin typeface="+mj-ea"/>
                <a:ea typeface="+mj-ea"/>
              </a:rPr>
              <a:t>if there has already been the same conference name previous created, an </a:t>
            </a:r>
            <a:r>
              <a:rPr lang="en-US" altLang="ko-KR" sz="1200" dirty="0">
                <a:solidFill>
                  <a:srgbClr val="FF0000"/>
                </a:solidFill>
                <a:latin typeface="+mj-ea"/>
              </a:rPr>
              <a:t>existing conference will automatically re-open.</a:t>
            </a:r>
            <a:endParaRPr lang="en-US" altLang="ko-KR" sz="1200" dirty="0">
              <a:solidFill>
                <a:srgbClr val="FF0000"/>
              </a:solidFill>
              <a:latin typeface="+mj-ea"/>
              <a:ea typeface="+mj-ea"/>
            </a:endParaRPr>
          </a:p>
          <a:p>
            <a:pPr>
              <a:lnSpc>
                <a:spcPct val="140000"/>
              </a:lnSpc>
            </a:pPr>
            <a:r>
              <a:rPr lang="en-US" altLang="ko-KR" sz="1200" dirty="0">
                <a:solidFill>
                  <a:srgbClr val="FF0000"/>
                </a:solidFill>
                <a:latin typeface="나눔바른고딕" panose="020B0603020101020101" pitchFamily="50" charset="-127"/>
                <a:ea typeface="나눔바른고딕" panose="020B0603020101020101" pitchFamily="50" charset="-127"/>
              </a:rPr>
              <a:t>※ Users must register or login to host a meeting.</a:t>
            </a:r>
          </a:p>
        </p:txBody>
      </p:sp>
      <p:grpSp>
        <p:nvGrpSpPr>
          <p:cNvPr id="24" name="Group 23">
            <a:extLst>
              <a:ext uri="{FF2B5EF4-FFF2-40B4-BE49-F238E27FC236}">
                <a16:creationId xmlns:a16="http://schemas.microsoft.com/office/drawing/2014/main" id="{562B3C96-1C91-8E4D-BD16-BF59D79A6884}"/>
              </a:ext>
            </a:extLst>
          </p:cNvPr>
          <p:cNvGrpSpPr/>
          <p:nvPr/>
        </p:nvGrpSpPr>
        <p:grpSpPr>
          <a:xfrm>
            <a:off x="1279185" y="107537"/>
            <a:ext cx="5561768" cy="281649"/>
            <a:chOff x="1279185" y="107537"/>
            <a:chExt cx="5561768" cy="281649"/>
          </a:xfrm>
        </p:grpSpPr>
        <p:sp>
          <p:nvSpPr>
            <p:cNvPr id="25" name="Rectangle 24">
              <a:extLst>
                <a:ext uri="{FF2B5EF4-FFF2-40B4-BE49-F238E27FC236}">
                  <a16:creationId xmlns:a16="http://schemas.microsoft.com/office/drawing/2014/main" id="{A928E7D8-ABD1-8848-A255-D62930271A5E}"/>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6" name="Rectangle 25">
              <a:extLst>
                <a:ext uri="{FF2B5EF4-FFF2-40B4-BE49-F238E27FC236}">
                  <a16:creationId xmlns:a16="http://schemas.microsoft.com/office/drawing/2014/main" id="{465CC3FC-2E56-264B-9774-D1861A4505F7}"/>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9" name="Rectangle 28">
              <a:extLst>
                <a:ext uri="{FF2B5EF4-FFF2-40B4-BE49-F238E27FC236}">
                  <a16:creationId xmlns:a16="http://schemas.microsoft.com/office/drawing/2014/main" id="{1A50FF3E-47DB-CB41-813F-C7BE23FCE82A}"/>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0" name="Rectangle 29">
              <a:extLst>
                <a:ext uri="{FF2B5EF4-FFF2-40B4-BE49-F238E27FC236}">
                  <a16:creationId xmlns:a16="http://schemas.microsoft.com/office/drawing/2014/main" id="{AE8D3181-BADA-5847-8A9C-4A841DB1F6B9}"/>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5" name="그림 4">
            <a:extLst>
              <a:ext uri="{FF2B5EF4-FFF2-40B4-BE49-F238E27FC236}">
                <a16:creationId xmlns:a16="http://schemas.microsoft.com/office/drawing/2014/main" id="{8E9DBB0D-AEBD-7B46-9B6D-AC8E10E7B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311" y="5973510"/>
            <a:ext cx="5943249" cy="3523713"/>
          </a:xfrm>
          <a:prstGeom prst="rect">
            <a:avLst/>
          </a:prstGeom>
        </p:spPr>
      </p:pic>
      <p:sp>
        <p:nvSpPr>
          <p:cNvPr id="20" name="직사각형 15">
            <a:extLst>
              <a:ext uri="{FF2B5EF4-FFF2-40B4-BE49-F238E27FC236}">
                <a16:creationId xmlns:a16="http://schemas.microsoft.com/office/drawing/2014/main" id="{38B33FDD-60AE-9647-94B3-A7B613862AB2}"/>
              </a:ext>
            </a:extLst>
          </p:cNvPr>
          <p:cNvSpPr/>
          <p:nvPr/>
        </p:nvSpPr>
        <p:spPr>
          <a:xfrm>
            <a:off x="667309" y="8112311"/>
            <a:ext cx="2894598" cy="59575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2160566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209005" y="348018"/>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Invite Others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6" name="TextBox 15">
            <a:extLst>
              <a:ext uri="{FF2B5EF4-FFF2-40B4-BE49-F238E27FC236}">
                <a16:creationId xmlns:a16="http://schemas.microsoft.com/office/drawing/2014/main" id="{58C8DB20-4DD9-466D-8006-12979EC8B927}"/>
              </a:ext>
            </a:extLst>
          </p:cNvPr>
          <p:cNvSpPr txBox="1"/>
          <p:nvPr/>
        </p:nvSpPr>
        <p:spPr>
          <a:xfrm>
            <a:off x="4625893" y="787371"/>
            <a:ext cx="2018425" cy="1353897"/>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Select</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 </a:t>
            </a:r>
            <a:r>
              <a:rPr lang="en-US" altLang="ko-KR" sz="1200" dirty="0">
                <a:solidFill>
                  <a:prstClr val="black"/>
                </a:solidFill>
                <a:latin typeface="나눔바른고딕" panose="020B0603020101020101" pitchFamily="50" charset="-127"/>
                <a:ea typeface="나눔바른고딕" panose="020B0603020101020101" pitchFamily="50" charset="-127"/>
              </a:rPr>
              <a:t>from navigation panel</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and click</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[Invite Someone]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to invite </a:t>
            </a:r>
            <a:r>
              <a:rPr lang="en-US" altLang="ko-KR" sz="1200" dirty="0">
                <a:solidFill>
                  <a:prstClr val="black"/>
                </a:solidFill>
                <a:latin typeface="나눔바른고딕" panose="020B0603020101020101" pitchFamily="50" charset="-127"/>
                <a:ea typeface="나눔바른고딕" panose="020B0603020101020101" pitchFamily="50" charset="-127"/>
              </a:rPr>
              <a:t>more</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participants.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9" name="TextBox 18">
            <a:extLst>
              <a:ext uri="{FF2B5EF4-FFF2-40B4-BE49-F238E27FC236}">
                <a16:creationId xmlns:a16="http://schemas.microsoft.com/office/drawing/2014/main" id="{F1EB23B3-0C65-4060-92CA-B5E4EF8E7A37}"/>
              </a:ext>
            </a:extLst>
          </p:cNvPr>
          <p:cNvSpPr txBox="1"/>
          <p:nvPr/>
        </p:nvSpPr>
        <p:spPr>
          <a:xfrm>
            <a:off x="96825" y="9076035"/>
            <a:ext cx="4778537" cy="28187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000" dirty="0">
                <a:solidFill>
                  <a:prstClr val="black"/>
                </a:solidFill>
                <a:latin typeface="나눔바른고딕" panose="020B0603020101020101" pitchFamily="50" charset="-127"/>
                <a:ea typeface="나눔바른고딕" panose="020B0603020101020101" pitchFamily="50" charset="-127"/>
              </a:rPr>
              <a:t>For more information, refer to  </a:t>
            </a:r>
            <a:r>
              <a:rPr kumimoji="0" lang="en-US" altLang="ko-KR" sz="10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a:t>
            </a:r>
            <a:r>
              <a:rPr kumimoji="0" lang="ko-KR" altLang="en-US" sz="10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0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Embed Meeting'</a:t>
            </a:r>
            <a:endParaRPr kumimoji="0" lang="ko-KR" altLang="en-US" sz="10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7" name="슬라이드 번호 개체 틀 6">
            <a:extLst>
              <a:ext uri="{FF2B5EF4-FFF2-40B4-BE49-F238E27FC236}">
                <a16:creationId xmlns:a16="http://schemas.microsoft.com/office/drawing/2014/main" id="{0E8796C3-2F00-4B9B-B3A2-AB85FBAD59E2}"/>
              </a:ext>
            </a:extLst>
          </p:cNvPr>
          <p:cNvSpPr>
            <a:spLocks noGrp="1"/>
          </p:cNvSpPr>
          <p:nvPr>
            <p:ph type="sldNum" sz="quarter" idx="12"/>
          </p:nvPr>
        </p:nvSpPr>
        <p:spPr/>
        <p:txBody>
          <a:bodyPr/>
          <a:lstStyle/>
          <a:p>
            <a:fld id="{025F5712-77C1-483E-AF6C-501D64E640ED}" type="slidenum">
              <a:rPr lang="ko-KR" altLang="en-US" smtClean="0"/>
              <a:t>12</a:t>
            </a:fld>
            <a:endParaRPr lang="ko-KR" altLang="en-US"/>
          </a:p>
        </p:txBody>
      </p:sp>
      <p:pic>
        <p:nvPicPr>
          <p:cNvPr id="12" name="그림 11">
            <a:extLst>
              <a:ext uri="{FF2B5EF4-FFF2-40B4-BE49-F238E27FC236}">
                <a16:creationId xmlns:a16="http://schemas.microsoft.com/office/drawing/2014/main" id="{D3E6594E-64F8-4E9D-8564-445A4A3E9FB5}"/>
              </a:ext>
            </a:extLst>
          </p:cNvPr>
          <p:cNvPicPr>
            <a:picLocks noChangeAspect="1"/>
          </p:cNvPicPr>
          <p:nvPr/>
        </p:nvPicPr>
        <p:blipFill>
          <a:blip r:embed="rId2"/>
          <a:stretch>
            <a:fillRect/>
          </a:stretch>
        </p:blipFill>
        <p:spPr>
          <a:xfrm>
            <a:off x="2704647" y="4092507"/>
            <a:ext cx="1790838" cy="2114954"/>
          </a:xfrm>
          <a:prstGeom prst="rect">
            <a:avLst/>
          </a:prstGeom>
          <a:effectLst>
            <a:outerShdw blurRad="50800" dist="38100" dir="2700000" algn="tl" rotWithShape="0">
              <a:prstClr val="black">
                <a:alpha val="40000"/>
              </a:prstClr>
            </a:outerShdw>
          </a:effectLst>
        </p:spPr>
      </p:pic>
      <p:sp>
        <p:nvSpPr>
          <p:cNvPr id="18" name="TextBox 17">
            <a:extLst>
              <a:ext uri="{FF2B5EF4-FFF2-40B4-BE49-F238E27FC236}">
                <a16:creationId xmlns:a16="http://schemas.microsoft.com/office/drawing/2014/main" id="{625FCEAA-58AE-4FD8-91C4-217511B402E1}"/>
              </a:ext>
            </a:extLst>
          </p:cNvPr>
          <p:cNvSpPr txBox="1"/>
          <p:nvPr/>
        </p:nvSpPr>
        <p:spPr>
          <a:xfrm>
            <a:off x="4625893" y="4090071"/>
            <a:ext cx="2018425" cy="1353897"/>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Copy meeting link to share via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KakaoTalk</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LINE, etc. Participants can use link to directly join meeting.</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0" name="TextBox 19">
            <a:extLst>
              <a:ext uri="{FF2B5EF4-FFF2-40B4-BE49-F238E27FC236}">
                <a16:creationId xmlns:a16="http://schemas.microsoft.com/office/drawing/2014/main" id="{90081BD5-18CA-4F66-9908-D6EFBBABFD5C}"/>
              </a:ext>
            </a:extLst>
          </p:cNvPr>
          <p:cNvSpPr txBox="1"/>
          <p:nvPr/>
        </p:nvSpPr>
        <p:spPr>
          <a:xfrm>
            <a:off x="4605775" y="6749410"/>
            <a:ext cx="2018425"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also share meeting invitation via email.</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34" name="Rounded Rectangle 33">
            <a:extLst>
              <a:ext uri="{FF2B5EF4-FFF2-40B4-BE49-F238E27FC236}">
                <a16:creationId xmlns:a16="http://schemas.microsoft.com/office/drawing/2014/main" id="{7F19EBBB-AD5B-AB4A-961F-A35762E1340F}"/>
              </a:ext>
            </a:extLst>
          </p:cNvPr>
          <p:cNvSpPr/>
          <p:nvPr/>
        </p:nvSpPr>
        <p:spPr>
          <a:xfrm>
            <a:off x="246378" y="7258329"/>
            <a:ext cx="1645095" cy="37400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pic>
        <p:nvPicPr>
          <p:cNvPr id="3" name="그림 2">
            <a:extLst>
              <a:ext uri="{FF2B5EF4-FFF2-40B4-BE49-F238E27FC236}">
                <a16:creationId xmlns:a16="http://schemas.microsoft.com/office/drawing/2014/main" id="{7328CD69-F5A1-474C-89E8-D6458329CD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4585" y="902609"/>
            <a:ext cx="2641308" cy="2707186"/>
          </a:xfrm>
          <a:prstGeom prst="rect">
            <a:avLst/>
          </a:prstGeom>
        </p:spPr>
      </p:pic>
      <p:pic>
        <p:nvPicPr>
          <p:cNvPr id="9" name="그림 8">
            <a:extLst>
              <a:ext uri="{FF2B5EF4-FFF2-40B4-BE49-F238E27FC236}">
                <a16:creationId xmlns:a16="http://schemas.microsoft.com/office/drawing/2014/main" id="{6ED75856-B381-654C-ADF1-3FB3F5FCD4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395" y="1333727"/>
            <a:ext cx="2641307" cy="2225353"/>
          </a:xfrm>
          <a:prstGeom prst="rect">
            <a:avLst/>
          </a:prstGeom>
          <a:ln>
            <a:solidFill>
              <a:schemeClr val="bg1">
                <a:lumMod val="75000"/>
              </a:schemeClr>
            </a:solidFill>
          </a:ln>
        </p:spPr>
      </p:pic>
      <p:sp>
        <p:nvSpPr>
          <p:cNvPr id="24" name="직사각형 23">
            <a:extLst>
              <a:ext uri="{FF2B5EF4-FFF2-40B4-BE49-F238E27FC236}">
                <a16:creationId xmlns:a16="http://schemas.microsoft.com/office/drawing/2014/main" id="{13D64457-BF39-F04A-A311-C920E9DF679C}"/>
              </a:ext>
            </a:extLst>
          </p:cNvPr>
          <p:cNvSpPr/>
          <p:nvPr/>
        </p:nvSpPr>
        <p:spPr>
          <a:xfrm>
            <a:off x="3074264" y="1362262"/>
            <a:ext cx="1338271" cy="28786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5" name="오른쪽 화살표[R] 24">
            <a:extLst>
              <a:ext uri="{FF2B5EF4-FFF2-40B4-BE49-F238E27FC236}">
                <a16:creationId xmlns:a16="http://schemas.microsoft.com/office/drawing/2014/main" id="{E557407C-C4AF-FE4C-841F-E184950E00E6}"/>
              </a:ext>
            </a:extLst>
          </p:cNvPr>
          <p:cNvSpPr/>
          <p:nvPr/>
        </p:nvSpPr>
        <p:spPr>
          <a:xfrm rot="8696382">
            <a:off x="3009150" y="1828408"/>
            <a:ext cx="258380" cy="15629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5" name="그림 14">
            <a:extLst>
              <a:ext uri="{FF2B5EF4-FFF2-40B4-BE49-F238E27FC236}">
                <a16:creationId xmlns:a16="http://schemas.microsoft.com/office/drawing/2014/main" id="{A92EF2AC-D51E-B54E-A5FA-58B4E515FA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6395" y="6766840"/>
            <a:ext cx="2222496" cy="2112592"/>
          </a:xfrm>
          <a:prstGeom prst="rect">
            <a:avLst/>
          </a:prstGeom>
        </p:spPr>
      </p:pic>
      <p:pic>
        <p:nvPicPr>
          <p:cNvPr id="28" name="그림 27">
            <a:extLst>
              <a:ext uri="{FF2B5EF4-FFF2-40B4-BE49-F238E27FC236}">
                <a16:creationId xmlns:a16="http://schemas.microsoft.com/office/drawing/2014/main" id="{1348D6DE-87F5-F243-80F3-86059EF0E361}"/>
              </a:ext>
            </a:extLst>
          </p:cNvPr>
          <p:cNvPicPr>
            <a:picLocks noChangeAspect="1"/>
          </p:cNvPicPr>
          <p:nvPr/>
        </p:nvPicPr>
        <p:blipFill>
          <a:blip r:embed="rId6"/>
          <a:stretch>
            <a:fillRect/>
          </a:stretch>
        </p:blipFill>
        <p:spPr>
          <a:xfrm>
            <a:off x="2716320" y="6766840"/>
            <a:ext cx="1790839" cy="2112592"/>
          </a:xfrm>
          <a:prstGeom prst="rect">
            <a:avLst/>
          </a:prstGeom>
          <a:ln>
            <a:solidFill>
              <a:schemeClr val="bg1">
                <a:lumMod val="65000"/>
              </a:schemeClr>
            </a:solidFill>
          </a:ln>
          <a:effectLst/>
        </p:spPr>
      </p:pic>
      <p:pic>
        <p:nvPicPr>
          <p:cNvPr id="29" name="그림 28">
            <a:extLst>
              <a:ext uri="{FF2B5EF4-FFF2-40B4-BE49-F238E27FC236}">
                <a16:creationId xmlns:a16="http://schemas.microsoft.com/office/drawing/2014/main" id="{ED74D7F1-37DE-CE43-A910-A677D066B9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395" y="4092507"/>
            <a:ext cx="2203714" cy="2114954"/>
          </a:xfrm>
          <a:prstGeom prst="rect">
            <a:avLst/>
          </a:prstGeom>
          <a:ln>
            <a:solidFill>
              <a:schemeClr val="bg1">
                <a:lumMod val="75000"/>
              </a:schemeClr>
            </a:solidFill>
          </a:ln>
        </p:spPr>
      </p:pic>
      <p:sp>
        <p:nvSpPr>
          <p:cNvPr id="30" name="오른쪽 화살표[R] 29">
            <a:extLst>
              <a:ext uri="{FF2B5EF4-FFF2-40B4-BE49-F238E27FC236}">
                <a16:creationId xmlns:a16="http://schemas.microsoft.com/office/drawing/2014/main" id="{D84E4700-6797-F64F-BD7D-EE07BFA76D36}"/>
              </a:ext>
            </a:extLst>
          </p:cNvPr>
          <p:cNvSpPr/>
          <p:nvPr/>
        </p:nvSpPr>
        <p:spPr>
          <a:xfrm>
            <a:off x="2479577" y="5128718"/>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1" name="직사각형 30">
            <a:extLst>
              <a:ext uri="{FF2B5EF4-FFF2-40B4-BE49-F238E27FC236}">
                <a16:creationId xmlns:a16="http://schemas.microsoft.com/office/drawing/2014/main" id="{DE53F800-FEF1-3047-931E-D62394E93CEB}"/>
              </a:ext>
            </a:extLst>
          </p:cNvPr>
          <p:cNvSpPr/>
          <p:nvPr/>
        </p:nvSpPr>
        <p:spPr>
          <a:xfrm>
            <a:off x="221033" y="4711806"/>
            <a:ext cx="2180266" cy="42208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5" name="직사각형 34">
            <a:extLst>
              <a:ext uri="{FF2B5EF4-FFF2-40B4-BE49-F238E27FC236}">
                <a16:creationId xmlns:a16="http://schemas.microsoft.com/office/drawing/2014/main" id="{6D43C1AE-E0BE-EC4D-9502-3BDCB69C2080}"/>
              </a:ext>
            </a:extLst>
          </p:cNvPr>
          <p:cNvSpPr/>
          <p:nvPr/>
        </p:nvSpPr>
        <p:spPr>
          <a:xfrm>
            <a:off x="218119" y="7675495"/>
            <a:ext cx="2180266" cy="72422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6" name="오른쪽 화살표[R] 35">
            <a:extLst>
              <a:ext uri="{FF2B5EF4-FFF2-40B4-BE49-F238E27FC236}">
                <a16:creationId xmlns:a16="http://schemas.microsoft.com/office/drawing/2014/main" id="{2781F723-06CB-AC4A-8520-5DB787F96034}"/>
              </a:ext>
            </a:extLst>
          </p:cNvPr>
          <p:cNvSpPr/>
          <p:nvPr/>
        </p:nvSpPr>
        <p:spPr>
          <a:xfrm>
            <a:off x="2496664" y="7752460"/>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023984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905B356-9E5F-4286-B7C4-FACE81F7B777}"/>
              </a:ext>
            </a:extLst>
          </p:cNvPr>
          <p:cNvGrpSpPr/>
          <p:nvPr/>
        </p:nvGrpSpPr>
        <p:grpSpPr>
          <a:xfrm>
            <a:off x="-6240" y="-6440"/>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2" name="TextBox 11">
              <a:extLst>
                <a:ext uri="{FF2B5EF4-FFF2-40B4-BE49-F238E27FC236}">
                  <a16:creationId xmlns:a16="http://schemas.microsoft.com/office/drawing/2014/main" id="{B24BFE2A-56C0-4BD3-A6D3-9A7DDA7A66AA}"/>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3" name="TextBox 12">
              <a:extLst>
                <a:ext uri="{FF2B5EF4-FFF2-40B4-BE49-F238E27FC236}">
                  <a16:creationId xmlns:a16="http://schemas.microsoft.com/office/drawing/2014/main" id="{F7DAE755-AE1D-4146-BBDF-CD9AD5BCE1F9}"/>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146557" y="687021"/>
            <a:ext cx="4556759" cy="1323439"/>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Set Virtual Background</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947531"/>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Select Background</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6" name="슬라이드 번호 개체 틀 5">
            <a:extLst>
              <a:ext uri="{FF2B5EF4-FFF2-40B4-BE49-F238E27FC236}">
                <a16:creationId xmlns:a16="http://schemas.microsoft.com/office/drawing/2014/main" id="{023CE50B-90EB-468B-9C9D-987E8785B123}"/>
              </a:ext>
            </a:extLst>
          </p:cNvPr>
          <p:cNvSpPr>
            <a:spLocks noGrp="1"/>
          </p:cNvSpPr>
          <p:nvPr>
            <p:ph type="sldNum" sz="quarter" idx="12"/>
          </p:nvPr>
        </p:nvSpPr>
        <p:spPr/>
        <p:txBody>
          <a:bodyPr/>
          <a:lstStyle/>
          <a:p>
            <a:fld id="{025F5712-77C1-483E-AF6C-501D64E640ED}" type="slidenum">
              <a:rPr lang="ko-KR" altLang="en-US" smtClean="0"/>
              <a:t>13</a:t>
            </a:fld>
            <a:endParaRPr lang="ko-KR" altLang="en-US"/>
          </a:p>
        </p:txBody>
      </p:sp>
      <p:sp>
        <p:nvSpPr>
          <p:cNvPr id="11" name="TextBox 10">
            <a:extLst>
              <a:ext uri="{FF2B5EF4-FFF2-40B4-BE49-F238E27FC236}">
                <a16:creationId xmlns:a16="http://schemas.microsoft.com/office/drawing/2014/main" id="{4FF98607-0847-4E12-8B40-D9479391C83C}"/>
              </a:ext>
            </a:extLst>
          </p:cNvPr>
          <p:cNvSpPr txBox="1"/>
          <p:nvPr/>
        </p:nvSpPr>
        <p:spPr>
          <a:xfrm>
            <a:off x="287383" y="6867059"/>
            <a:ext cx="6361611" cy="1870961"/>
          </a:xfrm>
          <a:prstGeom prst="rect">
            <a:avLst/>
          </a:prstGeom>
          <a:noFill/>
        </p:spPr>
        <p:txBody>
          <a:bodyPr wrap="square" rtlCol="0">
            <a:spAutoFit/>
          </a:bodyPr>
          <a:lstStyle/>
          <a:p>
            <a:pPr>
              <a:lnSpc>
                <a:spcPct val="140000"/>
              </a:lnSpc>
            </a:pPr>
            <a:r>
              <a:rPr lang="en-US" altLang="ko-KR" sz="1200" dirty="0" err="1">
                <a:latin typeface="나눔바른고딕" panose="020B0603020101020101" pitchFamily="50" charset="-127"/>
                <a:ea typeface="나눔바른고딕" panose="020B0603020101020101" pitchFamily="50" charset="-127"/>
              </a:rPr>
              <a:t>Vmeeting</a:t>
            </a:r>
            <a:r>
              <a:rPr lang="en-US" altLang="ko-KR" sz="1200" dirty="0">
                <a:latin typeface="나눔바른고딕" panose="020B0603020101020101" pitchFamily="50" charset="-127"/>
                <a:ea typeface="나눔바른고딕" panose="020B0603020101020101" pitchFamily="50" charset="-127"/>
              </a:rPr>
              <a:t> allows users to set virtual background for conferences.</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Select </a:t>
            </a:r>
            <a:r>
              <a:rPr lang="en-US" altLang="ko-KR" sz="1200" b="1" dirty="0">
                <a:latin typeface="나눔바른고딕" panose="020B0603020101020101" pitchFamily="50" charset="-127"/>
                <a:ea typeface="나눔바른고딕" panose="020B0603020101020101" pitchFamily="50" charset="-127"/>
              </a:rPr>
              <a:t>[Account] - [Select Background] </a:t>
            </a:r>
            <a:r>
              <a:rPr lang="en-US" altLang="ko-KR" sz="1200" dirty="0">
                <a:latin typeface="나눔바른고딕" panose="020B0603020101020101" pitchFamily="50" charset="-127"/>
                <a:ea typeface="나눔바른고딕" panose="020B0603020101020101" pitchFamily="50" charset="-127"/>
              </a:rPr>
              <a:t>to set or upload more images for virtual backgrounds.</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Users can also modify background image during meetings at </a:t>
            </a:r>
            <a:r>
              <a:rPr lang="en-US" altLang="ko-KR" sz="1200" b="1" dirty="0">
                <a:latin typeface="나눔바른고딕" panose="020B0603020101020101" pitchFamily="50" charset="-127"/>
                <a:ea typeface="나눔바른고딕" panose="020B0603020101020101" pitchFamily="50" charset="-127"/>
              </a:rPr>
              <a:t>[More Actions] - [Select Background] </a:t>
            </a:r>
            <a:r>
              <a:rPr lang="en-US" altLang="ko-KR" sz="1200" dirty="0">
                <a:latin typeface="나눔바른고딕" panose="020B0603020101020101" pitchFamily="50" charset="-127"/>
                <a:ea typeface="나눔바른고딕" panose="020B0603020101020101" pitchFamily="50" charset="-127"/>
              </a:rPr>
              <a:t>on the navigation panel. </a:t>
            </a:r>
            <a:endParaRPr lang="ko-KR" altLang="en-US" sz="1200" dirty="0">
              <a:latin typeface="나눔바른고딕" panose="020B0603020101020101" pitchFamily="50" charset="-127"/>
              <a:ea typeface="나눔바른고딕" panose="020B0603020101020101" pitchFamily="50" charset="-127"/>
            </a:endParaRPr>
          </a:p>
        </p:txBody>
      </p:sp>
      <p:pic>
        <p:nvPicPr>
          <p:cNvPr id="3" name="Picture 2">
            <a:extLst>
              <a:ext uri="{FF2B5EF4-FFF2-40B4-BE49-F238E27FC236}">
                <a16:creationId xmlns:a16="http://schemas.microsoft.com/office/drawing/2014/main" id="{888890B8-3CA4-7746-8893-3C6B69AE249E}"/>
              </a:ext>
            </a:extLst>
          </p:cNvPr>
          <p:cNvPicPr>
            <a:picLocks noChangeAspect="1"/>
          </p:cNvPicPr>
          <p:nvPr/>
        </p:nvPicPr>
        <p:blipFill rotWithShape="1">
          <a:blip r:embed="rId3"/>
          <a:srcRect l="28540" t="18173" r="28335" b="15671"/>
          <a:stretch/>
        </p:blipFill>
        <p:spPr>
          <a:xfrm>
            <a:off x="3366112" y="3263846"/>
            <a:ext cx="3195914" cy="3471292"/>
          </a:xfrm>
          <a:prstGeom prst="rect">
            <a:avLst/>
          </a:prstGeom>
          <a:effectLst>
            <a:outerShdw blurRad="50800" dist="38100" dir="2700000" algn="tl" rotWithShape="0">
              <a:prstClr val="black">
                <a:alpha val="40000"/>
              </a:prstClr>
            </a:outerShdw>
          </a:effectLst>
        </p:spPr>
      </p:pic>
      <p:grpSp>
        <p:nvGrpSpPr>
          <p:cNvPr id="17" name="Group 16">
            <a:extLst>
              <a:ext uri="{FF2B5EF4-FFF2-40B4-BE49-F238E27FC236}">
                <a16:creationId xmlns:a16="http://schemas.microsoft.com/office/drawing/2014/main" id="{6674006F-43F6-7040-B756-41A6D3864B7E}"/>
              </a:ext>
            </a:extLst>
          </p:cNvPr>
          <p:cNvGrpSpPr/>
          <p:nvPr/>
        </p:nvGrpSpPr>
        <p:grpSpPr>
          <a:xfrm>
            <a:off x="1279185" y="107537"/>
            <a:ext cx="5561768" cy="281649"/>
            <a:chOff x="1279185" y="107537"/>
            <a:chExt cx="5561768" cy="281649"/>
          </a:xfrm>
        </p:grpSpPr>
        <p:sp>
          <p:nvSpPr>
            <p:cNvPr id="18" name="Rectangle 17">
              <a:extLst>
                <a:ext uri="{FF2B5EF4-FFF2-40B4-BE49-F238E27FC236}">
                  <a16:creationId xmlns:a16="http://schemas.microsoft.com/office/drawing/2014/main" id="{6DEC688D-29A6-9141-9457-751154E32D3F}"/>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19" name="Rectangle 18">
              <a:extLst>
                <a:ext uri="{FF2B5EF4-FFF2-40B4-BE49-F238E27FC236}">
                  <a16:creationId xmlns:a16="http://schemas.microsoft.com/office/drawing/2014/main" id="{F55628A3-EF7A-5E44-9FFA-29E92B192054}"/>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0" name="Rectangle 19">
              <a:extLst>
                <a:ext uri="{FF2B5EF4-FFF2-40B4-BE49-F238E27FC236}">
                  <a16:creationId xmlns:a16="http://schemas.microsoft.com/office/drawing/2014/main" id="{FF2737D4-B1CE-B34D-8358-06B7231CE497}"/>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1" name="Rectangle 20">
              <a:extLst>
                <a:ext uri="{FF2B5EF4-FFF2-40B4-BE49-F238E27FC236}">
                  <a16:creationId xmlns:a16="http://schemas.microsoft.com/office/drawing/2014/main" id="{1622C339-BD28-6746-8F75-5FAB8F9CA355}"/>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25" name="오른쪽 화살표[R] 24">
            <a:extLst>
              <a:ext uri="{FF2B5EF4-FFF2-40B4-BE49-F238E27FC236}">
                <a16:creationId xmlns:a16="http://schemas.microsoft.com/office/drawing/2014/main" id="{1CDAB315-4734-A346-BAB2-1984B0866EC9}"/>
              </a:ext>
            </a:extLst>
          </p:cNvPr>
          <p:cNvSpPr/>
          <p:nvPr/>
        </p:nvSpPr>
        <p:spPr>
          <a:xfrm>
            <a:off x="3038828" y="4676447"/>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26" name="그림 25">
            <a:extLst>
              <a:ext uri="{FF2B5EF4-FFF2-40B4-BE49-F238E27FC236}">
                <a16:creationId xmlns:a16="http://schemas.microsoft.com/office/drawing/2014/main" id="{2F393892-3F8F-7640-AE12-040D227BEE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939" y="3864433"/>
            <a:ext cx="2672002" cy="1632462"/>
          </a:xfrm>
          <a:prstGeom prst="rect">
            <a:avLst/>
          </a:prstGeom>
        </p:spPr>
      </p:pic>
      <p:sp>
        <p:nvSpPr>
          <p:cNvPr id="27" name="직사각형 15">
            <a:extLst>
              <a:ext uri="{FF2B5EF4-FFF2-40B4-BE49-F238E27FC236}">
                <a16:creationId xmlns:a16="http://schemas.microsoft.com/office/drawing/2014/main" id="{B8E46869-A429-B14A-89FA-BFEACB65AC33}"/>
              </a:ext>
            </a:extLst>
          </p:cNvPr>
          <p:cNvSpPr/>
          <p:nvPr/>
        </p:nvSpPr>
        <p:spPr>
          <a:xfrm>
            <a:off x="1134537" y="4575085"/>
            <a:ext cx="1129386" cy="40702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27865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258222" y="362055"/>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Add Background</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7" name="슬라이드 번호 개체 틀 6">
            <a:extLst>
              <a:ext uri="{FF2B5EF4-FFF2-40B4-BE49-F238E27FC236}">
                <a16:creationId xmlns:a16="http://schemas.microsoft.com/office/drawing/2014/main" id="{0E8796C3-2F00-4B9B-B3A2-AB85FBAD59E2}"/>
              </a:ext>
            </a:extLst>
          </p:cNvPr>
          <p:cNvSpPr>
            <a:spLocks noGrp="1"/>
          </p:cNvSpPr>
          <p:nvPr>
            <p:ph type="sldNum" sz="quarter" idx="12"/>
          </p:nvPr>
        </p:nvSpPr>
        <p:spPr/>
        <p:txBody>
          <a:bodyPr/>
          <a:lstStyle/>
          <a:p>
            <a:fld id="{025F5712-77C1-483E-AF6C-501D64E640ED}" type="slidenum">
              <a:rPr lang="ko-KR" altLang="en-US" smtClean="0"/>
              <a:t>14</a:t>
            </a:fld>
            <a:endParaRPr lang="ko-KR" altLang="en-US" dirty="0"/>
          </a:p>
        </p:txBody>
      </p:sp>
      <p:sp>
        <p:nvSpPr>
          <p:cNvPr id="20" name="TextBox 19">
            <a:extLst>
              <a:ext uri="{FF2B5EF4-FFF2-40B4-BE49-F238E27FC236}">
                <a16:creationId xmlns:a16="http://schemas.microsoft.com/office/drawing/2014/main" id="{F8AEBCBB-2877-4518-AA2C-45CC149431F1}"/>
              </a:ext>
            </a:extLst>
          </p:cNvPr>
          <p:cNvSpPr txBox="1"/>
          <p:nvPr/>
        </p:nvSpPr>
        <p:spPr>
          <a:xfrm>
            <a:off x="209063" y="2982835"/>
            <a:ext cx="1932029" cy="578300"/>
          </a:xfrm>
          <a:prstGeom prst="rect">
            <a:avLst/>
          </a:prstGeom>
          <a:noFill/>
        </p:spPr>
        <p:txBody>
          <a:bodyPr wrap="square" rtlCol="0">
            <a:spAutoFit/>
          </a:bodyPr>
          <a:lstStyle/>
          <a:p>
            <a:pPr marL="228600" marR="0" lvl="0" indent="-228600" algn="l" defTabSz="457200" rtl="0" eaLnBrk="1" fontAlgn="auto" latinLnBrk="0" hangingPunct="1">
              <a:lnSpc>
                <a:spcPct val="140000"/>
              </a:lnSpc>
              <a:spcBef>
                <a:spcPts val="0"/>
              </a:spcBef>
              <a:spcAft>
                <a:spcPts val="0"/>
              </a:spcAft>
              <a:buClrTx/>
              <a:buSzTx/>
              <a:buFontTx/>
              <a:buAutoNum type="arabicPeriod"/>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Add Background]</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4" name="TextBox 23">
            <a:extLst>
              <a:ext uri="{FF2B5EF4-FFF2-40B4-BE49-F238E27FC236}">
                <a16:creationId xmlns:a16="http://schemas.microsoft.com/office/drawing/2014/main" id="{96D962C5-4BA5-4774-BB13-67F5E962D9E0}"/>
              </a:ext>
            </a:extLst>
          </p:cNvPr>
          <p:cNvSpPr txBox="1"/>
          <p:nvPr/>
        </p:nvSpPr>
        <p:spPr>
          <a:xfrm>
            <a:off x="2367941" y="2982835"/>
            <a:ext cx="2113772"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Choose Desktop Folder</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Choose image to upload</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4. Click </a:t>
            </a:r>
            <a:r>
              <a:rPr lang="en-US" altLang="ko-KR" sz="1200" b="1" dirty="0">
                <a:solidFill>
                  <a:prstClr val="black"/>
                </a:solidFill>
                <a:latin typeface="나눔바른고딕" panose="020B0603020101020101" pitchFamily="50" charset="-127"/>
                <a:ea typeface="나눔바른고딕" panose="020B0603020101020101" pitchFamily="50" charset="-127"/>
              </a:rPr>
              <a:t>[Open]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7" name="TextBox 26">
            <a:extLst>
              <a:ext uri="{FF2B5EF4-FFF2-40B4-BE49-F238E27FC236}">
                <a16:creationId xmlns:a16="http://schemas.microsoft.com/office/drawing/2014/main" id="{14E2A26E-D514-4517-A8E1-46107A1E3D0B}"/>
              </a:ext>
            </a:extLst>
          </p:cNvPr>
          <p:cNvSpPr txBox="1"/>
          <p:nvPr/>
        </p:nvSpPr>
        <p:spPr>
          <a:xfrm>
            <a:off x="4676193" y="2982835"/>
            <a:ext cx="2210489"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5. Confirm added image</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6. Select image and click</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   [Apply]</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4" name="TextBox 13">
            <a:extLst>
              <a:ext uri="{FF2B5EF4-FFF2-40B4-BE49-F238E27FC236}">
                <a16:creationId xmlns:a16="http://schemas.microsoft.com/office/drawing/2014/main" id="{0B5AF720-DCAB-BB44-ACC7-C781DC1D8742}"/>
              </a:ext>
            </a:extLst>
          </p:cNvPr>
          <p:cNvSpPr txBox="1"/>
          <p:nvPr/>
        </p:nvSpPr>
        <p:spPr>
          <a:xfrm>
            <a:off x="258224" y="4369993"/>
            <a:ext cx="3010493"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Shared Screen as Background</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5" name="TextBox 14">
            <a:extLst>
              <a:ext uri="{FF2B5EF4-FFF2-40B4-BE49-F238E27FC236}">
                <a16:creationId xmlns:a16="http://schemas.microsoft.com/office/drawing/2014/main" id="{C704098D-94BD-5D4C-AE6F-4D2949ECD640}"/>
              </a:ext>
            </a:extLst>
          </p:cNvPr>
          <p:cNvSpPr txBox="1"/>
          <p:nvPr/>
        </p:nvSpPr>
        <p:spPr>
          <a:xfrm>
            <a:off x="258222" y="6984618"/>
            <a:ext cx="1933200"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[Desktop Share</a:t>
            </a:r>
            <a:r>
              <a:rPr lang="en-US" altLang="ko-KR" sz="1200" b="1" dirty="0">
                <a:solidFill>
                  <a:prstClr val="black"/>
                </a:solidFill>
                <a:latin typeface="나눔바른고딕" panose="020B0603020101020101" pitchFamily="50" charset="-127"/>
                <a:ea typeface="나눔바른고딕" panose="020B0603020101020101" pitchFamily="50" charset="-127"/>
              </a:rPr>
              <a: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6" name="TextBox 15">
            <a:extLst>
              <a:ext uri="{FF2B5EF4-FFF2-40B4-BE49-F238E27FC236}">
                <a16:creationId xmlns:a16="http://schemas.microsoft.com/office/drawing/2014/main" id="{37857A2A-B84A-3844-8D2A-2DDE658CC7C9}"/>
              </a:ext>
            </a:extLst>
          </p:cNvPr>
          <p:cNvSpPr txBox="1"/>
          <p:nvPr/>
        </p:nvSpPr>
        <p:spPr>
          <a:xfrm>
            <a:off x="2458227" y="7022836"/>
            <a:ext cx="2113773" cy="109536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a:t>
            </a:r>
            <a:r>
              <a:rPr lang="en-US" altLang="ko-KR" sz="1200" dirty="0">
                <a:solidFill>
                  <a:prstClr val="black"/>
                </a:solidFill>
                <a:latin typeface="나눔바른고딕" panose="020B0603020101020101" pitchFamily="50" charset="-127"/>
                <a:ea typeface="나눔바른고딕" panose="020B0603020101020101" pitchFamily="50" charset="-127"/>
              </a:rPr>
              <a:t>Choose what to share</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   among Entire screen, </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   Window or Chrome Tab</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a:t>
            </a: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[Share]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8" name="TextBox 17">
            <a:extLst>
              <a:ext uri="{FF2B5EF4-FFF2-40B4-BE49-F238E27FC236}">
                <a16:creationId xmlns:a16="http://schemas.microsoft.com/office/drawing/2014/main" id="{BB12BD18-98F6-DA4F-A2DA-A68EB21D92C2}"/>
              </a:ext>
            </a:extLst>
          </p:cNvPr>
          <p:cNvSpPr txBox="1"/>
          <p:nvPr/>
        </p:nvSpPr>
        <p:spPr>
          <a:xfrm>
            <a:off x="4707391" y="7022836"/>
            <a:ext cx="2113773" cy="109536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4. Confirm that shared </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content appears as </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background</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5. Click </a:t>
            </a:r>
            <a:r>
              <a:rPr lang="en-US" altLang="ko-KR" sz="1200" b="1" dirty="0">
                <a:solidFill>
                  <a:prstClr val="black"/>
                </a:solidFill>
                <a:latin typeface="나눔바른고딕" panose="020B0603020101020101" pitchFamily="50" charset="-127"/>
                <a:ea typeface="나눔바른고딕" panose="020B0603020101020101" pitchFamily="50" charset="-127"/>
              </a:rPr>
              <a:t>[Apply]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21" name="그림 8">
            <a:extLst>
              <a:ext uri="{FF2B5EF4-FFF2-40B4-BE49-F238E27FC236}">
                <a16:creationId xmlns:a16="http://schemas.microsoft.com/office/drawing/2014/main" id="{3595504B-5FC5-3043-907F-AA31531E1832}"/>
              </a:ext>
            </a:extLst>
          </p:cNvPr>
          <p:cNvPicPr>
            <a:picLocks noChangeAspect="1"/>
          </p:cNvPicPr>
          <p:nvPr/>
        </p:nvPicPr>
        <p:blipFill>
          <a:blip r:embed="rId2"/>
          <a:stretch>
            <a:fillRect/>
          </a:stretch>
        </p:blipFill>
        <p:spPr>
          <a:xfrm>
            <a:off x="209063" y="782928"/>
            <a:ext cx="1934371" cy="2117588"/>
          </a:xfrm>
          <a:prstGeom prst="rect">
            <a:avLst/>
          </a:prstGeom>
        </p:spPr>
      </p:pic>
      <p:pic>
        <p:nvPicPr>
          <p:cNvPr id="25" name="그림 11">
            <a:extLst>
              <a:ext uri="{FF2B5EF4-FFF2-40B4-BE49-F238E27FC236}">
                <a16:creationId xmlns:a16="http://schemas.microsoft.com/office/drawing/2014/main" id="{6A8BA9F4-1C13-9540-8393-88094488D806}"/>
              </a:ext>
            </a:extLst>
          </p:cNvPr>
          <p:cNvPicPr>
            <a:picLocks noChangeAspect="1"/>
          </p:cNvPicPr>
          <p:nvPr/>
        </p:nvPicPr>
        <p:blipFill>
          <a:blip r:embed="rId3"/>
          <a:stretch>
            <a:fillRect/>
          </a:stretch>
        </p:blipFill>
        <p:spPr>
          <a:xfrm>
            <a:off x="2458227" y="782928"/>
            <a:ext cx="1934371" cy="2117588"/>
          </a:xfrm>
          <a:prstGeom prst="rect">
            <a:avLst/>
          </a:prstGeom>
        </p:spPr>
      </p:pic>
      <p:pic>
        <p:nvPicPr>
          <p:cNvPr id="26" name="Picture 8">
            <a:extLst>
              <a:ext uri="{FF2B5EF4-FFF2-40B4-BE49-F238E27FC236}">
                <a16:creationId xmlns:a16="http://schemas.microsoft.com/office/drawing/2014/main" id="{3D5CB778-BE0B-FF49-B487-30B65BCDFF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7391" y="782927"/>
            <a:ext cx="1934371" cy="2117589"/>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EED1B4B4-18B2-C24C-9A3A-7554CE5723C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8227" y="4809012"/>
            <a:ext cx="1933200" cy="2116800"/>
          </a:xfrm>
          <a:prstGeom prst="rect">
            <a:avLst/>
          </a:prstGeom>
          <a:noFill/>
          <a:ln w="28575">
            <a:solidFill>
              <a:srgbClr val="283447"/>
            </a:solidFill>
          </a:ln>
          <a:extLst>
            <a:ext uri="{909E8E84-426E-40DD-AFC4-6F175D3DCCD1}">
              <a14:hiddenFill xmlns:a14="http://schemas.microsoft.com/office/drawing/2010/main">
                <a:solidFill>
                  <a:srgbClr val="FFFFFF"/>
                </a:solidFill>
              </a14:hiddenFill>
            </a:ext>
          </a:extLst>
        </p:spPr>
      </p:pic>
      <p:pic>
        <p:nvPicPr>
          <p:cNvPr id="29" name="Picture 2">
            <a:extLst>
              <a:ext uri="{FF2B5EF4-FFF2-40B4-BE49-F238E27FC236}">
                <a16:creationId xmlns:a16="http://schemas.microsoft.com/office/drawing/2014/main" id="{0BDC624D-5E87-844E-B80B-415EB6E2DD8E}"/>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892" y="4809012"/>
            <a:ext cx="1933200" cy="21168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a:extLst>
              <a:ext uri="{FF2B5EF4-FFF2-40B4-BE49-F238E27FC236}">
                <a16:creationId xmlns:a16="http://schemas.microsoft.com/office/drawing/2014/main" id="{70EA4036-1BAA-964A-A797-F02A997160AF}"/>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08562" y="4809012"/>
            <a:ext cx="1933200" cy="211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8586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75411308-7D7C-441F-8B2D-9DB7103780D2}"/>
              </a:ext>
            </a:extLst>
          </p:cNvPr>
          <p:cNvSpPr/>
          <p:nvPr/>
        </p:nvSpPr>
        <p:spPr>
          <a:xfrm>
            <a:off x="-6239" y="1947511"/>
            <a:ext cx="6871063" cy="2638182"/>
          </a:xfrm>
          <a:prstGeom prst="rect">
            <a:avLst/>
          </a:prstGeom>
          <a:solidFill>
            <a:srgbClr val="343E44">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직사각형 21">
            <a:extLst>
              <a:ext uri="{FF2B5EF4-FFF2-40B4-BE49-F238E27FC236}">
                <a16:creationId xmlns:a16="http://schemas.microsoft.com/office/drawing/2014/main" id="{8915DFC7-E78B-4447-B0FA-E8D2921A2909}"/>
              </a:ext>
            </a:extLst>
          </p:cNvPr>
          <p:cNvSpPr/>
          <p:nvPr/>
        </p:nvSpPr>
        <p:spPr>
          <a:xfrm>
            <a:off x="-6239" y="1626687"/>
            <a:ext cx="6871063" cy="2638182"/>
          </a:xfrm>
          <a:prstGeom prst="rect">
            <a:avLst/>
          </a:prstGeom>
          <a:solidFill>
            <a:srgbClr val="3848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TextBox 22">
            <a:extLst>
              <a:ext uri="{FF2B5EF4-FFF2-40B4-BE49-F238E27FC236}">
                <a16:creationId xmlns:a16="http://schemas.microsoft.com/office/drawing/2014/main" id="{31246B28-A183-4D21-ABA2-4A95AACCDCE1}"/>
              </a:ext>
            </a:extLst>
          </p:cNvPr>
          <p:cNvSpPr txBox="1"/>
          <p:nvPr/>
        </p:nvSpPr>
        <p:spPr>
          <a:xfrm>
            <a:off x="751114" y="2530279"/>
            <a:ext cx="5342708" cy="830997"/>
          </a:xfrm>
          <a:prstGeom prst="rect">
            <a:avLst/>
          </a:prstGeom>
          <a:noFill/>
        </p:spPr>
        <p:txBody>
          <a:bodyPr wrap="square" rtlCol="0">
            <a:spAutoFit/>
          </a:bodyPr>
          <a:lstStyle/>
          <a:p>
            <a:pPr algn="ctr"/>
            <a:r>
              <a:rPr lang="en-US" altLang="ko-KR" sz="4800" dirty="0">
                <a:solidFill>
                  <a:schemeClr val="bg1"/>
                </a:solidFill>
                <a:latin typeface="나눔고딕 ExtraBold" panose="020D0904000000000000" pitchFamily="50" charset="-127"/>
                <a:ea typeface="나눔고딕 ExtraBold" panose="020D0904000000000000" pitchFamily="50" charset="-127"/>
              </a:rPr>
              <a:t>Utilities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Tree>
    <p:extLst>
      <p:ext uri="{BB962C8B-B14F-4D97-AF65-F5344CB8AC3E}">
        <p14:creationId xmlns:p14="http://schemas.microsoft.com/office/powerpoint/2010/main" val="1099956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659F9920-CC6E-4D59-BF8E-39BFB06FE8D3}"/>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4" name="TextBox 13">
              <a:extLst>
                <a:ext uri="{FF2B5EF4-FFF2-40B4-BE49-F238E27FC236}">
                  <a16:creationId xmlns:a16="http://schemas.microsoft.com/office/drawing/2014/main" id="{207CBC6D-2634-4D8D-8FB5-DAD28A7E00B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5" name="TextBox 14">
              <a:extLst>
                <a:ext uri="{FF2B5EF4-FFF2-40B4-BE49-F238E27FC236}">
                  <a16:creationId xmlns:a16="http://schemas.microsoft.com/office/drawing/2014/main" id="{C17FC783-C303-43E4-9B81-C61A7E951167}"/>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095013" y="928236"/>
            <a:ext cx="4528548"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Chat and Polls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7" name="TextBox 6">
            <a:extLst>
              <a:ext uri="{FF2B5EF4-FFF2-40B4-BE49-F238E27FC236}">
                <a16:creationId xmlns:a16="http://schemas.microsoft.com/office/drawing/2014/main" id="{3A73B173-6515-4F8B-9569-20ED06F79F98}"/>
              </a:ext>
            </a:extLst>
          </p:cNvPr>
          <p:cNvSpPr txBox="1"/>
          <p:nvPr/>
        </p:nvSpPr>
        <p:spPr>
          <a:xfrm>
            <a:off x="209006" y="3336317"/>
            <a:ext cx="2111284" cy="212949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send messages to all participants or send private messages to individuals.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[Open/Close Chat]</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from dock to toggle </a:t>
            </a:r>
            <a:r>
              <a:rPr lang="en-US" altLang="ko-KR" sz="1200" dirty="0">
                <a:solidFill>
                  <a:prstClr val="black"/>
                </a:solidFill>
                <a:latin typeface="나눔바른고딕" panose="020B0603020101020101" pitchFamily="50" charset="-127"/>
                <a:ea typeface="나눔바른고딕" panose="020B0603020101020101" pitchFamily="50" charset="-127"/>
              </a:rPr>
              <a:t>Chat</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panel. </a:t>
            </a:r>
          </a:p>
        </p:txBody>
      </p:sp>
      <p:sp>
        <p:nvSpPr>
          <p:cNvPr id="13" name="슬라이드 번호 개체 틀 15">
            <a:extLst>
              <a:ext uri="{FF2B5EF4-FFF2-40B4-BE49-F238E27FC236}">
                <a16:creationId xmlns:a16="http://schemas.microsoft.com/office/drawing/2014/main" id="{25A4539F-8EFE-44A1-8920-486E95E54F63}"/>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16</a:t>
            </a:fld>
            <a:endParaRPr lang="ko-KR" altLang="en-US"/>
          </a:p>
        </p:txBody>
      </p:sp>
      <p:sp>
        <p:nvSpPr>
          <p:cNvPr id="17" name="TextBox 16">
            <a:extLst>
              <a:ext uri="{FF2B5EF4-FFF2-40B4-BE49-F238E27FC236}">
                <a16:creationId xmlns:a16="http://schemas.microsoft.com/office/drawing/2014/main" id="{416475CF-2AA4-478A-B58E-033E6C682423}"/>
              </a:ext>
            </a:extLst>
          </p:cNvPr>
          <p:cNvSpPr txBox="1"/>
          <p:nvPr/>
        </p:nvSpPr>
        <p:spPr>
          <a:xfrm>
            <a:off x="209005" y="2915632"/>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Send Messages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8" name="TextBox 17">
            <a:extLst>
              <a:ext uri="{FF2B5EF4-FFF2-40B4-BE49-F238E27FC236}">
                <a16:creationId xmlns:a16="http://schemas.microsoft.com/office/drawing/2014/main" id="{A19DA0DE-2ABA-437B-AE4D-3DCF10669DA7}"/>
              </a:ext>
            </a:extLst>
          </p:cNvPr>
          <p:cNvSpPr txBox="1"/>
          <p:nvPr/>
        </p:nvSpPr>
        <p:spPr>
          <a:xfrm>
            <a:off x="4539565" y="6293361"/>
            <a:ext cx="1881042"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Search Messages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9" name="TextBox 18">
            <a:extLst>
              <a:ext uri="{FF2B5EF4-FFF2-40B4-BE49-F238E27FC236}">
                <a16:creationId xmlns:a16="http://schemas.microsoft.com/office/drawing/2014/main" id="{6762491E-31F5-4816-8907-168B34D31B56}"/>
              </a:ext>
            </a:extLst>
          </p:cNvPr>
          <p:cNvSpPr txBox="1"/>
          <p:nvPr/>
        </p:nvSpPr>
        <p:spPr>
          <a:xfrm>
            <a:off x="4460489" y="6689107"/>
            <a:ext cx="2070370" cy="2905091"/>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Users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can</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search</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keywords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by</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clicking</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the</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search</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icon</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located</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on</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top</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of</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the</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Chat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panel.</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Search keywords</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will be</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highlighted in yellow</a:t>
            </a:r>
            <a:r>
              <a:rPr lang="en-US" altLang="ko-KR" sz="1200" dirty="0">
                <a:solidFill>
                  <a:prstClr val="black"/>
                </a:solidFill>
                <a:latin typeface="나눔바른고딕" panose="020B0603020101020101" pitchFamily="50" charset="-127"/>
                <a:ea typeface="나눔바른고딕" panose="020B0603020101020101" pitchFamily="50" charset="-127"/>
              </a:rPr>
              <a:t>.</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-Orange</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indicates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current</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 position.</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-Press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enter key</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 continue</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searching.</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0" name="Rounded Rectangle 19">
            <a:extLst>
              <a:ext uri="{FF2B5EF4-FFF2-40B4-BE49-F238E27FC236}">
                <a16:creationId xmlns:a16="http://schemas.microsoft.com/office/drawing/2014/main" id="{55104CB2-813E-C746-BEDA-9E24F2336E88}"/>
              </a:ext>
            </a:extLst>
          </p:cNvPr>
          <p:cNvSpPr/>
          <p:nvPr/>
        </p:nvSpPr>
        <p:spPr>
          <a:xfrm>
            <a:off x="4794161" y="4899578"/>
            <a:ext cx="138447" cy="14488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grpSp>
        <p:nvGrpSpPr>
          <p:cNvPr id="25" name="Group 24">
            <a:extLst>
              <a:ext uri="{FF2B5EF4-FFF2-40B4-BE49-F238E27FC236}">
                <a16:creationId xmlns:a16="http://schemas.microsoft.com/office/drawing/2014/main" id="{31A1D83C-BDFA-B340-ACD1-7D64A58F3FA9}"/>
              </a:ext>
            </a:extLst>
          </p:cNvPr>
          <p:cNvGrpSpPr/>
          <p:nvPr/>
        </p:nvGrpSpPr>
        <p:grpSpPr>
          <a:xfrm>
            <a:off x="1279185" y="107537"/>
            <a:ext cx="5561768" cy="281649"/>
            <a:chOff x="1279185" y="107537"/>
            <a:chExt cx="5561768" cy="281649"/>
          </a:xfrm>
        </p:grpSpPr>
        <p:sp>
          <p:nvSpPr>
            <p:cNvPr id="26" name="Rectangle 25">
              <a:extLst>
                <a:ext uri="{FF2B5EF4-FFF2-40B4-BE49-F238E27FC236}">
                  <a16:creationId xmlns:a16="http://schemas.microsoft.com/office/drawing/2014/main" id="{C78C86A5-C46C-7C48-8319-15950D4CABE8}"/>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7" name="Rectangle 26">
              <a:extLst>
                <a:ext uri="{FF2B5EF4-FFF2-40B4-BE49-F238E27FC236}">
                  <a16:creationId xmlns:a16="http://schemas.microsoft.com/office/drawing/2014/main" id="{9ED630B8-8792-144A-8B52-C71C16F84A6B}"/>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8" name="Rectangle 27">
              <a:extLst>
                <a:ext uri="{FF2B5EF4-FFF2-40B4-BE49-F238E27FC236}">
                  <a16:creationId xmlns:a16="http://schemas.microsoft.com/office/drawing/2014/main" id="{3CD47BAB-185A-164C-9C26-3CF43AE6742B}"/>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9" name="Rectangle 28">
              <a:extLst>
                <a:ext uri="{FF2B5EF4-FFF2-40B4-BE49-F238E27FC236}">
                  <a16:creationId xmlns:a16="http://schemas.microsoft.com/office/drawing/2014/main" id="{6AFE4208-0A0E-414A-AB62-AECE39FDB434}"/>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37" name="오른쪽 화살표[R] 20">
            <a:extLst>
              <a:ext uri="{FF2B5EF4-FFF2-40B4-BE49-F238E27FC236}">
                <a16:creationId xmlns:a16="http://schemas.microsoft.com/office/drawing/2014/main" id="{F1706DC1-A9A6-7F4F-AABC-124F0B0BBA7F}"/>
              </a:ext>
            </a:extLst>
          </p:cNvPr>
          <p:cNvSpPr/>
          <p:nvPr/>
        </p:nvSpPr>
        <p:spPr>
          <a:xfrm>
            <a:off x="2247470" y="7813435"/>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5" name="그림 4">
            <a:extLst>
              <a:ext uri="{FF2B5EF4-FFF2-40B4-BE49-F238E27FC236}">
                <a16:creationId xmlns:a16="http://schemas.microsoft.com/office/drawing/2014/main" id="{9F595B14-4067-9745-A8DF-9CA8C43D68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2470" y="3019405"/>
            <a:ext cx="4063609" cy="2740452"/>
          </a:xfrm>
          <a:prstGeom prst="rect">
            <a:avLst/>
          </a:prstGeom>
        </p:spPr>
      </p:pic>
      <p:sp>
        <p:nvSpPr>
          <p:cNvPr id="30" name="직사각형 15">
            <a:extLst>
              <a:ext uri="{FF2B5EF4-FFF2-40B4-BE49-F238E27FC236}">
                <a16:creationId xmlns:a16="http://schemas.microsoft.com/office/drawing/2014/main" id="{DFD1C211-A3EB-3F4F-907B-2C20A991BA58}"/>
              </a:ext>
            </a:extLst>
          </p:cNvPr>
          <p:cNvSpPr/>
          <p:nvPr/>
        </p:nvSpPr>
        <p:spPr>
          <a:xfrm>
            <a:off x="4986517" y="5348169"/>
            <a:ext cx="446722" cy="39550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0" name="그림 9">
            <a:extLst>
              <a:ext uri="{FF2B5EF4-FFF2-40B4-BE49-F238E27FC236}">
                <a16:creationId xmlns:a16="http://schemas.microsoft.com/office/drawing/2014/main" id="{2586BA69-E134-3E4C-92B8-B5A6A08D70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9331" y="6320918"/>
            <a:ext cx="1974850" cy="3314700"/>
          </a:xfrm>
          <a:prstGeom prst="rect">
            <a:avLst/>
          </a:prstGeom>
        </p:spPr>
      </p:pic>
      <p:pic>
        <p:nvPicPr>
          <p:cNvPr id="12" name="그림 11">
            <a:extLst>
              <a:ext uri="{FF2B5EF4-FFF2-40B4-BE49-F238E27FC236}">
                <a16:creationId xmlns:a16="http://schemas.microsoft.com/office/drawing/2014/main" id="{717C313F-37BF-1E40-8831-F72C7D37B4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54081" y="6293361"/>
            <a:ext cx="1972060" cy="3342257"/>
          </a:xfrm>
          <a:prstGeom prst="rect">
            <a:avLst/>
          </a:prstGeom>
        </p:spPr>
      </p:pic>
      <p:sp>
        <p:nvSpPr>
          <p:cNvPr id="36" name="직사각형 25">
            <a:extLst>
              <a:ext uri="{FF2B5EF4-FFF2-40B4-BE49-F238E27FC236}">
                <a16:creationId xmlns:a16="http://schemas.microsoft.com/office/drawing/2014/main" id="{A537DC14-225B-FC49-BCC9-025CFAD7F1C6}"/>
              </a:ext>
            </a:extLst>
          </p:cNvPr>
          <p:cNvSpPr/>
          <p:nvPr/>
        </p:nvSpPr>
        <p:spPr>
          <a:xfrm>
            <a:off x="1649358" y="6345163"/>
            <a:ext cx="300370" cy="28904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905506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9641BEA0-1678-4FC3-A7A7-71AD144E2FB1}"/>
              </a:ext>
            </a:extLst>
          </p:cNvPr>
          <p:cNvSpPr txBox="1"/>
          <p:nvPr/>
        </p:nvSpPr>
        <p:spPr>
          <a:xfrm>
            <a:off x="183794" y="308699"/>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Send Private Messages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2" name="TextBox 21">
            <a:extLst>
              <a:ext uri="{FF2B5EF4-FFF2-40B4-BE49-F238E27FC236}">
                <a16:creationId xmlns:a16="http://schemas.microsoft.com/office/drawing/2014/main" id="{48364E9D-EE3B-4D03-A954-601335AAD10B}"/>
              </a:ext>
            </a:extLst>
          </p:cNvPr>
          <p:cNvSpPr txBox="1"/>
          <p:nvPr/>
        </p:nvSpPr>
        <p:spPr>
          <a:xfrm>
            <a:off x="183794" y="4743197"/>
            <a:ext cx="6485856" cy="1353897"/>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Users can send private messages by typing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and either type in or select the user(s) they wish to send private messages to</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Users can also send private message through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[Setting(...)] - [Send Private Messages]</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p>
        </p:txBody>
      </p:sp>
      <p:sp>
        <p:nvSpPr>
          <p:cNvPr id="2" name="슬라이드 번호 개체 틀 1">
            <a:extLst>
              <a:ext uri="{FF2B5EF4-FFF2-40B4-BE49-F238E27FC236}">
                <a16:creationId xmlns:a16="http://schemas.microsoft.com/office/drawing/2014/main" id="{14B7D34A-6655-4D0B-B24D-60C1FDB7C27E}"/>
              </a:ext>
            </a:extLst>
          </p:cNvPr>
          <p:cNvSpPr>
            <a:spLocks noGrp="1"/>
          </p:cNvSpPr>
          <p:nvPr>
            <p:ph type="sldNum" sz="quarter" idx="12"/>
          </p:nvPr>
        </p:nvSpPr>
        <p:spPr/>
        <p:txBody>
          <a:bodyPr/>
          <a:lstStyle/>
          <a:p>
            <a:fld id="{025F5712-77C1-483E-AF6C-501D64E640ED}" type="slidenum">
              <a:rPr lang="ko-KR" altLang="en-US" smtClean="0"/>
              <a:t>17</a:t>
            </a:fld>
            <a:endParaRPr lang="ko-KR" altLang="en-US"/>
          </a:p>
        </p:txBody>
      </p:sp>
      <p:sp>
        <p:nvSpPr>
          <p:cNvPr id="21" name="TextBox 20">
            <a:extLst>
              <a:ext uri="{FF2B5EF4-FFF2-40B4-BE49-F238E27FC236}">
                <a16:creationId xmlns:a16="http://schemas.microsoft.com/office/drawing/2014/main" id="{D35FC6E9-A653-4F4A-95DA-7DA097CA0F88}"/>
              </a:ext>
            </a:extLst>
          </p:cNvPr>
          <p:cNvSpPr txBox="1"/>
          <p:nvPr/>
        </p:nvSpPr>
        <p:spPr>
          <a:xfrm>
            <a:off x="5184474" y="4278726"/>
            <a:ext cx="1191406" cy="276999"/>
          </a:xfrm>
          <a:prstGeom prst="rect">
            <a:avLst/>
          </a:prstGeom>
          <a:noFill/>
        </p:spPr>
        <p:txBody>
          <a:bodyPr wrap="square">
            <a:spAutoFit/>
          </a:bodyPr>
          <a:lstStyle/>
          <a:p>
            <a:r>
              <a:rPr lang="en-US" altLang="ko-KR" sz="1200" dirty="0">
                <a:solidFill>
                  <a:prstClr val="black"/>
                </a:solidFill>
                <a:latin typeface="나눔바른고딕" panose="020B0603020101020101" pitchFamily="50" charset="-127"/>
                <a:ea typeface="나눔바른고딕" panose="020B0603020101020101" pitchFamily="50" charset="-127"/>
              </a:rPr>
              <a:t>[Receiving</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lang="ko-Kore-KR" altLang="en-US" sz="1200" dirty="0"/>
          </a:p>
        </p:txBody>
      </p:sp>
      <p:sp>
        <p:nvSpPr>
          <p:cNvPr id="23" name="TextBox 22">
            <a:extLst>
              <a:ext uri="{FF2B5EF4-FFF2-40B4-BE49-F238E27FC236}">
                <a16:creationId xmlns:a16="http://schemas.microsoft.com/office/drawing/2014/main" id="{F59A5446-A155-1E44-A1B2-04C931C2E8EA}"/>
              </a:ext>
            </a:extLst>
          </p:cNvPr>
          <p:cNvSpPr txBox="1"/>
          <p:nvPr/>
        </p:nvSpPr>
        <p:spPr>
          <a:xfrm>
            <a:off x="1246317" y="4278727"/>
            <a:ext cx="2235064" cy="276999"/>
          </a:xfrm>
          <a:prstGeom prst="rect">
            <a:avLst/>
          </a:prstGeom>
          <a:noFill/>
        </p:spPr>
        <p:txBody>
          <a:bodyPr wrap="square">
            <a:spAutoFit/>
          </a:bodyPr>
          <a:lstStyle/>
          <a:p>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[Sending Private Messages]</a:t>
            </a:r>
            <a:endParaRPr lang="ko-Kore-KR" altLang="en-US" sz="1200" dirty="0"/>
          </a:p>
        </p:txBody>
      </p:sp>
      <p:pic>
        <p:nvPicPr>
          <p:cNvPr id="4" name="그림 3">
            <a:extLst>
              <a:ext uri="{FF2B5EF4-FFF2-40B4-BE49-F238E27FC236}">
                <a16:creationId xmlns:a16="http://schemas.microsoft.com/office/drawing/2014/main" id="{4A88A5A9-1523-5746-9DBC-858A04E393CC}"/>
              </a:ext>
            </a:extLst>
          </p:cNvPr>
          <p:cNvPicPr>
            <a:picLocks noChangeAspect="1"/>
          </p:cNvPicPr>
          <p:nvPr/>
        </p:nvPicPr>
        <p:blipFill rotWithShape="1">
          <a:blip r:embed="rId2">
            <a:extLst>
              <a:ext uri="{28A0092B-C50C-407E-A947-70E740481C1C}">
                <a14:useLocalDpi xmlns:a14="http://schemas.microsoft.com/office/drawing/2010/main" val="0"/>
              </a:ext>
            </a:extLst>
          </a:blip>
          <a:srcRect t="53056"/>
          <a:stretch/>
        </p:blipFill>
        <p:spPr>
          <a:xfrm>
            <a:off x="165570" y="897973"/>
            <a:ext cx="2110917" cy="1759870"/>
          </a:xfrm>
          <a:prstGeom prst="rect">
            <a:avLst/>
          </a:prstGeom>
        </p:spPr>
      </p:pic>
      <p:pic>
        <p:nvPicPr>
          <p:cNvPr id="6" name="그림 5">
            <a:extLst>
              <a:ext uri="{FF2B5EF4-FFF2-40B4-BE49-F238E27FC236}">
                <a16:creationId xmlns:a16="http://schemas.microsoft.com/office/drawing/2014/main" id="{10D5ED6C-2F82-4841-81ED-A85D56FC053A}"/>
              </a:ext>
            </a:extLst>
          </p:cNvPr>
          <p:cNvPicPr>
            <a:picLocks noChangeAspect="1"/>
          </p:cNvPicPr>
          <p:nvPr/>
        </p:nvPicPr>
        <p:blipFill rotWithShape="1">
          <a:blip r:embed="rId3">
            <a:extLst>
              <a:ext uri="{28A0092B-C50C-407E-A947-70E740481C1C}">
                <a14:useLocalDpi xmlns:a14="http://schemas.microsoft.com/office/drawing/2010/main" val="0"/>
              </a:ext>
            </a:extLst>
          </a:blip>
          <a:srcRect t="60834"/>
          <a:stretch/>
        </p:blipFill>
        <p:spPr>
          <a:xfrm>
            <a:off x="174659" y="2775139"/>
            <a:ext cx="2101828" cy="1469016"/>
          </a:xfrm>
          <a:prstGeom prst="rect">
            <a:avLst/>
          </a:prstGeom>
        </p:spPr>
      </p:pic>
      <p:sp>
        <p:nvSpPr>
          <p:cNvPr id="18" name="직사각형 14">
            <a:extLst>
              <a:ext uri="{FF2B5EF4-FFF2-40B4-BE49-F238E27FC236}">
                <a16:creationId xmlns:a16="http://schemas.microsoft.com/office/drawing/2014/main" id="{95BEF6BF-0A72-EB45-91DF-6B1B891B20D0}"/>
              </a:ext>
            </a:extLst>
          </p:cNvPr>
          <p:cNvSpPr/>
          <p:nvPr/>
        </p:nvSpPr>
        <p:spPr>
          <a:xfrm>
            <a:off x="239059" y="1058610"/>
            <a:ext cx="1121908" cy="34684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9" name="직사각형 15">
            <a:extLst>
              <a:ext uri="{FF2B5EF4-FFF2-40B4-BE49-F238E27FC236}">
                <a16:creationId xmlns:a16="http://schemas.microsoft.com/office/drawing/2014/main" id="{A683A6AA-39E1-4E40-9B76-E050D1E3554C}"/>
              </a:ext>
            </a:extLst>
          </p:cNvPr>
          <p:cNvSpPr/>
          <p:nvPr/>
        </p:nvSpPr>
        <p:spPr>
          <a:xfrm>
            <a:off x="858492" y="3167798"/>
            <a:ext cx="1225490" cy="100016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8" name="그림 7">
            <a:extLst>
              <a:ext uri="{FF2B5EF4-FFF2-40B4-BE49-F238E27FC236}">
                <a16:creationId xmlns:a16="http://schemas.microsoft.com/office/drawing/2014/main" id="{CEE78AF0-F208-1445-BE29-D60D0DA86D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3849" y="910408"/>
            <a:ext cx="2101828" cy="3346182"/>
          </a:xfrm>
          <a:prstGeom prst="rect">
            <a:avLst/>
          </a:prstGeom>
        </p:spPr>
      </p:pic>
      <p:pic>
        <p:nvPicPr>
          <p:cNvPr id="12" name="그림 11">
            <a:extLst>
              <a:ext uri="{FF2B5EF4-FFF2-40B4-BE49-F238E27FC236}">
                <a16:creationId xmlns:a16="http://schemas.microsoft.com/office/drawing/2014/main" id="{D5BEE75F-BCFE-1240-89E7-0A937345B1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27049" y="910408"/>
            <a:ext cx="2062298" cy="3346182"/>
          </a:xfrm>
          <a:prstGeom prst="rect">
            <a:avLst/>
          </a:prstGeom>
        </p:spPr>
      </p:pic>
    </p:spTree>
    <p:extLst>
      <p:ext uri="{BB962C8B-B14F-4D97-AF65-F5344CB8AC3E}">
        <p14:creationId xmlns:p14="http://schemas.microsoft.com/office/powerpoint/2010/main" val="1714291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9641BEA0-1678-4FC3-A7A7-71AD144E2FB1}"/>
              </a:ext>
            </a:extLst>
          </p:cNvPr>
          <p:cNvSpPr txBox="1"/>
          <p:nvPr/>
        </p:nvSpPr>
        <p:spPr>
          <a:xfrm>
            <a:off x="121483" y="295226"/>
            <a:ext cx="648585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Send and Share Files (Documents, Pictures,</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r>
              <a:rPr lang="en-US" altLang="ko-KR" sz="1600" dirty="0">
                <a:solidFill>
                  <a:srgbClr val="1D6B91"/>
                </a:solidFill>
                <a:latin typeface="나눔고딕 ExtraBold" panose="020D0904000000000000" pitchFamily="50" charset="-127"/>
                <a:ea typeface="나눔고딕 ExtraBold" panose="020D0904000000000000" pitchFamily="50" charset="-127"/>
              </a:rPr>
              <a:t>Videos,</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r>
              <a:rPr lang="en-US" altLang="ko-KR" sz="1600" dirty="0">
                <a:solidFill>
                  <a:srgbClr val="1D6B91"/>
                </a:solidFill>
                <a:latin typeface="나눔고딕 ExtraBold" panose="020D0904000000000000" pitchFamily="50" charset="-127"/>
                <a:ea typeface="나눔고딕 ExtraBold" panose="020D0904000000000000" pitchFamily="50" charset="-127"/>
              </a:rPr>
              <a:t>etc..)</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 name="슬라이드 번호 개체 틀 1">
            <a:extLst>
              <a:ext uri="{FF2B5EF4-FFF2-40B4-BE49-F238E27FC236}">
                <a16:creationId xmlns:a16="http://schemas.microsoft.com/office/drawing/2014/main" id="{14B7D34A-6655-4D0B-B24D-60C1FDB7C27E}"/>
              </a:ext>
            </a:extLst>
          </p:cNvPr>
          <p:cNvSpPr>
            <a:spLocks noGrp="1"/>
          </p:cNvSpPr>
          <p:nvPr>
            <p:ph type="sldNum" sz="quarter" idx="12"/>
          </p:nvPr>
        </p:nvSpPr>
        <p:spPr/>
        <p:txBody>
          <a:bodyPr/>
          <a:lstStyle/>
          <a:p>
            <a:fld id="{025F5712-77C1-483E-AF6C-501D64E640ED}" type="slidenum">
              <a:rPr lang="ko-KR" altLang="en-US" smtClean="0"/>
              <a:t>18</a:t>
            </a:fld>
            <a:endParaRPr lang="ko-KR" altLang="en-US" dirty="0"/>
          </a:p>
        </p:txBody>
      </p:sp>
      <p:sp>
        <p:nvSpPr>
          <p:cNvPr id="24" name="TextBox 23">
            <a:extLst>
              <a:ext uri="{FF2B5EF4-FFF2-40B4-BE49-F238E27FC236}">
                <a16:creationId xmlns:a16="http://schemas.microsoft.com/office/drawing/2014/main" id="{1F78E246-0D57-5E46-8AC2-B03FCFA038CE}"/>
              </a:ext>
            </a:extLst>
          </p:cNvPr>
          <p:cNvSpPr txBox="1"/>
          <p:nvPr/>
        </p:nvSpPr>
        <p:spPr>
          <a:xfrm>
            <a:off x="186072" y="5194194"/>
            <a:ext cx="349377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Create a Poll</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5" name="TextBox 24">
            <a:extLst>
              <a:ext uri="{FF2B5EF4-FFF2-40B4-BE49-F238E27FC236}">
                <a16:creationId xmlns:a16="http://schemas.microsoft.com/office/drawing/2014/main" id="{0098CFB8-B4B1-E14B-B33C-4F13503980E9}"/>
              </a:ext>
            </a:extLst>
          </p:cNvPr>
          <p:cNvSpPr txBox="1"/>
          <p:nvPr/>
        </p:nvSpPr>
        <p:spPr>
          <a:xfrm>
            <a:off x="1662636" y="4215884"/>
            <a:ext cx="1185879" cy="276999"/>
          </a:xfrm>
          <a:prstGeom prst="rect">
            <a:avLst/>
          </a:prstGeom>
          <a:noFill/>
        </p:spPr>
        <p:txBody>
          <a:bodyPr wrap="square">
            <a:spAutoFit/>
          </a:bodyPr>
          <a:lstStyle/>
          <a:p>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dirty="0">
                <a:solidFill>
                  <a:prstClr val="black"/>
                </a:solidFill>
                <a:latin typeface="나눔바른고딕" panose="020B0603020101020101" pitchFamily="50" charset="-127"/>
                <a:ea typeface="나눔바른고딕" panose="020B0603020101020101" pitchFamily="50" charset="-127"/>
              </a:rPr>
              <a:t>Sharing Files</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lang="ko-Kore-KR" altLang="en-US" sz="1200" dirty="0"/>
          </a:p>
        </p:txBody>
      </p:sp>
      <p:sp>
        <p:nvSpPr>
          <p:cNvPr id="26" name="TextBox 25">
            <a:extLst>
              <a:ext uri="{FF2B5EF4-FFF2-40B4-BE49-F238E27FC236}">
                <a16:creationId xmlns:a16="http://schemas.microsoft.com/office/drawing/2014/main" id="{014C486D-D0EE-7C4C-81A2-37E1752CE24C}"/>
              </a:ext>
            </a:extLst>
          </p:cNvPr>
          <p:cNvSpPr txBox="1"/>
          <p:nvPr/>
        </p:nvSpPr>
        <p:spPr>
          <a:xfrm>
            <a:off x="4843463" y="4205962"/>
            <a:ext cx="1816980" cy="276999"/>
          </a:xfrm>
          <a:prstGeom prst="rect">
            <a:avLst/>
          </a:prstGeom>
          <a:noFill/>
        </p:spPr>
        <p:txBody>
          <a:bodyPr wrap="square">
            <a:spAutoFit/>
          </a:bodyPr>
          <a:lstStyle/>
          <a:p>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dirty="0">
                <a:solidFill>
                  <a:prstClr val="black"/>
                </a:solidFill>
                <a:latin typeface="나눔바른고딕" panose="020B0603020101020101" pitchFamily="50" charset="-127"/>
                <a:ea typeface="나눔바른고딕" panose="020B0603020101020101" pitchFamily="50" charset="-127"/>
              </a:rPr>
              <a:t>Downloading Files</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lang="ko-Kore-KR" altLang="en-US" sz="1200" dirty="0"/>
          </a:p>
        </p:txBody>
      </p:sp>
      <p:sp>
        <p:nvSpPr>
          <p:cNvPr id="15" name="TextBox 14">
            <a:extLst>
              <a:ext uri="{FF2B5EF4-FFF2-40B4-BE49-F238E27FC236}">
                <a16:creationId xmlns:a16="http://schemas.microsoft.com/office/drawing/2014/main" id="{120D617D-D811-524B-80DD-93A2EDBADB78}"/>
              </a:ext>
            </a:extLst>
          </p:cNvPr>
          <p:cNvSpPr txBox="1"/>
          <p:nvPr/>
        </p:nvSpPr>
        <p:spPr>
          <a:xfrm>
            <a:off x="298883" y="4475974"/>
            <a:ext cx="6485856" cy="616194"/>
          </a:xfrm>
          <a:prstGeom prst="rect">
            <a:avLst/>
          </a:prstGeom>
          <a:noFill/>
        </p:spPr>
        <p:txBody>
          <a:bodyPr wrap="square" rtlCol="0">
            <a:spAutoFit/>
          </a:bodyPr>
          <a:lstStyle/>
          <a:p>
            <a:pPr>
              <a:lnSpc>
                <a:spcPct val="150000"/>
              </a:lnSpc>
            </a:pPr>
            <a:r>
              <a:rPr lang="en-US" altLang="ko-KR" sz="1200" dirty="0">
                <a:solidFill>
                  <a:prstClr val="black"/>
                </a:solidFill>
                <a:latin typeface="나눔바른고딕" panose="020B0603020101020101" pitchFamily="50" charset="-127"/>
                <a:ea typeface="나눔바른고딕" panose="020B0603020101020101" pitchFamily="50" charset="-127"/>
              </a:rPr>
              <a:t>Users can share files to other participants by select </a:t>
            </a:r>
            <a:r>
              <a:rPr lang="en-US" altLang="ko-KR" sz="1200" b="1" dirty="0">
                <a:solidFill>
                  <a:prstClr val="black"/>
                </a:solidFill>
                <a:latin typeface="나눔바른고딕" panose="020B0603020101020101" pitchFamily="50" charset="-127"/>
                <a:ea typeface="나눔바른고딕" panose="020B0603020101020101" pitchFamily="50" charset="-127"/>
              </a:rPr>
              <a:t>[File Upload]</a:t>
            </a:r>
            <a:r>
              <a:rPr lang="en-US" altLang="ko-KR" sz="1200" dirty="0">
                <a:solidFill>
                  <a:prstClr val="black"/>
                </a:solidFill>
                <a:latin typeface="나눔바른고딕" panose="020B0603020101020101" pitchFamily="50" charset="-127"/>
                <a:ea typeface="나눔바른고딕" panose="020B0603020101020101" pitchFamily="50" charset="-127"/>
              </a:rPr>
              <a:t> Icon or </a:t>
            </a:r>
            <a:r>
              <a:rPr lang="en-US" altLang="ko-KR" sz="1200" b="1" dirty="0">
                <a:solidFill>
                  <a:prstClr val="black"/>
                </a:solidFill>
                <a:latin typeface="나눔바른고딕" panose="020B0603020101020101" pitchFamily="50" charset="-127"/>
                <a:ea typeface="나눔바른고딕" panose="020B0603020101020101" pitchFamily="50" charset="-127"/>
              </a:rPr>
              <a:t>Drag and Drop </a:t>
            </a:r>
            <a:r>
              <a:rPr lang="en-US" altLang="ko-KR" sz="1200" dirty="0">
                <a:solidFill>
                  <a:prstClr val="black"/>
                </a:solidFill>
                <a:latin typeface="나눔바른고딕" panose="020B0603020101020101" pitchFamily="50" charset="-127"/>
                <a:ea typeface="나눔바른고딕" panose="020B0603020101020101" pitchFamily="50" charset="-127"/>
              </a:rPr>
              <a:t>files to chat. Other participants can download the files by clicking the uploads.</a:t>
            </a:r>
            <a:endParaRPr lang="ko-Kore-KR" altLang="en-US" sz="1200" dirty="0"/>
          </a:p>
        </p:txBody>
      </p:sp>
      <p:sp>
        <p:nvSpPr>
          <p:cNvPr id="16" name="TextBox 15">
            <a:extLst>
              <a:ext uri="{FF2B5EF4-FFF2-40B4-BE49-F238E27FC236}">
                <a16:creationId xmlns:a16="http://schemas.microsoft.com/office/drawing/2014/main" id="{953A31E6-B7D4-E54D-9BFA-EAA5C3771576}"/>
              </a:ext>
            </a:extLst>
          </p:cNvPr>
          <p:cNvSpPr txBox="1"/>
          <p:nvPr/>
        </p:nvSpPr>
        <p:spPr>
          <a:xfrm>
            <a:off x="235231" y="5512835"/>
            <a:ext cx="6372108" cy="616194"/>
          </a:xfrm>
          <a:prstGeom prst="rect">
            <a:avLst/>
          </a:prstGeom>
          <a:noFill/>
        </p:spPr>
        <p:txBody>
          <a:bodyPr wrap="square">
            <a:spAutoFit/>
          </a:bodyPr>
          <a:lstStyle/>
          <a:p>
            <a:pPr>
              <a:lnSpc>
                <a:spcPct val="150000"/>
              </a:lnSpc>
            </a:pPr>
            <a:r>
              <a:rPr lang="en-US" altLang="ko-KR" sz="1200" dirty="0">
                <a:solidFill>
                  <a:prstClr val="black"/>
                </a:solidFill>
                <a:latin typeface="나눔바른고딕" panose="020B0603020101020101" pitchFamily="50" charset="-127"/>
                <a:ea typeface="나눔바른고딕" panose="020B0603020101020101" pitchFamily="50" charset="-127"/>
              </a:rPr>
              <a:t>Users can create polls by [Open Chat] – [Polls]tab – [Create a poll] – Enter Poll Question and option(s)– [Send]</a:t>
            </a:r>
            <a:endParaRPr lang="ko-Kore-KR" altLang="en-US" sz="1200"/>
          </a:p>
        </p:txBody>
      </p:sp>
      <p:pic>
        <p:nvPicPr>
          <p:cNvPr id="4" name="그림 3">
            <a:extLst>
              <a:ext uri="{FF2B5EF4-FFF2-40B4-BE49-F238E27FC236}">
                <a16:creationId xmlns:a16="http://schemas.microsoft.com/office/drawing/2014/main" id="{DFD148DD-78E2-4747-8C0E-020F3F6CDE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9644" y="909676"/>
            <a:ext cx="1937820" cy="3285067"/>
          </a:xfrm>
          <a:prstGeom prst="rect">
            <a:avLst/>
          </a:prstGeom>
        </p:spPr>
      </p:pic>
      <p:pic>
        <p:nvPicPr>
          <p:cNvPr id="7" name="그림 6">
            <a:extLst>
              <a:ext uri="{FF2B5EF4-FFF2-40B4-BE49-F238E27FC236}">
                <a16:creationId xmlns:a16="http://schemas.microsoft.com/office/drawing/2014/main" id="{BECBD430-16E4-BA4E-BD4C-B85815EF0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853" y="909676"/>
            <a:ext cx="1964723" cy="3285067"/>
          </a:xfrm>
          <a:prstGeom prst="rect">
            <a:avLst/>
          </a:prstGeom>
        </p:spPr>
      </p:pic>
      <p:pic>
        <p:nvPicPr>
          <p:cNvPr id="10" name="그림 9">
            <a:extLst>
              <a:ext uri="{FF2B5EF4-FFF2-40B4-BE49-F238E27FC236}">
                <a16:creationId xmlns:a16="http://schemas.microsoft.com/office/drawing/2014/main" id="{8C09E902-4A66-0440-B424-4D7A585247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09519" y="895731"/>
            <a:ext cx="1877722" cy="3285067"/>
          </a:xfrm>
          <a:prstGeom prst="rect">
            <a:avLst/>
          </a:prstGeom>
        </p:spPr>
      </p:pic>
      <p:sp>
        <p:nvSpPr>
          <p:cNvPr id="17" name="직사각형 16">
            <a:extLst>
              <a:ext uri="{FF2B5EF4-FFF2-40B4-BE49-F238E27FC236}">
                <a16:creationId xmlns:a16="http://schemas.microsoft.com/office/drawing/2014/main" id="{D59865C4-6A3D-7C4A-9F5E-48844187733B}"/>
              </a:ext>
            </a:extLst>
          </p:cNvPr>
          <p:cNvSpPr/>
          <p:nvPr/>
        </p:nvSpPr>
        <p:spPr>
          <a:xfrm>
            <a:off x="395227" y="3785411"/>
            <a:ext cx="276577" cy="32384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3" name="그림 12">
            <a:extLst>
              <a:ext uri="{FF2B5EF4-FFF2-40B4-BE49-F238E27FC236}">
                <a16:creationId xmlns:a16="http://schemas.microsoft.com/office/drawing/2014/main" id="{135A9BBD-0331-EC4A-836D-5FAAE36380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0854" y="6158620"/>
            <a:ext cx="1996740" cy="3373261"/>
          </a:xfrm>
          <a:prstGeom prst="rect">
            <a:avLst/>
          </a:prstGeom>
        </p:spPr>
      </p:pic>
      <p:pic>
        <p:nvPicPr>
          <p:cNvPr id="18" name="그림 17">
            <a:extLst>
              <a:ext uri="{FF2B5EF4-FFF2-40B4-BE49-F238E27FC236}">
                <a16:creationId xmlns:a16="http://schemas.microsoft.com/office/drawing/2014/main" id="{A8E5D5BD-BB91-0F4C-B39B-2AA0BE51FA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30631" y="6133904"/>
            <a:ext cx="1996740" cy="3373597"/>
          </a:xfrm>
          <a:prstGeom prst="rect">
            <a:avLst/>
          </a:prstGeom>
        </p:spPr>
      </p:pic>
      <p:pic>
        <p:nvPicPr>
          <p:cNvPr id="20" name="그림 19">
            <a:extLst>
              <a:ext uri="{FF2B5EF4-FFF2-40B4-BE49-F238E27FC236}">
                <a16:creationId xmlns:a16="http://schemas.microsoft.com/office/drawing/2014/main" id="{AF1F0838-D640-F94A-800B-E8034933308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70408" y="6142975"/>
            <a:ext cx="2036931" cy="3388906"/>
          </a:xfrm>
          <a:prstGeom prst="rect">
            <a:avLst/>
          </a:prstGeom>
        </p:spPr>
      </p:pic>
      <p:sp>
        <p:nvSpPr>
          <p:cNvPr id="19" name="직사각형 18">
            <a:extLst>
              <a:ext uri="{FF2B5EF4-FFF2-40B4-BE49-F238E27FC236}">
                <a16:creationId xmlns:a16="http://schemas.microsoft.com/office/drawing/2014/main" id="{42130CB1-B2C2-9846-800C-A4BA8E022036}"/>
              </a:ext>
            </a:extLst>
          </p:cNvPr>
          <p:cNvSpPr/>
          <p:nvPr/>
        </p:nvSpPr>
        <p:spPr>
          <a:xfrm>
            <a:off x="1273214" y="6522367"/>
            <a:ext cx="982362" cy="24222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1" name="직사각형 20">
            <a:extLst>
              <a:ext uri="{FF2B5EF4-FFF2-40B4-BE49-F238E27FC236}">
                <a16:creationId xmlns:a16="http://schemas.microsoft.com/office/drawing/2014/main" id="{F5F458A1-E2BE-3841-ACA2-A88C98AE7879}"/>
              </a:ext>
            </a:extLst>
          </p:cNvPr>
          <p:cNvSpPr/>
          <p:nvPr/>
        </p:nvSpPr>
        <p:spPr>
          <a:xfrm>
            <a:off x="2468255" y="7123462"/>
            <a:ext cx="1949284" cy="1548589"/>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2548388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9641BEA0-1678-4FC3-A7A7-71AD144E2FB1}"/>
              </a:ext>
            </a:extLst>
          </p:cNvPr>
          <p:cNvSpPr txBox="1"/>
          <p:nvPr/>
        </p:nvSpPr>
        <p:spPr>
          <a:xfrm>
            <a:off x="121483" y="295226"/>
            <a:ext cx="349377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Vote/</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r>
              <a:rPr lang="en-US" altLang="ko-KR" sz="1600" dirty="0">
                <a:solidFill>
                  <a:srgbClr val="1D6B91"/>
                </a:solidFill>
                <a:latin typeface="나눔고딕 ExtraBold" panose="020D0904000000000000" pitchFamily="50" charset="-127"/>
                <a:ea typeface="나눔고딕 ExtraBold" panose="020D0904000000000000" pitchFamily="50" charset="-127"/>
              </a:rPr>
              <a:t>Show Results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 name="슬라이드 번호 개체 틀 1">
            <a:extLst>
              <a:ext uri="{FF2B5EF4-FFF2-40B4-BE49-F238E27FC236}">
                <a16:creationId xmlns:a16="http://schemas.microsoft.com/office/drawing/2014/main" id="{14B7D34A-6655-4D0B-B24D-60C1FDB7C27E}"/>
              </a:ext>
            </a:extLst>
          </p:cNvPr>
          <p:cNvSpPr>
            <a:spLocks noGrp="1"/>
          </p:cNvSpPr>
          <p:nvPr>
            <p:ph type="sldNum" sz="quarter" idx="12"/>
          </p:nvPr>
        </p:nvSpPr>
        <p:spPr/>
        <p:txBody>
          <a:bodyPr/>
          <a:lstStyle/>
          <a:p>
            <a:fld id="{025F5712-77C1-483E-AF6C-501D64E640ED}" type="slidenum">
              <a:rPr lang="ko-KR" altLang="en-US" smtClean="0"/>
              <a:t>19</a:t>
            </a:fld>
            <a:endParaRPr lang="ko-KR" altLang="en-US" dirty="0"/>
          </a:p>
        </p:txBody>
      </p:sp>
      <p:sp>
        <p:nvSpPr>
          <p:cNvPr id="10" name="TextBox 9">
            <a:extLst>
              <a:ext uri="{FF2B5EF4-FFF2-40B4-BE49-F238E27FC236}">
                <a16:creationId xmlns:a16="http://schemas.microsoft.com/office/drawing/2014/main" id="{872B3778-727B-AE4A-99B3-65C8865ADC76}"/>
              </a:ext>
            </a:extLst>
          </p:cNvPr>
          <p:cNvSpPr txBox="1"/>
          <p:nvPr/>
        </p:nvSpPr>
        <p:spPr>
          <a:xfrm>
            <a:off x="298883" y="751640"/>
            <a:ext cx="2093443" cy="2832186"/>
          </a:xfrm>
          <a:prstGeom prst="rect">
            <a:avLst/>
          </a:prstGeom>
          <a:noFill/>
        </p:spPr>
        <p:txBody>
          <a:bodyPr wrap="square" rtlCol="0">
            <a:spAutoFit/>
          </a:bodyPr>
          <a:lstStyle/>
          <a:p>
            <a:pPr>
              <a:lnSpc>
                <a:spcPct val="150000"/>
              </a:lnSpc>
            </a:pPr>
            <a:r>
              <a:rPr lang="en-US" altLang="ko-KR" sz="1200" dirty="0">
                <a:solidFill>
                  <a:prstClr val="black"/>
                </a:solidFill>
                <a:latin typeface="나눔바른고딕" panose="020B0603020101020101" pitchFamily="50" charset="-127"/>
                <a:ea typeface="나눔바른고딕" panose="020B0603020101020101" pitchFamily="50" charset="-127"/>
              </a:rPr>
              <a:t>Voting will be completed once the user </a:t>
            </a:r>
            <a:r>
              <a:rPr lang="en-US" altLang="ko-KR" sz="1200" b="1" dirty="0">
                <a:solidFill>
                  <a:prstClr val="black"/>
                </a:solidFill>
                <a:latin typeface="나눔바른고딕" panose="020B0603020101020101" pitchFamily="50" charset="-127"/>
                <a:ea typeface="나눔바른고딕" panose="020B0603020101020101" pitchFamily="50" charset="-127"/>
              </a:rPr>
              <a:t>select options(s) and click [Submit]</a:t>
            </a:r>
            <a:r>
              <a:rPr lang="en-US" altLang="ko-KR" sz="1200" dirty="0">
                <a:solidFill>
                  <a:prstClr val="black"/>
                </a:solidFill>
                <a:latin typeface="나눔바른고딕" panose="020B0603020101020101" pitchFamily="50" charset="-127"/>
                <a:ea typeface="나눔바른고딕" panose="020B0603020101020101" pitchFamily="50" charset="-127"/>
              </a:rPr>
              <a:t>. Users can change vote by selecting </a:t>
            </a:r>
            <a:r>
              <a:rPr lang="en-US" altLang="ko-KR" sz="1200" b="1" dirty="0">
                <a:solidFill>
                  <a:prstClr val="black"/>
                </a:solidFill>
                <a:latin typeface="나눔바른고딕" panose="020B0603020101020101" pitchFamily="50" charset="-127"/>
                <a:ea typeface="나눔바른고딕" panose="020B0603020101020101" pitchFamily="50" charset="-127"/>
              </a:rPr>
              <a:t>[Change Vote]</a:t>
            </a:r>
            <a:r>
              <a:rPr lang="en-US" altLang="ko-KR" sz="1200" dirty="0">
                <a:solidFill>
                  <a:prstClr val="black"/>
                </a:solidFill>
                <a:latin typeface="나눔바른고딕" panose="020B0603020101020101" pitchFamily="50" charset="-127"/>
                <a:ea typeface="나눔바른고딕" panose="020B0603020101020101" pitchFamily="50" charset="-127"/>
              </a:rPr>
              <a:t>.</a:t>
            </a:r>
          </a:p>
          <a:p>
            <a:pPr>
              <a:lnSpc>
                <a:spcPct val="150000"/>
              </a:lnSpc>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a:lnSpc>
                <a:spcPct val="150000"/>
              </a:lnSpc>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lang="en-US" altLang="ko-KR" sz="1200" b="1" dirty="0">
                <a:solidFill>
                  <a:prstClr val="black"/>
                </a:solidFill>
                <a:latin typeface="나눔바른고딕" panose="020B0603020101020101" pitchFamily="50" charset="-127"/>
                <a:ea typeface="나눔바른고딕" panose="020B0603020101020101" pitchFamily="50" charset="-127"/>
              </a:rPr>
              <a:t>[Show/Hide Details]</a:t>
            </a:r>
            <a:r>
              <a:rPr lang="en-US" altLang="ko-KR" sz="1200" dirty="0">
                <a:solidFill>
                  <a:prstClr val="black"/>
                </a:solidFill>
                <a:latin typeface="나눔바른고딕" panose="020B0603020101020101" pitchFamily="50" charset="-127"/>
                <a:ea typeface="나눔바른고딕" panose="020B0603020101020101" pitchFamily="50" charset="-127"/>
              </a:rPr>
              <a:t> to see results in more detail.</a:t>
            </a:r>
            <a:endParaRPr lang="ko-Kore-KR" altLang="en-US" sz="1200" dirty="0"/>
          </a:p>
        </p:txBody>
      </p:sp>
      <p:pic>
        <p:nvPicPr>
          <p:cNvPr id="5" name="그림 4">
            <a:extLst>
              <a:ext uri="{FF2B5EF4-FFF2-40B4-BE49-F238E27FC236}">
                <a16:creationId xmlns:a16="http://schemas.microsoft.com/office/drawing/2014/main" id="{3A308B98-0E7E-BD4C-B61C-FB01FCE015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8036" y="794172"/>
            <a:ext cx="1977640" cy="3633044"/>
          </a:xfrm>
          <a:prstGeom prst="rect">
            <a:avLst/>
          </a:prstGeom>
        </p:spPr>
      </p:pic>
      <p:pic>
        <p:nvPicPr>
          <p:cNvPr id="8" name="그림 7">
            <a:extLst>
              <a:ext uri="{FF2B5EF4-FFF2-40B4-BE49-F238E27FC236}">
                <a16:creationId xmlns:a16="http://schemas.microsoft.com/office/drawing/2014/main" id="{7D202787-DA36-3D40-81C0-7C0161D79C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5569" y="794172"/>
            <a:ext cx="1968958" cy="3633045"/>
          </a:xfrm>
          <a:prstGeom prst="rect">
            <a:avLst/>
          </a:prstGeom>
        </p:spPr>
      </p:pic>
      <p:sp>
        <p:nvSpPr>
          <p:cNvPr id="7" name="직사각형 6">
            <a:extLst>
              <a:ext uri="{FF2B5EF4-FFF2-40B4-BE49-F238E27FC236}">
                <a16:creationId xmlns:a16="http://schemas.microsoft.com/office/drawing/2014/main" id="{72E46CFB-14F6-C441-BC01-B99544D0ED66}"/>
              </a:ext>
            </a:extLst>
          </p:cNvPr>
          <p:cNvSpPr/>
          <p:nvPr/>
        </p:nvSpPr>
        <p:spPr>
          <a:xfrm>
            <a:off x="3483314" y="2509244"/>
            <a:ext cx="852712" cy="33227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9" name="직사각형 8">
            <a:extLst>
              <a:ext uri="{FF2B5EF4-FFF2-40B4-BE49-F238E27FC236}">
                <a16:creationId xmlns:a16="http://schemas.microsoft.com/office/drawing/2014/main" id="{969C53B3-C40F-4140-B4ED-405DED431CD7}"/>
              </a:ext>
            </a:extLst>
          </p:cNvPr>
          <p:cNvSpPr/>
          <p:nvPr/>
        </p:nvSpPr>
        <p:spPr>
          <a:xfrm>
            <a:off x="4744001" y="3169567"/>
            <a:ext cx="1815116" cy="30122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201172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138266" y="939794"/>
            <a:ext cx="4573341"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Document Sharing</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947531"/>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Document Sharing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7" name="TextBox 6">
            <a:extLst>
              <a:ext uri="{FF2B5EF4-FFF2-40B4-BE49-F238E27FC236}">
                <a16:creationId xmlns:a16="http://schemas.microsoft.com/office/drawing/2014/main" id="{3A73B173-6515-4F8B-9569-20ED06F79F98}"/>
              </a:ext>
            </a:extLst>
          </p:cNvPr>
          <p:cNvSpPr txBox="1"/>
          <p:nvPr/>
        </p:nvSpPr>
        <p:spPr>
          <a:xfrm>
            <a:off x="209003" y="3267958"/>
            <a:ext cx="6439991" cy="1883593"/>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Users can share their documents and write or draw on them in real time.</a:t>
            </a:r>
          </a:p>
          <a:p>
            <a:pPr>
              <a:lnSpc>
                <a:spcPct val="140000"/>
              </a:lnSpc>
            </a:pPr>
            <a:r>
              <a:rPr lang="en-US" altLang="ko-KR" sz="1200" dirty="0">
                <a:latin typeface="나눔바른고딕" panose="020B0603020101020101" pitchFamily="50" charset="-127"/>
                <a:ea typeface="나눔바른고딕" panose="020B0603020101020101" pitchFamily="50" charset="-127"/>
              </a:rPr>
              <a:t>All users can participate to write and draw simultaneously.</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solidFill>
                  <a:srgbClr val="FF0000"/>
                </a:solidFill>
                <a:latin typeface="나눔바른고딕" panose="020B0603020101020101" pitchFamily="50" charset="-127"/>
                <a:ea typeface="나눔바른고딕" panose="020B0603020101020101" pitchFamily="50" charset="-127"/>
              </a:rPr>
              <a:t>When a user starts/ends sharing document, this will be reflected on all other user’s screen.</a:t>
            </a:r>
          </a:p>
          <a:p>
            <a:pPr>
              <a:lnSpc>
                <a:spcPct val="140000"/>
              </a:lnSpc>
            </a:pPr>
            <a:endParaRPr lang="en-US" altLang="ko-KR" sz="1200" dirty="0">
              <a:solidFill>
                <a:srgbClr val="FF0000"/>
              </a:solidFill>
              <a:latin typeface="나눔바른고딕" panose="020B0603020101020101" pitchFamily="50" charset="-127"/>
              <a:ea typeface="나눔바른고딕" panose="020B0603020101020101" pitchFamily="50" charset="-127"/>
            </a:endParaRPr>
          </a:p>
          <a:p>
            <a:pPr>
              <a:lnSpc>
                <a:spcPct val="140000"/>
              </a:lnSpc>
            </a:pPr>
            <a:r>
              <a:rPr lang="en-US" altLang="ko-KR" sz="1200" dirty="0">
                <a:solidFill>
                  <a:srgbClr val="FF0000"/>
                </a:solidFill>
                <a:latin typeface="나눔바른고딕" panose="020B0603020101020101" pitchFamily="50" charset="-127"/>
                <a:ea typeface="나눔바른고딕" panose="020B0603020101020101" pitchFamily="50" charset="-127"/>
              </a:rPr>
              <a:t>The shared document, as well as overwritten contents, will be available to download during the meeting. Once the meeting ends, they will be deleted permanently. </a:t>
            </a:r>
            <a:endParaRPr lang="en-US" altLang="ko-KR" sz="1400" dirty="0">
              <a:solidFill>
                <a:srgbClr val="FF0000"/>
              </a:solidFill>
              <a:latin typeface="나눔바른고딕" panose="020B0603020101020101" pitchFamily="50" charset="-127"/>
              <a:ea typeface="나눔바른고딕" panose="020B0603020101020101"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20</a:t>
            </a:fld>
            <a:endParaRPr lang="ko-KR" altLang="en-US"/>
          </a:p>
        </p:txBody>
      </p:sp>
      <p:grpSp>
        <p:nvGrpSpPr>
          <p:cNvPr id="12" name="Group 11">
            <a:extLst>
              <a:ext uri="{FF2B5EF4-FFF2-40B4-BE49-F238E27FC236}">
                <a16:creationId xmlns:a16="http://schemas.microsoft.com/office/drawing/2014/main" id="{62782730-05C4-384F-AF11-F8E43B8C9034}"/>
              </a:ext>
            </a:extLst>
          </p:cNvPr>
          <p:cNvGrpSpPr/>
          <p:nvPr/>
        </p:nvGrpSpPr>
        <p:grpSpPr>
          <a:xfrm>
            <a:off x="1279185" y="107537"/>
            <a:ext cx="5561768" cy="281649"/>
            <a:chOff x="1279185" y="107537"/>
            <a:chExt cx="5561768" cy="281649"/>
          </a:xfrm>
        </p:grpSpPr>
        <p:sp>
          <p:nvSpPr>
            <p:cNvPr id="13" name="Rectangle 12">
              <a:extLst>
                <a:ext uri="{FF2B5EF4-FFF2-40B4-BE49-F238E27FC236}">
                  <a16:creationId xmlns:a16="http://schemas.microsoft.com/office/drawing/2014/main" id="{B87D3938-69A5-5D46-BF35-AC14FA97F360}"/>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14" name="Rectangle 13">
              <a:extLst>
                <a:ext uri="{FF2B5EF4-FFF2-40B4-BE49-F238E27FC236}">
                  <a16:creationId xmlns:a16="http://schemas.microsoft.com/office/drawing/2014/main" id="{2A7C0181-EE82-6E4F-8C3C-9B4B162C6EDB}"/>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15" name="Rectangle 14">
              <a:extLst>
                <a:ext uri="{FF2B5EF4-FFF2-40B4-BE49-F238E27FC236}">
                  <a16:creationId xmlns:a16="http://schemas.microsoft.com/office/drawing/2014/main" id="{BAF68E95-7115-5146-ABB7-608B2A87C626}"/>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9" name="Rectangle 18">
              <a:extLst>
                <a:ext uri="{FF2B5EF4-FFF2-40B4-BE49-F238E27FC236}">
                  <a16:creationId xmlns:a16="http://schemas.microsoft.com/office/drawing/2014/main" id="{E49A1074-E1CF-214D-8BEA-1657F10C76D7}"/>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20" name="TextBox 19">
            <a:extLst>
              <a:ext uri="{FF2B5EF4-FFF2-40B4-BE49-F238E27FC236}">
                <a16:creationId xmlns:a16="http://schemas.microsoft.com/office/drawing/2014/main" id="{617E0DF3-BD78-D71B-0A6A-51342B71A228}"/>
              </a:ext>
            </a:extLst>
          </p:cNvPr>
          <p:cNvSpPr txBox="1"/>
          <p:nvPr/>
        </p:nvSpPr>
        <p:spPr>
          <a:xfrm>
            <a:off x="3878702" y="5330412"/>
            <a:ext cx="2627962" cy="2388026"/>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Document Sharing</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[Toggle Document/Screen Sharing]</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[Share Document</a:t>
            </a:r>
            <a:r>
              <a:rPr lang="en-US" altLang="ko-KR" sz="1200" b="1" dirty="0">
                <a:solidFill>
                  <a:prstClr val="black"/>
                </a:solidFill>
                <a:latin typeface="나눔바른고딕" panose="020B0603020101020101" pitchFamily="50" charset="-127"/>
                <a:ea typeface="나눔바른고딕" panose="020B0603020101020101" pitchFamily="50" charset="-127"/>
              </a:rPr>
              <a: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Tx/>
              <a:buChar char="-"/>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End Document</a:t>
            </a:r>
            <a:r>
              <a:rPr lang="en-US" altLang="ko-KR" sz="1200" b="1" dirty="0">
                <a:solidFill>
                  <a:prstClr val="black"/>
                </a:solidFill>
                <a:latin typeface="나눔바른고딕" panose="020B0603020101020101" pitchFamily="50" charset="-127"/>
                <a:ea typeface="나눔바른고딕" panose="020B0603020101020101" pitchFamily="50" charset="-127"/>
              </a:rPr>
              <a:t> Sharing</a:t>
            </a:r>
            <a:endPar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1. Click</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[Toggle Document/Screen Sharing]</a:t>
            </a:r>
            <a:endParaRPr lang="ko-KR" altLang="en-US" sz="1200" dirty="0">
              <a:solidFill>
                <a:prstClr val="black"/>
              </a:solidFill>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Tx/>
              <a:buChar char="-"/>
              <a:tabLst/>
              <a:defRPr/>
            </a:pP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22" name="Picture 3">
            <a:extLst>
              <a:ext uri="{FF2B5EF4-FFF2-40B4-BE49-F238E27FC236}">
                <a16:creationId xmlns:a16="http://schemas.microsoft.com/office/drawing/2014/main" id="{DA4F85C5-E41F-146B-F70A-A0E8DD294F44}"/>
              </a:ext>
            </a:extLst>
          </p:cNvPr>
          <p:cNvPicPr>
            <a:picLocks noChangeAspect="1"/>
          </p:cNvPicPr>
          <p:nvPr/>
        </p:nvPicPr>
        <p:blipFill rotWithShape="1">
          <a:blip r:embed="rId3">
            <a:extLst>
              <a:ext uri="{28A0092B-C50C-407E-A947-70E740481C1C}">
                <a14:useLocalDpi xmlns:a14="http://schemas.microsoft.com/office/drawing/2010/main" val="0"/>
              </a:ext>
            </a:extLst>
          </a:blip>
          <a:srcRect l="8423" t="21299" r="32148" b="2756"/>
          <a:stretch/>
        </p:blipFill>
        <p:spPr>
          <a:xfrm>
            <a:off x="385305" y="5327520"/>
            <a:ext cx="3240611" cy="1659409"/>
          </a:xfrm>
          <a:prstGeom prst="rect">
            <a:avLst/>
          </a:prstGeom>
        </p:spPr>
      </p:pic>
      <p:sp>
        <p:nvSpPr>
          <p:cNvPr id="25" name="직사각형 24">
            <a:extLst>
              <a:ext uri="{FF2B5EF4-FFF2-40B4-BE49-F238E27FC236}">
                <a16:creationId xmlns:a16="http://schemas.microsoft.com/office/drawing/2014/main" id="{1C420783-90A3-213D-CC9D-27111D6431EE}"/>
              </a:ext>
            </a:extLst>
          </p:cNvPr>
          <p:cNvSpPr/>
          <p:nvPr/>
        </p:nvSpPr>
        <p:spPr>
          <a:xfrm>
            <a:off x="1519687" y="5840819"/>
            <a:ext cx="1571855" cy="370912"/>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6" name="직사각형 25">
            <a:extLst>
              <a:ext uri="{FF2B5EF4-FFF2-40B4-BE49-F238E27FC236}">
                <a16:creationId xmlns:a16="http://schemas.microsoft.com/office/drawing/2014/main" id="{D1669D74-F1B0-761C-5A03-4AFD530CE3CF}"/>
              </a:ext>
            </a:extLst>
          </p:cNvPr>
          <p:cNvSpPr/>
          <p:nvPr/>
        </p:nvSpPr>
        <p:spPr>
          <a:xfrm>
            <a:off x="1484612" y="6451676"/>
            <a:ext cx="431881" cy="370912"/>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7" name="오른쪽 화살표[R] 26">
            <a:extLst>
              <a:ext uri="{FF2B5EF4-FFF2-40B4-BE49-F238E27FC236}">
                <a16:creationId xmlns:a16="http://schemas.microsoft.com/office/drawing/2014/main" id="{F56A744A-3C0A-5FCD-F09C-83D4C4DF2F2B}"/>
              </a:ext>
            </a:extLst>
          </p:cNvPr>
          <p:cNvSpPr/>
          <p:nvPr/>
        </p:nvSpPr>
        <p:spPr>
          <a:xfrm rot="16200000">
            <a:off x="1921581" y="6296971"/>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880171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21</a:t>
            </a:fld>
            <a:endParaRPr lang="ko-KR" altLang="en-US"/>
          </a:p>
        </p:txBody>
      </p:sp>
      <p:sp>
        <p:nvSpPr>
          <p:cNvPr id="7" name="TextBox 6">
            <a:extLst>
              <a:ext uri="{FF2B5EF4-FFF2-40B4-BE49-F238E27FC236}">
                <a16:creationId xmlns:a16="http://schemas.microsoft.com/office/drawing/2014/main" id="{22AA183C-6A77-D756-7B55-FB94EDF49E3A}"/>
              </a:ext>
            </a:extLst>
          </p:cNvPr>
          <p:cNvSpPr txBox="1"/>
          <p:nvPr/>
        </p:nvSpPr>
        <p:spPr>
          <a:xfrm>
            <a:off x="195519" y="480937"/>
            <a:ext cx="340926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Upload Document</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8" name="TextBox 7">
            <a:extLst>
              <a:ext uri="{FF2B5EF4-FFF2-40B4-BE49-F238E27FC236}">
                <a16:creationId xmlns:a16="http://schemas.microsoft.com/office/drawing/2014/main" id="{B78B9AFD-07CB-28DE-9B92-EE64C80812B1}"/>
              </a:ext>
            </a:extLst>
          </p:cNvPr>
          <p:cNvSpPr txBox="1"/>
          <p:nvPr/>
        </p:nvSpPr>
        <p:spPr>
          <a:xfrm>
            <a:off x="288857" y="950505"/>
            <a:ext cx="6280285" cy="1870961"/>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Users can upload documents by clicking </a:t>
            </a:r>
            <a:r>
              <a:rPr lang="en-US" altLang="ko-KR" sz="1200" b="1" dirty="0">
                <a:latin typeface="나눔바른고딕" panose="020B0603020101020101" pitchFamily="50" charset="-127"/>
                <a:ea typeface="나눔바른고딕" panose="020B0603020101020101" pitchFamily="50" charset="-127"/>
              </a:rPr>
              <a:t>[Add]</a:t>
            </a:r>
            <a:r>
              <a:rPr lang="ko-KR" altLang="en-US" sz="1200" b="1" dirty="0">
                <a:latin typeface="나눔바른고딕" panose="020B0603020101020101" pitchFamily="50" charset="-127"/>
                <a:ea typeface="나눔바른고딕" panose="020B0603020101020101" pitchFamily="50" charset="-127"/>
              </a:rPr>
              <a:t> </a:t>
            </a:r>
            <a:r>
              <a:rPr lang="en-US" altLang="ko-KR" sz="1200" b="1" dirty="0">
                <a:latin typeface="나눔바른고딕" panose="020B0603020101020101" pitchFamily="50" charset="-127"/>
                <a:ea typeface="나눔바른고딕" panose="020B0603020101020101" pitchFamily="50" charset="-127"/>
              </a:rPr>
              <a:t>- [Upload Document]</a:t>
            </a:r>
            <a:r>
              <a:rPr lang="ko-KR" altLang="en-US" sz="1200" b="1" dirty="0">
                <a:latin typeface="나눔바른고딕" panose="020B0603020101020101" pitchFamily="50" charset="-127"/>
                <a:ea typeface="나눔바른고딕" panose="020B0603020101020101" pitchFamily="50" charset="-127"/>
              </a:rPr>
              <a:t> </a:t>
            </a:r>
            <a:r>
              <a:rPr lang="en-US" altLang="ko-KR" sz="1200" dirty="0">
                <a:latin typeface="나눔바른고딕" panose="020B0603020101020101" pitchFamily="50" charset="-127"/>
                <a:ea typeface="나눔바른고딕" panose="020B0603020101020101" pitchFamily="50" charset="-127"/>
              </a:rPr>
              <a:t>or [</a:t>
            </a:r>
            <a:r>
              <a:rPr lang="en-US" altLang="ko-KR" sz="1200" b="1" dirty="0">
                <a:latin typeface="나눔바른고딕" panose="020B0603020101020101" pitchFamily="50" charset="-127"/>
                <a:ea typeface="나눔바른고딕" panose="020B0603020101020101" pitchFamily="50" charset="-127"/>
              </a:rPr>
              <a:t>Drag and Drop]</a:t>
            </a:r>
            <a:r>
              <a:rPr lang="en-US" altLang="ko-KR" sz="1200" dirty="0">
                <a:latin typeface="나눔바른고딕" panose="020B0603020101020101" pitchFamily="50" charset="-127"/>
                <a:ea typeface="나눔바른고딕" panose="020B0603020101020101" pitchFamily="50" charset="-127"/>
              </a:rPr>
              <a:t>. Users may also simply open a whiteboard without sharing documents.</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All other participants can draw or write on the shared documents or on a whiteboard, which will be reflected on the screen in real time.</a:t>
            </a:r>
          </a:p>
          <a:p>
            <a:pPr>
              <a:lnSpc>
                <a:spcPct val="140000"/>
              </a:lnSpc>
            </a:pPr>
            <a:r>
              <a:rPr lang="ko-KR" altLang="en-US" sz="1200" dirty="0">
                <a:latin typeface="나눔바른고딕" panose="020B0603020101020101" pitchFamily="50" charset="-127"/>
                <a:ea typeface="나눔바른고딕" panose="020B0603020101020101" pitchFamily="50" charset="-127"/>
              </a:rPr>
              <a:t>* </a:t>
            </a:r>
            <a:r>
              <a:rPr lang="en-US" altLang="ko-KR" sz="1200" dirty="0">
                <a:latin typeface="나눔바른고딕" panose="020B0603020101020101" pitchFamily="50" charset="-127"/>
                <a:ea typeface="나눔바른고딕" panose="020B0603020101020101" pitchFamily="50" charset="-127"/>
              </a:rPr>
              <a:t>Whiteboard will be restricted if the user is disabled for [Document Sharing] by host.</a:t>
            </a:r>
          </a:p>
          <a:p>
            <a:pPr>
              <a:lnSpc>
                <a:spcPct val="140000"/>
              </a:lnSpc>
            </a:pPr>
            <a:r>
              <a:rPr lang="en-US" altLang="ko-KR" sz="1200" dirty="0">
                <a:latin typeface="나눔바른고딕" panose="020B0603020101020101" pitchFamily="50" charset="-127"/>
                <a:ea typeface="나눔바른고딕" panose="020B0603020101020101" pitchFamily="50" charset="-127"/>
              </a:rPr>
              <a:t>  (See [Host Controls])</a:t>
            </a:r>
          </a:p>
        </p:txBody>
      </p:sp>
      <p:sp>
        <p:nvSpPr>
          <p:cNvPr id="12" name="TextBox 11">
            <a:extLst>
              <a:ext uri="{FF2B5EF4-FFF2-40B4-BE49-F238E27FC236}">
                <a16:creationId xmlns:a16="http://schemas.microsoft.com/office/drawing/2014/main" id="{958F4372-6A9A-C339-D6EA-3E7F5979C55C}"/>
              </a:ext>
            </a:extLst>
          </p:cNvPr>
          <p:cNvSpPr txBox="1"/>
          <p:nvPr/>
        </p:nvSpPr>
        <p:spPr>
          <a:xfrm>
            <a:off x="3117255" y="3173870"/>
            <a:ext cx="3131680" cy="1870961"/>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Add</a:t>
            </a:r>
            <a:endPar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a:t>
            </a: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Add</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Cli</a:t>
            </a:r>
            <a:r>
              <a:rPr lang="en-US" altLang="ko-KR" sz="1200" dirty="0">
                <a:solidFill>
                  <a:prstClr val="black"/>
                </a:solidFill>
                <a:latin typeface="나눔바른고딕" panose="020B0603020101020101" pitchFamily="50" charset="-127"/>
                <a:ea typeface="나눔바른고딕" panose="020B0603020101020101" pitchFamily="50" charset="-127"/>
              </a:rPr>
              <a:t>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Upload Document]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3.</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Select a file from </a:t>
            </a:r>
            <a:r>
              <a:rPr lang="en-US" altLang="ko-KR" sz="1200" b="1" dirty="0">
                <a:solidFill>
                  <a:prstClr val="black"/>
                </a:solidFill>
                <a:latin typeface="나눔바른고딕" panose="020B0603020101020101" pitchFamily="50" charset="-127"/>
                <a:ea typeface="나눔바른고딕" panose="020B0603020101020101" pitchFamily="50" charset="-127"/>
              </a:rPr>
              <a:t>[Browse Files]</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Or</a:t>
            </a:r>
          </a:p>
          <a:p>
            <a:pPr marL="228600" marR="0" lvl="0" indent="-228600" algn="l" defTabSz="457200" rtl="0" eaLnBrk="1" fontAlgn="auto" latinLnBrk="0" hangingPunct="1">
              <a:lnSpc>
                <a:spcPct val="140000"/>
              </a:lnSpc>
              <a:spcBef>
                <a:spcPts val="0"/>
              </a:spcBef>
              <a:spcAft>
                <a:spcPts val="0"/>
              </a:spcAft>
              <a:buClrTx/>
              <a:buSzTx/>
              <a:buFontTx/>
              <a:buAutoNum type="arabicPeriod"/>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Drag and Drop the document file you wish you to share in the Blue area</a:t>
            </a:r>
          </a:p>
        </p:txBody>
      </p:sp>
      <p:sp>
        <p:nvSpPr>
          <p:cNvPr id="14" name="TextBox 13">
            <a:extLst>
              <a:ext uri="{FF2B5EF4-FFF2-40B4-BE49-F238E27FC236}">
                <a16:creationId xmlns:a16="http://schemas.microsoft.com/office/drawing/2014/main" id="{F56A2E69-0C89-CE39-EA75-D33BA49E9BED}"/>
              </a:ext>
            </a:extLst>
          </p:cNvPr>
          <p:cNvSpPr txBox="1"/>
          <p:nvPr/>
        </p:nvSpPr>
        <p:spPr>
          <a:xfrm>
            <a:off x="3119931" y="5315995"/>
            <a:ext cx="2627962" cy="849463"/>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Open</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Whiteboard</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Add</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[Whiteboard</a:t>
            </a:r>
            <a:r>
              <a:rPr lang="en-US" altLang="ko-KR" sz="1200" b="1" dirty="0">
                <a:solidFill>
                  <a:prstClr val="black"/>
                </a:solidFill>
                <a:latin typeface="나눔바른고딕" panose="020B0603020101020101" pitchFamily="50" charset="-127"/>
                <a:ea typeface="나눔바른고딕" panose="020B0603020101020101" pitchFamily="50" charset="-127"/>
              </a:rPr>
              <a:t>]</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5" name="TextBox 14">
            <a:extLst>
              <a:ext uri="{FF2B5EF4-FFF2-40B4-BE49-F238E27FC236}">
                <a16:creationId xmlns:a16="http://schemas.microsoft.com/office/drawing/2014/main" id="{AF4AD84E-2810-FF9F-804A-AF80A4501D52}"/>
              </a:ext>
            </a:extLst>
          </p:cNvPr>
          <p:cNvSpPr txBox="1"/>
          <p:nvPr/>
        </p:nvSpPr>
        <p:spPr>
          <a:xfrm>
            <a:off x="3119931" y="6463887"/>
            <a:ext cx="2627962" cy="1612429"/>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Compatible document format and size limit</a:t>
            </a:r>
          </a:p>
          <a:p>
            <a:pPr marR="0" lvl="0" algn="l" defTabSz="457200" rtl="0" eaLnBrk="1" fontAlgn="auto" latinLnBrk="0" hangingPunct="1">
              <a:lnSpc>
                <a:spcPct val="140000"/>
              </a:lnSpc>
              <a:spcBef>
                <a:spcPts val="0"/>
              </a:spcBef>
              <a:spcAft>
                <a:spcPts val="0"/>
              </a:spcAft>
              <a:buClrTx/>
              <a:buSzTx/>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Document Size</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Up to 100MB</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R="0" lvl="0" algn="l" defTabSz="457200" rtl="0" eaLnBrk="1" fontAlgn="auto" latinLnBrk="0" hangingPunct="1">
              <a:lnSpc>
                <a:spcPct val="140000"/>
              </a:lnSpc>
              <a:spcBef>
                <a:spcPts val="0"/>
              </a:spcBef>
              <a:spcAft>
                <a:spcPts val="0"/>
              </a:spcAft>
              <a:buClrTx/>
              <a:buSzTx/>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2.</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Compatible File Formats:</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R="0" lvl="0" algn="l" defTabSz="457200" rtl="0" eaLnBrk="1" fontAlgn="auto" latinLnBrk="0" hangingPunct="1">
              <a:lnSpc>
                <a:spcPct val="140000"/>
              </a:lnSpc>
              <a:spcBef>
                <a:spcPts val="0"/>
              </a:spcBef>
              <a:spcAft>
                <a:spcPts val="0"/>
              </a:spcAft>
              <a:buClrTx/>
              <a:buSzTx/>
              <a:tabLst/>
              <a:defRPr/>
            </a:pP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PPT,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PDF,</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XLS,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DOC</a:t>
            </a:r>
          </a:p>
          <a:p>
            <a:pPr marR="0" lvl="0" algn="l" defTabSz="457200" rtl="0" eaLnBrk="1" fontAlgn="auto" latinLnBrk="0" hangingPunct="1">
              <a:lnSpc>
                <a:spcPct val="140000"/>
              </a:lnSpc>
              <a:spcBef>
                <a:spcPts val="0"/>
              </a:spcBef>
              <a:spcAft>
                <a:spcPts val="0"/>
              </a:spcAft>
              <a:buClrTx/>
              <a:buSzTx/>
              <a:tabLst/>
              <a:defRPr/>
            </a:pP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PNG,</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JPG,</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BMP,</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GIF</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16" name="Picture 5">
            <a:extLst>
              <a:ext uri="{FF2B5EF4-FFF2-40B4-BE49-F238E27FC236}">
                <a16:creationId xmlns:a16="http://schemas.microsoft.com/office/drawing/2014/main" id="{61117D05-EF9E-8EAA-1460-719CB76E83D8}"/>
              </a:ext>
            </a:extLst>
          </p:cNvPr>
          <p:cNvPicPr>
            <a:picLocks noChangeAspect="1"/>
          </p:cNvPicPr>
          <p:nvPr/>
        </p:nvPicPr>
        <p:blipFill rotWithShape="1">
          <a:blip r:embed="rId2">
            <a:extLst>
              <a:ext uri="{28A0092B-C50C-407E-A947-70E740481C1C}">
                <a14:useLocalDpi xmlns:a14="http://schemas.microsoft.com/office/drawing/2010/main" val="0"/>
              </a:ext>
            </a:extLst>
          </a:blip>
          <a:srcRect r="10197" b="22917"/>
          <a:stretch/>
        </p:blipFill>
        <p:spPr>
          <a:xfrm>
            <a:off x="434189" y="3099374"/>
            <a:ext cx="2240772" cy="5814338"/>
          </a:xfrm>
          <a:prstGeom prst="rect">
            <a:avLst/>
          </a:prstGeom>
        </p:spPr>
      </p:pic>
      <p:sp>
        <p:nvSpPr>
          <p:cNvPr id="17" name="직사각형 16">
            <a:extLst>
              <a:ext uri="{FF2B5EF4-FFF2-40B4-BE49-F238E27FC236}">
                <a16:creationId xmlns:a16="http://schemas.microsoft.com/office/drawing/2014/main" id="{E520697A-3F01-D767-8B42-3D7639C2511A}"/>
              </a:ext>
            </a:extLst>
          </p:cNvPr>
          <p:cNvSpPr/>
          <p:nvPr/>
        </p:nvSpPr>
        <p:spPr>
          <a:xfrm>
            <a:off x="445586" y="4809051"/>
            <a:ext cx="1632346" cy="4104661"/>
          </a:xfrm>
          <a:prstGeom prst="rect">
            <a:avLst/>
          </a:prstGeom>
          <a:solidFill>
            <a:srgbClr val="00B0F0">
              <a:alpha val="33837"/>
            </a:srgbClr>
          </a:solidFill>
          <a:ln w="381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8" name="직사각형 17">
            <a:extLst>
              <a:ext uri="{FF2B5EF4-FFF2-40B4-BE49-F238E27FC236}">
                <a16:creationId xmlns:a16="http://schemas.microsoft.com/office/drawing/2014/main" id="{0DF5A4AF-2B29-2590-BCC6-4297F0C0D9F8}"/>
              </a:ext>
            </a:extLst>
          </p:cNvPr>
          <p:cNvSpPr/>
          <p:nvPr/>
        </p:nvSpPr>
        <p:spPr>
          <a:xfrm>
            <a:off x="445585" y="3106136"/>
            <a:ext cx="1915477" cy="128662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8304848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22</a:t>
            </a:fld>
            <a:endParaRPr lang="ko-KR" altLang="en-US"/>
          </a:p>
        </p:txBody>
      </p:sp>
      <p:sp>
        <p:nvSpPr>
          <p:cNvPr id="11" name="TextBox 10">
            <a:extLst>
              <a:ext uri="{FF2B5EF4-FFF2-40B4-BE49-F238E27FC236}">
                <a16:creationId xmlns:a16="http://schemas.microsoft.com/office/drawing/2014/main" id="{E2E171E7-E41C-64D5-37C9-E5391ADC7CA9}"/>
              </a:ext>
            </a:extLst>
          </p:cNvPr>
          <p:cNvSpPr txBox="1"/>
          <p:nvPr/>
        </p:nvSpPr>
        <p:spPr>
          <a:xfrm>
            <a:off x="216304" y="356301"/>
            <a:ext cx="340926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Tools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48" name="TextBox 47">
            <a:extLst>
              <a:ext uri="{FF2B5EF4-FFF2-40B4-BE49-F238E27FC236}">
                <a16:creationId xmlns:a16="http://schemas.microsoft.com/office/drawing/2014/main" id="{FE1BBB7A-D037-D305-0853-AC57BCD736FD}"/>
              </a:ext>
            </a:extLst>
          </p:cNvPr>
          <p:cNvSpPr txBox="1"/>
          <p:nvPr/>
        </p:nvSpPr>
        <p:spPr>
          <a:xfrm>
            <a:off x="325914" y="5606949"/>
            <a:ext cx="340926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Download</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r>
              <a:rPr lang="en-US" altLang="ko-KR" sz="1600" dirty="0">
                <a:solidFill>
                  <a:srgbClr val="1D6B91"/>
                </a:solidFill>
                <a:latin typeface="나눔고딕 ExtraBold" panose="020D0904000000000000" pitchFamily="50" charset="-127"/>
                <a:ea typeface="나눔고딕 ExtraBold" panose="020D0904000000000000" pitchFamily="50" charset="-127"/>
              </a:rPr>
              <a:t>/</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r>
              <a:rPr lang="en-US" altLang="ko-KR" sz="1600" dirty="0">
                <a:solidFill>
                  <a:srgbClr val="1D6B91"/>
                </a:solidFill>
                <a:latin typeface="나눔고딕 ExtraBold" panose="020D0904000000000000" pitchFamily="50" charset="-127"/>
                <a:ea typeface="나눔고딕 ExtraBold" panose="020D0904000000000000" pitchFamily="50" charset="-127"/>
              </a:rPr>
              <a:t>Delete</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pic>
        <p:nvPicPr>
          <p:cNvPr id="49" name="그림 48">
            <a:extLst>
              <a:ext uri="{FF2B5EF4-FFF2-40B4-BE49-F238E27FC236}">
                <a16:creationId xmlns:a16="http://schemas.microsoft.com/office/drawing/2014/main" id="{F8695972-1969-75C5-87C1-3DD5BF046433}"/>
              </a:ext>
            </a:extLst>
          </p:cNvPr>
          <p:cNvPicPr>
            <a:picLocks noChangeAspect="1"/>
          </p:cNvPicPr>
          <p:nvPr/>
        </p:nvPicPr>
        <p:blipFill rotWithShape="1">
          <a:blip r:embed="rId2">
            <a:extLst>
              <a:ext uri="{28A0092B-C50C-407E-A947-70E740481C1C}">
                <a14:useLocalDpi xmlns:a14="http://schemas.microsoft.com/office/drawing/2010/main" val="0"/>
              </a:ext>
            </a:extLst>
          </a:blip>
          <a:srcRect r="4798"/>
          <a:stretch/>
        </p:blipFill>
        <p:spPr>
          <a:xfrm>
            <a:off x="474286" y="6105023"/>
            <a:ext cx="2551136" cy="2971800"/>
          </a:xfrm>
          <a:prstGeom prst="rect">
            <a:avLst/>
          </a:prstGeom>
        </p:spPr>
      </p:pic>
      <p:sp>
        <p:nvSpPr>
          <p:cNvPr id="50" name="TextBox 49">
            <a:extLst>
              <a:ext uri="{FF2B5EF4-FFF2-40B4-BE49-F238E27FC236}">
                <a16:creationId xmlns:a16="http://schemas.microsoft.com/office/drawing/2014/main" id="{BF0343EF-586E-27DE-D90B-5CBA5525C3C4}"/>
              </a:ext>
            </a:extLst>
          </p:cNvPr>
          <p:cNvSpPr txBox="1"/>
          <p:nvPr/>
        </p:nvSpPr>
        <p:spPr>
          <a:xfrm>
            <a:off x="3255288" y="6121698"/>
            <a:ext cx="3409267" cy="3163623"/>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Once you tick the checkbox next to the document, download or delete icons appear. </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Download</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Download will start once you tick the checkbox and click </a:t>
            </a:r>
            <a:r>
              <a:rPr lang="en-US" altLang="ko-KR" sz="1200" b="1" dirty="0">
                <a:solidFill>
                  <a:prstClr val="black"/>
                </a:solidFill>
                <a:latin typeface="나눔바른고딕" panose="020B0603020101020101" pitchFamily="50" charset="-127"/>
                <a:ea typeface="나눔바른고딕" panose="020B0603020101020101" pitchFamily="50" charset="-127"/>
              </a:rPr>
              <a:t>[Download].</a:t>
            </a:r>
            <a:r>
              <a:rPr lang="ko-KR" altLang="en-US" sz="1200" b="1"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srgbClr val="FF0000"/>
                </a:solidFill>
                <a:latin typeface="나눔바른고딕" panose="020B0603020101020101" pitchFamily="50" charset="-127"/>
                <a:ea typeface="나눔바른고딕" panose="020B0603020101020101" pitchFamily="50" charset="-127"/>
              </a:rPr>
              <a:t>Documents with the overwritten components are converted into PDF to download.</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Delete</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Document will be deleted once you tick the checkbox and click</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Delete]</a:t>
            </a:r>
            <a:r>
              <a:rPr lang="en-US" altLang="ko-KR" sz="1200" dirty="0">
                <a:solidFill>
                  <a:prstClr val="black"/>
                </a:solidFill>
                <a:latin typeface="나눔바른고딕" panose="020B0603020101020101" pitchFamily="50" charset="-127"/>
                <a:ea typeface="나눔바른고딕" panose="020B0603020101020101" pitchFamily="50" charset="-127"/>
              </a:rPr>
              <a:t>.</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51" name="직사각형 50">
            <a:extLst>
              <a:ext uri="{FF2B5EF4-FFF2-40B4-BE49-F238E27FC236}">
                <a16:creationId xmlns:a16="http://schemas.microsoft.com/office/drawing/2014/main" id="{9CADAC90-6A00-C934-84FC-AD0BA4103203}"/>
              </a:ext>
            </a:extLst>
          </p:cNvPr>
          <p:cNvSpPr/>
          <p:nvPr/>
        </p:nvSpPr>
        <p:spPr>
          <a:xfrm>
            <a:off x="489746" y="6105023"/>
            <a:ext cx="1808623" cy="563281"/>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2" name="직사각형 51">
            <a:extLst>
              <a:ext uri="{FF2B5EF4-FFF2-40B4-BE49-F238E27FC236}">
                <a16:creationId xmlns:a16="http://schemas.microsoft.com/office/drawing/2014/main" id="{AA88C9B9-5675-BD99-BE98-C1520B087983}"/>
              </a:ext>
            </a:extLst>
          </p:cNvPr>
          <p:cNvSpPr/>
          <p:nvPr/>
        </p:nvSpPr>
        <p:spPr>
          <a:xfrm>
            <a:off x="493617" y="6911292"/>
            <a:ext cx="394582" cy="324072"/>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grpSp>
        <p:nvGrpSpPr>
          <p:cNvPr id="3" name="그룹 2">
            <a:extLst>
              <a:ext uri="{FF2B5EF4-FFF2-40B4-BE49-F238E27FC236}">
                <a16:creationId xmlns:a16="http://schemas.microsoft.com/office/drawing/2014/main" id="{A5AAFA60-FA01-630E-4401-7248C17F5F79}"/>
              </a:ext>
            </a:extLst>
          </p:cNvPr>
          <p:cNvGrpSpPr/>
          <p:nvPr/>
        </p:nvGrpSpPr>
        <p:grpSpPr>
          <a:xfrm>
            <a:off x="411396" y="805316"/>
            <a:ext cx="5755518" cy="4493118"/>
            <a:chOff x="411396" y="805315"/>
            <a:chExt cx="5755518" cy="4796441"/>
          </a:xfrm>
        </p:grpSpPr>
        <p:cxnSp>
          <p:nvCxnSpPr>
            <p:cNvPr id="13" name="직선 연결선[R] 12">
              <a:extLst>
                <a:ext uri="{FF2B5EF4-FFF2-40B4-BE49-F238E27FC236}">
                  <a16:creationId xmlns:a16="http://schemas.microsoft.com/office/drawing/2014/main" id="{1791AB7F-4FA4-BB7F-6353-43582246E182}"/>
                </a:ext>
              </a:extLst>
            </p:cNvPr>
            <p:cNvCxnSpPr>
              <a:cxnSpLocks/>
            </p:cNvCxnSpPr>
            <p:nvPr/>
          </p:nvCxnSpPr>
          <p:spPr>
            <a:xfrm>
              <a:off x="2086486" y="1461949"/>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직선 연결선[R] 18">
              <a:extLst>
                <a:ext uri="{FF2B5EF4-FFF2-40B4-BE49-F238E27FC236}">
                  <a16:creationId xmlns:a16="http://schemas.microsoft.com/office/drawing/2014/main" id="{B5C5A6EE-EE1A-D36D-6116-0898C06AAFFB}"/>
                </a:ext>
              </a:extLst>
            </p:cNvPr>
            <p:cNvCxnSpPr>
              <a:cxnSpLocks/>
            </p:cNvCxnSpPr>
            <p:nvPr/>
          </p:nvCxnSpPr>
          <p:spPr>
            <a:xfrm>
              <a:off x="2086486" y="1824529"/>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A1892F3-D499-486D-7E52-7D3E0B4B34F0}"/>
                </a:ext>
              </a:extLst>
            </p:cNvPr>
            <p:cNvSpPr txBox="1"/>
            <p:nvPr/>
          </p:nvSpPr>
          <p:spPr>
            <a:xfrm>
              <a:off x="512116" y="1360631"/>
              <a:ext cx="1603701" cy="276999"/>
            </a:xfrm>
            <a:prstGeom prst="rect">
              <a:avLst/>
            </a:prstGeom>
            <a:noFill/>
          </p:spPr>
          <p:txBody>
            <a:bodyPr wrap="square" rtlCol="0">
              <a:spAutoFit/>
            </a:bodyPr>
            <a:lstStyle/>
            <a:p>
              <a:pPr algn="r"/>
              <a:r>
                <a:rPr kumimoji="1" lang="en-US" altLang="en-US" sz="1200" dirty="0">
                  <a:latin typeface="NanumBarunGothic" panose="020B0603020101020101" pitchFamily="34" charset="-127"/>
                  <a:ea typeface="NanumBarunGothic" panose="020B0603020101020101" pitchFamily="34" charset="-127"/>
                </a:rPr>
                <a:t>Laser Pointer</a:t>
              </a:r>
              <a:endParaRPr kumimoji="1" lang="ko-Kore-KR" altLang="en-US" sz="1200" dirty="0">
                <a:latin typeface="NanumBarunGothic" panose="020B0603020101020101" pitchFamily="34" charset="-127"/>
                <a:ea typeface="NanumBarunGothic" panose="020B0603020101020101" pitchFamily="34" charset="-127"/>
              </a:endParaRPr>
            </a:p>
          </p:txBody>
        </p:sp>
        <p:sp>
          <p:nvSpPr>
            <p:cNvPr id="21" name="TextBox 20">
              <a:extLst>
                <a:ext uri="{FF2B5EF4-FFF2-40B4-BE49-F238E27FC236}">
                  <a16:creationId xmlns:a16="http://schemas.microsoft.com/office/drawing/2014/main" id="{5070F198-DEB9-8FD2-599A-801296D8FC86}"/>
                </a:ext>
              </a:extLst>
            </p:cNvPr>
            <p:cNvSpPr txBox="1"/>
            <p:nvPr/>
          </p:nvSpPr>
          <p:spPr>
            <a:xfrm>
              <a:off x="512116" y="1723211"/>
              <a:ext cx="1603701"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Rectangle</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22" name="직선 연결선[R] 21">
              <a:extLst>
                <a:ext uri="{FF2B5EF4-FFF2-40B4-BE49-F238E27FC236}">
                  <a16:creationId xmlns:a16="http://schemas.microsoft.com/office/drawing/2014/main" id="{0ED249B9-A0D0-A03B-F2C3-1FCF3F4C45F9}"/>
                </a:ext>
              </a:extLst>
            </p:cNvPr>
            <p:cNvCxnSpPr>
              <a:cxnSpLocks/>
            </p:cNvCxnSpPr>
            <p:nvPr/>
          </p:nvCxnSpPr>
          <p:spPr>
            <a:xfrm>
              <a:off x="2086486" y="2191899"/>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88EA45F-9938-0FD5-4D7F-222F92BEE4D2}"/>
                </a:ext>
              </a:extLst>
            </p:cNvPr>
            <p:cNvSpPr txBox="1"/>
            <p:nvPr/>
          </p:nvSpPr>
          <p:spPr>
            <a:xfrm>
              <a:off x="512116" y="2090580"/>
              <a:ext cx="1603701"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Circle</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24" name="직선 연결선[R] 23">
              <a:extLst>
                <a:ext uri="{FF2B5EF4-FFF2-40B4-BE49-F238E27FC236}">
                  <a16:creationId xmlns:a16="http://schemas.microsoft.com/office/drawing/2014/main" id="{C42D13B8-64C1-330D-BE2E-32ECC2C85AD3}"/>
                </a:ext>
              </a:extLst>
            </p:cNvPr>
            <p:cNvCxnSpPr>
              <a:cxnSpLocks/>
            </p:cNvCxnSpPr>
            <p:nvPr/>
          </p:nvCxnSpPr>
          <p:spPr>
            <a:xfrm>
              <a:off x="2086486" y="2554824"/>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43DCDD02-631D-AAF2-6871-E2EC3EA8E69F}"/>
                </a:ext>
              </a:extLst>
            </p:cNvPr>
            <p:cNvSpPr txBox="1"/>
            <p:nvPr/>
          </p:nvSpPr>
          <p:spPr>
            <a:xfrm>
              <a:off x="512116" y="2453505"/>
              <a:ext cx="1603701" cy="276999"/>
            </a:xfrm>
            <a:prstGeom prst="rect">
              <a:avLst/>
            </a:prstGeom>
            <a:noFill/>
          </p:spPr>
          <p:txBody>
            <a:bodyPr wrap="square" rtlCol="0">
              <a:spAutoFit/>
            </a:bodyPr>
            <a:lstStyle/>
            <a:p>
              <a:pPr algn="r"/>
              <a:r>
                <a:rPr kumimoji="1" lang="en-US" altLang="en-US" sz="1200" dirty="0">
                  <a:latin typeface="NanumBarunGothic" panose="020B0603020101020101" pitchFamily="34" charset="-127"/>
                  <a:ea typeface="NanumBarunGothic" panose="020B0603020101020101" pitchFamily="34" charset="-127"/>
                </a:rPr>
                <a:t>Pen</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26" name="직선 연결선[R] 25">
              <a:extLst>
                <a:ext uri="{FF2B5EF4-FFF2-40B4-BE49-F238E27FC236}">
                  <a16:creationId xmlns:a16="http://schemas.microsoft.com/office/drawing/2014/main" id="{6CBB7BB1-3F69-F9F4-878B-5E15D7AA76C8}"/>
                </a:ext>
              </a:extLst>
            </p:cNvPr>
            <p:cNvCxnSpPr>
              <a:cxnSpLocks/>
            </p:cNvCxnSpPr>
            <p:nvPr/>
          </p:nvCxnSpPr>
          <p:spPr>
            <a:xfrm>
              <a:off x="2086486" y="2921529"/>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FFABEE2-FEFF-AC16-07B3-2FFA0C9CECF5}"/>
                </a:ext>
              </a:extLst>
            </p:cNvPr>
            <p:cNvSpPr txBox="1"/>
            <p:nvPr/>
          </p:nvSpPr>
          <p:spPr>
            <a:xfrm>
              <a:off x="512116" y="2820210"/>
              <a:ext cx="1603701"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Highlighter</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28" name="직선 연결선[R] 27">
              <a:extLst>
                <a:ext uri="{FF2B5EF4-FFF2-40B4-BE49-F238E27FC236}">
                  <a16:creationId xmlns:a16="http://schemas.microsoft.com/office/drawing/2014/main" id="{B2AC7B18-F2B0-8620-C3E6-54742EA0B4C7}"/>
                </a:ext>
              </a:extLst>
            </p:cNvPr>
            <p:cNvCxnSpPr>
              <a:cxnSpLocks/>
            </p:cNvCxnSpPr>
            <p:nvPr/>
          </p:nvCxnSpPr>
          <p:spPr>
            <a:xfrm>
              <a:off x="2086486" y="3277493"/>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5DDA78EB-BF6E-E3F2-0C92-84FD60AE2DEE}"/>
                </a:ext>
              </a:extLst>
            </p:cNvPr>
            <p:cNvSpPr txBox="1"/>
            <p:nvPr/>
          </p:nvSpPr>
          <p:spPr>
            <a:xfrm>
              <a:off x="512116" y="3176175"/>
              <a:ext cx="1603701"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Line</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30" name="직선 연결선[R] 29">
              <a:extLst>
                <a:ext uri="{FF2B5EF4-FFF2-40B4-BE49-F238E27FC236}">
                  <a16:creationId xmlns:a16="http://schemas.microsoft.com/office/drawing/2014/main" id="{EDD429BC-A594-B097-E68D-9E335A0DA43C}"/>
                </a:ext>
              </a:extLst>
            </p:cNvPr>
            <p:cNvCxnSpPr>
              <a:cxnSpLocks/>
            </p:cNvCxnSpPr>
            <p:nvPr/>
          </p:nvCxnSpPr>
          <p:spPr>
            <a:xfrm>
              <a:off x="2086486" y="3635618"/>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0411A82-A22C-C86C-0A7B-C1A90599134E}"/>
                </a:ext>
              </a:extLst>
            </p:cNvPr>
            <p:cNvSpPr txBox="1"/>
            <p:nvPr/>
          </p:nvSpPr>
          <p:spPr>
            <a:xfrm>
              <a:off x="512116" y="3541405"/>
              <a:ext cx="1603701"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Text</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32" name="직선 연결선[R] 31">
              <a:extLst>
                <a:ext uri="{FF2B5EF4-FFF2-40B4-BE49-F238E27FC236}">
                  <a16:creationId xmlns:a16="http://schemas.microsoft.com/office/drawing/2014/main" id="{3FE57F88-0015-BA37-5C27-4FBF0156B928}"/>
                </a:ext>
              </a:extLst>
            </p:cNvPr>
            <p:cNvCxnSpPr>
              <a:cxnSpLocks/>
            </p:cNvCxnSpPr>
            <p:nvPr/>
          </p:nvCxnSpPr>
          <p:spPr>
            <a:xfrm>
              <a:off x="2086486" y="3990311"/>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B6C0F0E-58F7-A23B-050B-70672DFFD228}"/>
                </a:ext>
              </a:extLst>
            </p:cNvPr>
            <p:cNvSpPr txBox="1"/>
            <p:nvPr/>
          </p:nvSpPr>
          <p:spPr>
            <a:xfrm>
              <a:off x="512116" y="3888992"/>
              <a:ext cx="1603701"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Eraser</a:t>
              </a:r>
              <a:r>
                <a:rPr kumimoji="1" lang="ko-KR" altLang="en-US" sz="1200" dirty="0">
                  <a:latin typeface="NanumBarunGothic" panose="020B0603020101020101" pitchFamily="34" charset="-127"/>
                  <a:ea typeface="NanumBarunGothic" panose="020B0603020101020101" pitchFamily="34" charset="-127"/>
                </a:rPr>
                <a:t> </a:t>
              </a:r>
              <a:r>
                <a:rPr kumimoji="1" lang="en-US" altLang="ko-KR" sz="1200" dirty="0">
                  <a:latin typeface="NanumBarunGothic" panose="020B0603020101020101" pitchFamily="34" charset="-127"/>
                  <a:ea typeface="NanumBarunGothic" panose="020B0603020101020101" pitchFamily="34" charset="-127"/>
                </a:rPr>
                <a:t>(All/Selected)</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34" name="직선 연결선[R] 33">
              <a:extLst>
                <a:ext uri="{FF2B5EF4-FFF2-40B4-BE49-F238E27FC236}">
                  <a16:creationId xmlns:a16="http://schemas.microsoft.com/office/drawing/2014/main" id="{081EBFDC-F10D-AD4D-4BF7-EE4D9BD49AEF}"/>
                </a:ext>
              </a:extLst>
            </p:cNvPr>
            <p:cNvCxnSpPr>
              <a:cxnSpLocks/>
            </p:cNvCxnSpPr>
            <p:nvPr/>
          </p:nvCxnSpPr>
          <p:spPr>
            <a:xfrm>
              <a:off x="2086486" y="4345551"/>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1410304-AC52-5438-E37A-CC5CF71FAFB8}"/>
                </a:ext>
              </a:extLst>
            </p:cNvPr>
            <p:cNvSpPr txBox="1"/>
            <p:nvPr/>
          </p:nvSpPr>
          <p:spPr>
            <a:xfrm>
              <a:off x="512116" y="4244232"/>
              <a:ext cx="1603701"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Hand</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36" name="직선 연결선[R] 35">
              <a:extLst>
                <a:ext uri="{FF2B5EF4-FFF2-40B4-BE49-F238E27FC236}">
                  <a16:creationId xmlns:a16="http://schemas.microsoft.com/office/drawing/2014/main" id="{93B74CCD-5697-CD77-C3B4-15E5C2273368}"/>
                </a:ext>
              </a:extLst>
            </p:cNvPr>
            <p:cNvCxnSpPr>
              <a:cxnSpLocks/>
            </p:cNvCxnSpPr>
            <p:nvPr/>
          </p:nvCxnSpPr>
          <p:spPr>
            <a:xfrm>
              <a:off x="2086486" y="4854655"/>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F4865285-DE1A-D7A9-C448-75C6819254F1}"/>
                </a:ext>
              </a:extLst>
            </p:cNvPr>
            <p:cNvSpPr txBox="1"/>
            <p:nvPr/>
          </p:nvSpPr>
          <p:spPr>
            <a:xfrm>
              <a:off x="502535" y="4746742"/>
              <a:ext cx="1603701" cy="276999"/>
            </a:xfrm>
            <a:prstGeom prst="rect">
              <a:avLst/>
            </a:prstGeom>
            <a:noFill/>
          </p:spPr>
          <p:txBody>
            <a:bodyPr wrap="square" rtlCol="0">
              <a:spAutoFit/>
            </a:bodyPr>
            <a:lstStyle/>
            <a:p>
              <a:pPr algn="r"/>
              <a:r>
                <a:rPr kumimoji="1" lang="en-US" altLang="ko-Kore-KR" sz="1200" dirty="0">
                  <a:latin typeface="NanumBarunGothic" panose="020B0603020101020101" pitchFamily="34" charset="-127"/>
                  <a:ea typeface="NanumBarunGothic" panose="020B0603020101020101" pitchFamily="34" charset="-127"/>
                </a:rPr>
                <a:t>ZOOM IN/OUT</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38" name="직선 연결선[R] 37">
              <a:extLst>
                <a:ext uri="{FF2B5EF4-FFF2-40B4-BE49-F238E27FC236}">
                  <a16:creationId xmlns:a16="http://schemas.microsoft.com/office/drawing/2014/main" id="{DBC9746A-E116-7084-07A8-93774E35543F}"/>
                </a:ext>
              </a:extLst>
            </p:cNvPr>
            <p:cNvCxnSpPr>
              <a:cxnSpLocks/>
            </p:cNvCxnSpPr>
            <p:nvPr/>
          </p:nvCxnSpPr>
          <p:spPr>
            <a:xfrm>
              <a:off x="2086486" y="1015719"/>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9D83EFD-DAAC-A8D7-B44E-AD3FC7B6ED51}"/>
                </a:ext>
              </a:extLst>
            </p:cNvPr>
            <p:cNvSpPr txBox="1"/>
            <p:nvPr/>
          </p:nvSpPr>
          <p:spPr>
            <a:xfrm>
              <a:off x="411396" y="922018"/>
              <a:ext cx="1726402"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Tool Bar</a:t>
              </a:r>
              <a:r>
                <a:rPr kumimoji="1" lang="ko-KR" altLang="en-US" sz="1200" dirty="0">
                  <a:latin typeface="NanumBarunGothic" panose="020B0603020101020101" pitchFamily="34" charset="-127"/>
                  <a:ea typeface="NanumBarunGothic" panose="020B0603020101020101" pitchFamily="34" charset="-127"/>
                </a:rPr>
                <a:t> </a:t>
              </a:r>
              <a:r>
                <a:rPr kumimoji="1" lang="en-US" altLang="ko-KR" sz="1200" dirty="0">
                  <a:latin typeface="NanumBarunGothic" panose="020B0603020101020101" pitchFamily="34" charset="-127"/>
                  <a:ea typeface="NanumBarunGothic" panose="020B0603020101020101" pitchFamily="34" charset="-127"/>
                </a:rPr>
                <a:t>Open/Close</a:t>
              </a:r>
              <a:endParaRPr kumimoji="1" lang="ko-Kore-KR" altLang="en-US" sz="1200" dirty="0">
                <a:latin typeface="NanumBarunGothic" panose="020B0603020101020101" pitchFamily="34" charset="-127"/>
                <a:ea typeface="NanumBarunGothic" panose="020B0603020101020101" pitchFamily="34" charset="-127"/>
              </a:endParaRPr>
            </a:p>
          </p:txBody>
        </p:sp>
        <p:grpSp>
          <p:nvGrpSpPr>
            <p:cNvPr id="40" name="그룹 39">
              <a:extLst>
                <a:ext uri="{FF2B5EF4-FFF2-40B4-BE49-F238E27FC236}">
                  <a16:creationId xmlns:a16="http://schemas.microsoft.com/office/drawing/2014/main" id="{EAB859B3-2EB3-0122-BE18-51AB7D81AB7B}"/>
                </a:ext>
              </a:extLst>
            </p:cNvPr>
            <p:cNvGrpSpPr/>
            <p:nvPr/>
          </p:nvGrpSpPr>
          <p:grpSpPr>
            <a:xfrm>
              <a:off x="2554443" y="805315"/>
              <a:ext cx="1476205" cy="4705899"/>
              <a:chOff x="1980026" y="1170699"/>
              <a:chExt cx="1880465" cy="6680355"/>
            </a:xfrm>
          </p:grpSpPr>
          <p:pic>
            <p:nvPicPr>
              <p:cNvPr id="41" name="그림 40">
                <a:extLst>
                  <a:ext uri="{FF2B5EF4-FFF2-40B4-BE49-F238E27FC236}">
                    <a16:creationId xmlns:a16="http://schemas.microsoft.com/office/drawing/2014/main" id="{C830BCF3-4176-154B-3682-A1F45C5F5688}"/>
                  </a:ext>
                </a:extLst>
              </p:cNvPr>
              <p:cNvPicPr>
                <a:picLocks noChangeAspect="1"/>
              </p:cNvPicPr>
              <p:nvPr/>
            </p:nvPicPr>
            <p:blipFill rotWithShape="1">
              <a:blip r:embed="rId3">
                <a:extLst>
                  <a:ext uri="{28A0092B-C50C-407E-A947-70E740481C1C}">
                    <a14:useLocalDpi xmlns:a14="http://schemas.microsoft.com/office/drawing/2010/main" val="0"/>
                  </a:ext>
                </a:extLst>
              </a:blip>
              <a:srcRect l="45797"/>
              <a:stretch/>
            </p:blipFill>
            <p:spPr>
              <a:xfrm>
                <a:off x="1980026" y="1170699"/>
                <a:ext cx="1879259" cy="6477000"/>
              </a:xfrm>
              <a:prstGeom prst="rect">
                <a:avLst/>
              </a:prstGeom>
            </p:spPr>
          </p:pic>
          <p:pic>
            <p:nvPicPr>
              <p:cNvPr id="42" name="그림 41">
                <a:extLst>
                  <a:ext uri="{FF2B5EF4-FFF2-40B4-BE49-F238E27FC236}">
                    <a16:creationId xmlns:a16="http://schemas.microsoft.com/office/drawing/2014/main" id="{186DF807-C795-0660-7EA9-C7E66D31F3D3}"/>
                  </a:ext>
                </a:extLst>
              </p:cNvPr>
              <p:cNvPicPr>
                <a:picLocks noChangeAspect="1"/>
              </p:cNvPicPr>
              <p:nvPr/>
            </p:nvPicPr>
            <p:blipFill rotWithShape="1">
              <a:blip r:embed="rId3">
                <a:extLst>
                  <a:ext uri="{28A0092B-C50C-407E-A947-70E740481C1C}">
                    <a14:useLocalDpi xmlns:a14="http://schemas.microsoft.com/office/drawing/2010/main" val="0"/>
                  </a:ext>
                </a:extLst>
              </a:blip>
              <a:srcRect l="45797" t="79944" r="1"/>
              <a:stretch/>
            </p:blipFill>
            <p:spPr>
              <a:xfrm>
                <a:off x="1981234" y="6551999"/>
                <a:ext cx="1879257" cy="1299055"/>
              </a:xfrm>
              <a:prstGeom prst="rect">
                <a:avLst/>
              </a:prstGeom>
            </p:spPr>
          </p:pic>
        </p:grpSp>
        <p:pic>
          <p:nvPicPr>
            <p:cNvPr id="43" name="그림 42">
              <a:extLst>
                <a:ext uri="{FF2B5EF4-FFF2-40B4-BE49-F238E27FC236}">
                  <a16:creationId xmlns:a16="http://schemas.microsoft.com/office/drawing/2014/main" id="{091DF50B-8E9A-0CFB-AE1D-A0B5BFD3ED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6445" y="1346031"/>
              <a:ext cx="2240436" cy="954548"/>
            </a:xfrm>
            <a:prstGeom prst="rect">
              <a:avLst/>
            </a:prstGeom>
          </p:spPr>
        </p:pic>
        <p:sp>
          <p:nvSpPr>
            <p:cNvPr id="44" name="TextBox 43">
              <a:extLst>
                <a:ext uri="{FF2B5EF4-FFF2-40B4-BE49-F238E27FC236}">
                  <a16:creationId xmlns:a16="http://schemas.microsoft.com/office/drawing/2014/main" id="{F10A7AA3-ABA4-2E47-F00D-36B331EE93FF}"/>
                </a:ext>
              </a:extLst>
            </p:cNvPr>
            <p:cNvSpPr txBox="1"/>
            <p:nvPr/>
          </p:nvSpPr>
          <p:spPr>
            <a:xfrm>
              <a:off x="4558441" y="2357618"/>
              <a:ext cx="1603701" cy="276999"/>
            </a:xfrm>
            <a:prstGeom prst="rect">
              <a:avLst/>
            </a:prstGeom>
            <a:noFill/>
          </p:spPr>
          <p:txBody>
            <a:bodyPr wrap="square" rtlCol="0">
              <a:spAutoFit/>
            </a:bodyPr>
            <a:lstStyle/>
            <a:p>
              <a:r>
                <a:rPr kumimoji="1" lang="en-US" altLang="ko-KR" sz="1200" dirty="0">
                  <a:latin typeface="NanumBarunGothic" panose="020B0603020101020101" pitchFamily="34" charset="-127"/>
                  <a:ea typeface="NanumBarunGothic" panose="020B0603020101020101" pitchFamily="34" charset="-127"/>
                </a:rPr>
                <a:t>Line Thickness</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45" name="꺾인 연결선[E] 44">
              <a:extLst>
                <a:ext uri="{FF2B5EF4-FFF2-40B4-BE49-F238E27FC236}">
                  <a16:creationId xmlns:a16="http://schemas.microsoft.com/office/drawing/2014/main" id="{C8361565-75B1-CD4F-09E7-76FEFF0F86C9}"/>
                </a:ext>
              </a:extLst>
            </p:cNvPr>
            <p:cNvCxnSpPr>
              <a:cxnSpLocks/>
              <a:endCxn id="44" idx="1"/>
            </p:cNvCxnSpPr>
            <p:nvPr/>
          </p:nvCxnSpPr>
          <p:spPr>
            <a:xfrm rot="16200000" flipH="1">
              <a:off x="4285780" y="2223456"/>
              <a:ext cx="286707" cy="258615"/>
            </a:xfrm>
            <a:prstGeom prst="bentConnector2">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37DAE382-176F-05F0-BC1D-3A0251E06B8F}"/>
                </a:ext>
              </a:extLst>
            </p:cNvPr>
            <p:cNvSpPr txBox="1"/>
            <p:nvPr/>
          </p:nvSpPr>
          <p:spPr>
            <a:xfrm>
              <a:off x="4563213" y="1060517"/>
              <a:ext cx="1603701" cy="276999"/>
            </a:xfrm>
            <a:prstGeom prst="rect">
              <a:avLst/>
            </a:prstGeom>
            <a:noFill/>
          </p:spPr>
          <p:txBody>
            <a:bodyPr wrap="square" rtlCol="0">
              <a:spAutoFit/>
            </a:bodyPr>
            <a:lstStyle/>
            <a:p>
              <a:r>
                <a:rPr kumimoji="1" lang="en-US" altLang="ko-KR" sz="1200" dirty="0">
                  <a:latin typeface="NanumBarunGothic" panose="020B0603020101020101" pitchFamily="34" charset="-127"/>
                  <a:ea typeface="NanumBarunGothic" panose="020B0603020101020101" pitchFamily="34" charset="-127"/>
                </a:rPr>
                <a:t>Color Options</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47" name="꺾인 연결선[E] 46">
              <a:extLst>
                <a:ext uri="{FF2B5EF4-FFF2-40B4-BE49-F238E27FC236}">
                  <a16:creationId xmlns:a16="http://schemas.microsoft.com/office/drawing/2014/main" id="{1BED4D60-7BC7-8BD6-5CC1-9FFBF7984F8D}"/>
                </a:ext>
              </a:extLst>
            </p:cNvPr>
            <p:cNvCxnSpPr>
              <a:cxnSpLocks/>
            </p:cNvCxnSpPr>
            <p:nvPr/>
          </p:nvCxnSpPr>
          <p:spPr>
            <a:xfrm rot="5400000" flipH="1" flipV="1">
              <a:off x="4301181" y="1168168"/>
              <a:ext cx="233386" cy="272484"/>
            </a:xfrm>
            <a:prstGeom prst="bentConnector2">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pic>
          <p:nvPicPr>
            <p:cNvPr id="53" name="Picture 11">
              <a:extLst>
                <a:ext uri="{FF2B5EF4-FFF2-40B4-BE49-F238E27FC236}">
                  <a16:creationId xmlns:a16="http://schemas.microsoft.com/office/drawing/2014/main" id="{B96D2013-FFCB-64B2-6B42-CD356B14EED4}"/>
                </a:ext>
              </a:extLst>
            </p:cNvPr>
            <p:cNvPicPr>
              <a:picLocks noChangeAspect="1"/>
            </p:cNvPicPr>
            <p:nvPr/>
          </p:nvPicPr>
          <p:blipFill rotWithShape="1">
            <a:blip r:embed="rId5">
              <a:extLst>
                <a:ext uri="{28A0092B-C50C-407E-A947-70E740481C1C}">
                  <a14:useLocalDpi xmlns:a14="http://schemas.microsoft.com/office/drawing/2010/main" val="0"/>
                </a:ext>
              </a:extLst>
            </a:blip>
            <a:srcRect l="1824"/>
            <a:stretch/>
          </p:blipFill>
          <p:spPr>
            <a:xfrm>
              <a:off x="3303086" y="4226035"/>
              <a:ext cx="1516180" cy="1375721"/>
            </a:xfrm>
            <a:prstGeom prst="rect">
              <a:avLst/>
            </a:prstGeom>
          </p:spPr>
        </p:pic>
        <p:pic>
          <p:nvPicPr>
            <p:cNvPr id="54" name="Picture 8">
              <a:extLst>
                <a:ext uri="{FF2B5EF4-FFF2-40B4-BE49-F238E27FC236}">
                  <a16:creationId xmlns:a16="http://schemas.microsoft.com/office/drawing/2014/main" id="{D23C3A7F-097A-EA2B-48F5-33493588B8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69700" y="3380712"/>
              <a:ext cx="1706242" cy="987824"/>
            </a:xfrm>
            <a:prstGeom prst="rect">
              <a:avLst/>
            </a:prstGeom>
          </p:spPr>
        </p:pic>
      </p:grpSp>
    </p:spTree>
    <p:extLst>
      <p:ext uri="{BB962C8B-B14F-4D97-AF65-F5344CB8AC3E}">
        <p14:creationId xmlns:p14="http://schemas.microsoft.com/office/powerpoint/2010/main" val="1973813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Screen Sharing</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947531"/>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Screen Sharing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7" name="TextBox 6">
            <a:extLst>
              <a:ext uri="{FF2B5EF4-FFF2-40B4-BE49-F238E27FC236}">
                <a16:creationId xmlns:a16="http://schemas.microsoft.com/office/drawing/2014/main" id="{3A73B173-6515-4F8B-9569-20ED06F79F98}"/>
              </a:ext>
            </a:extLst>
          </p:cNvPr>
          <p:cNvSpPr txBox="1"/>
          <p:nvPr/>
        </p:nvSpPr>
        <p:spPr>
          <a:xfrm>
            <a:off x="219250" y="5949800"/>
            <a:ext cx="6436764" cy="578300"/>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cs typeface="Aldhabi" panose="020B0604020202020204" pitchFamily="2" charset="-78"/>
              </a:rPr>
              <a:t>Users can share screen, documents, video, </a:t>
            </a:r>
            <a:r>
              <a:rPr lang="en-US" altLang="ko-KR" sz="1200" dirty="0">
                <a:solidFill>
                  <a:prstClr val="black"/>
                </a:solidFill>
                <a:latin typeface="나눔바른고딕" panose="020B0603020101020101" pitchFamily="50" charset="-127"/>
                <a:ea typeface="나눔바른고딕" panose="020B0603020101020101" pitchFamily="50" charset="-127"/>
                <a:cs typeface="Aldhabi" panose="020B0604020202020204" pitchFamily="2" charset="-78"/>
              </a:rPr>
              <a:t>web browser, </a:t>
            </a:r>
            <a:r>
              <a:rPr lang="en-US" altLang="ko-KR" sz="1200" dirty="0" err="1">
                <a:solidFill>
                  <a:prstClr val="black"/>
                </a:solidFill>
                <a:latin typeface="나눔바른고딕" panose="020B0603020101020101" pitchFamily="50" charset="-127"/>
                <a:ea typeface="나눔바른고딕" panose="020B0603020101020101" pitchFamily="50" charset="-127"/>
                <a:cs typeface="Aldhabi" panose="020B0604020202020204" pitchFamily="2" charset="-78"/>
              </a:rPr>
              <a:t>etc</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cs typeface="Aldhabi" panose="020B0604020202020204" pitchFamily="2" charset="-78"/>
              </a:rPr>
              <a:t>. with other participants during meeting.</a:t>
            </a: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23</a:t>
            </a:fld>
            <a:endParaRPr lang="ko-KR" altLang="en-US"/>
          </a:p>
        </p:txBody>
      </p:sp>
      <p:sp>
        <p:nvSpPr>
          <p:cNvPr id="21" name="TextBox 20">
            <a:extLst>
              <a:ext uri="{FF2B5EF4-FFF2-40B4-BE49-F238E27FC236}">
                <a16:creationId xmlns:a16="http://schemas.microsoft.com/office/drawing/2014/main" id="{20994342-EC1B-4671-81AE-94416DBA4725}"/>
              </a:ext>
            </a:extLst>
          </p:cNvPr>
          <p:cNvSpPr txBox="1"/>
          <p:nvPr/>
        </p:nvSpPr>
        <p:spPr>
          <a:xfrm>
            <a:off x="209003" y="9139454"/>
            <a:ext cx="6298120" cy="319768"/>
          </a:xfrm>
          <a:prstGeom prst="rect">
            <a:avLst/>
          </a:prstGeom>
          <a:noFill/>
        </p:spPr>
        <p:txBody>
          <a:bodyPr wrap="square" rtlCol="0">
            <a:spAutoFit/>
          </a:bodyPr>
          <a:lstStyle/>
          <a:p>
            <a:pPr lvl="0">
              <a:lnSpc>
                <a:spcPct val="140000"/>
              </a:lnSpc>
              <a:defRPr/>
            </a:pPr>
            <a:r>
              <a:rPr lang="en-US" altLang="ko-KR" sz="1200" dirty="0">
                <a:solidFill>
                  <a:srgbClr val="FF0000"/>
                </a:solidFill>
                <a:latin typeface="나눔바른고딕" panose="020B0603020101020101" pitchFamily="50" charset="-127"/>
                <a:ea typeface="나눔바른고딕" panose="020B0603020101020101" pitchFamily="50" charset="-127"/>
              </a:rPr>
              <a:t>※ All sound, including shared audio, will be muted in case sharer toggles [mute].</a:t>
            </a:r>
            <a:endParaRPr kumimoji="0" lang="en-US" altLang="ko-KR" sz="1200" b="0" i="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cs typeface="Aldhabi" panose="020B0604020202020204" pitchFamily="2" charset="-78"/>
            </a:endParaRPr>
          </a:p>
        </p:txBody>
      </p:sp>
      <p:sp>
        <p:nvSpPr>
          <p:cNvPr id="3" name="직사각형 2">
            <a:extLst>
              <a:ext uri="{FF2B5EF4-FFF2-40B4-BE49-F238E27FC236}">
                <a16:creationId xmlns:a16="http://schemas.microsoft.com/office/drawing/2014/main" id="{57EF1401-A6E3-8B4A-AD31-D09DDBB49572}"/>
              </a:ext>
            </a:extLst>
          </p:cNvPr>
          <p:cNvSpPr/>
          <p:nvPr/>
        </p:nvSpPr>
        <p:spPr>
          <a:xfrm>
            <a:off x="209003" y="6590900"/>
            <a:ext cx="4634459" cy="2529923"/>
          </a:xfrm>
          <a:prstGeom prst="rect">
            <a:avLst/>
          </a:prstGeom>
        </p:spPr>
        <p:txBody>
          <a:bodyPr wrap="square">
            <a:spAutoFit/>
          </a:bodyPr>
          <a:lstStyle/>
          <a:p>
            <a:pPr lvl="0">
              <a:lnSpc>
                <a:spcPct val="140000"/>
              </a:lnSpc>
              <a:defRPr/>
            </a:pPr>
            <a:r>
              <a:rPr lang="en-US" altLang="ko-KR" sz="1200" b="1"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rPr>
              <a:t>- Enable Screen Sharing</a:t>
            </a:r>
            <a:endParaRPr lang="ko-KR" altLang="en-US" sz="1200" b="1"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endParaRPr>
          </a:p>
          <a:p>
            <a:pPr>
              <a:lnSpc>
                <a:spcPct val="140000"/>
              </a:lnSpc>
              <a:defRPr/>
            </a:pPr>
            <a:r>
              <a:rPr lang="en-US" altLang="ko-KR" sz="1200" dirty="0">
                <a:solidFill>
                  <a:prstClr val="black"/>
                </a:solidFill>
                <a:latin typeface="NanumBarunGothic" panose="020B0603020101020101" pitchFamily="34" charset="-127"/>
                <a:ea typeface="NanumBarunGothic" panose="020B0603020101020101" pitchFamily="34" charset="-127"/>
              </a:rPr>
              <a:t>1. Click </a:t>
            </a:r>
            <a:r>
              <a:rPr lang="en-US" altLang="ko-KR" sz="1200" b="1" dirty="0">
                <a:solidFill>
                  <a:prstClr val="black"/>
                </a:solidFill>
                <a:latin typeface="NanumBarunGothic" panose="020B0603020101020101" pitchFamily="34" charset="-127"/>
                <a:ea typeface="NanumBarunGothic" panose="020B0603020101020101" pitchFamily="34" charset="-127"/>
              </a:rPr>
              <a:t>[Toggle Document/Screen Sharing]</a:t>
            </a:r>
            <a:endParaRPr lang="en-US" altLang="ko-KR" sz="1200"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endParaRPr>
          </a:p>
          <a:p>
            <a:pPr lvl="0">
              <a:lnSpc>
                <a:spcPct val="140000"/>
              </a:lnSpc>
              <a:defRPr/>
            </a:pPr>
            <a:r>
              <a:rPr lang="en-US" altLang="ko-KR" sz="1200"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rPr>
              <a:t>2. Click </a:t>
            </a:r>
            <a:r>
              <a:rPr lang="en-US" altLang="ko-KR" sz="1200" b="1"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rPr>
              <a:t>[Share screen]</a:t>
            </a:r>
            <a:endParaRPr lang="ko-KR" altLang="en-US" sz="1200"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endParaRPr>
          </a:p>
          <a:p>
            <a:pPr lvl="0">
              <a:lnSpc>
                <a:spcPct val="140000"/>
              </a:lnSpc>
              <a:defRPr/>
            </a:pPr>
            <a:r>
              <a:rPr lang="en-US" altLang="ko-KR" sz="1200"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rPr>
              <a:t>3. A window will pop up to ask what to share</a:t>
            </a:r>
          </a:p>
          <a:p>
            <a:pPr lvl="0">
              <a:lnSpc>
                <a:spcPct val="140000"/>
              </a:lnSpc>
              <a:defRPr/>
            </a:pPr>
            <a:r>
              <a:rPr lang="en-US" altLang="ko-KR" sz="1200"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rPr>
              <a:t>4. Select contents to share from the </a:t>
            </a:r>
            <a:r>
              <a:rPr lang="en-US" altLang="ko-KR" sz="1200" b="1"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rPr>
              <a:t>Share Tab</a:t>
            </a:r>
          </a:p>
          <a:p>
            <a:pPr lvl="0">
              <a:lnSpc>
                <a:spcPct val="140000"/>
              </a:lnSpc>
              <a:defRPr/>
            </a:pPr>
            <a:r>
              <a:rPr lang="en-US" altLang="ko-KR" sz="1200"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rPr>
              <a:t>    (Tick</a:t>
            </a:r>
            <a:r>
              <a:rPr lang="ko-KR" altLang="en-US" sz="1200"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rPr>
              <a:t> </a:t>
            </a:r>
            <a:r>
              <a:rPr lang="en-US" altLang="ko-KR" sz="1200" b="1"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rPr>
              <a:t>[Share Tab Audio] </a:t>
            </a:r>
            <a:r>
              <a:rPr lang="en-US" altLang="ko-KR" sz="1200"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rPr>
              <a:t>to share audio as well)</a:t>
            </a:r>
          </a:p>
          <a:p>
            <a:pPr lvl="0">
              <a:lnSpc>
                <a:spcPct val="140000"/>
              </a:lnSpc>
              <a:defRPr/>
            </a:pPr>
            <a:r>
              <a:rPr lang="en-US" altLang="ko-KR" sz="1200"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rPr>
              <a:t>5.  Click </a:t>
            </a:r>
            <a:r>
              <a:rPr lang="en-US" altLang="ko-KR" sz="1200" b="1"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rPr>
              <a:t>[Share] </a:t>
            </a:r>
          </a:p>
          <a:p>
            <a:pPr lvl="0">
              <a:lnSpc>
                <a:spcPct val="140000"/>
              </a:lnSpc>
              <a:defRPr/>
            </a:pPr>
            <a:endParaRPr lang="en-US" altLang="ko-KR" sz="600" b="1"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endParaRPr>
          </a:p>
          <a:p>
            <a:pPr lvl="0">
              <a:lnSpc>
                <a:spcPct val="140000"/>
              </a:lnSpc>
              <a:defRPr/>
            </a:pPr>
            <a:r>
              <a:rPr lang="en-US" altLang="ko-KR" sz="1200" b="1"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rPr>
              <a:t>- End Screen Sharing</a:t>
            </a:r>
            <a:endParaRPr lang="ko-KR" altLang="en-US" sz="1200" b="1"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endParaRPr>
          </a:p>
          <a:p>
            <a:pPr>
              <a:lnSpc>
                <a:spcPct val="140000"/>
              </a:lnSpc>
              <a:defRPr/>
            </a:pPr>
            <a:r>
              <a:rPr lang="en-US" altLang="ko-KR" sz="1200" dirty="0">
                <a:solidFill>
                  <a:prstClr val="black"/>
                </a:solidFill>
                <a:latin typeface="NanumBarunGothic" panose="020B0603020101020101" pitchFamily="34" charset="-127"/>
                <a:ea typeface="NanumBarunGothic" panose="020B0603020101020101" pitchFamily="34" charset="-127"/>
              </a:rPr>
              <a:t>1. Click </a:t>
            </a:r>
            <a:r>
              <a:rPr lang="en-US" altLang="ko-KR" sz="1200" b="1" dirty="0">
                <a:solidFill>
                  <a:prstClr val="black"/>
                </a:solidFill>
                <a:latin typeface="NanumBarunGothic" panose="020B0603020101020101" pitchFamily="34" charset="-127"/>
                <a:ea typeface="NanumBarunGothic" panose="020B0603020101020101" pitchFamily="34" charset="-127"/>
              </a:rPr>
              <a:t>[Toggle Document/Screen Sharing]</a:t>
            </a:r>
            <a:endParaRPr lang="en-US" altLang="ko-KR" sz="1200" dirty="0">
              <a:solidFill>
                <a:prstClr val="black"/>
              </a:solidFill>
              <a:latin typeface="NanumBarunGothic" panose="020B0603020101020101" pitchFamily="34" charset="-127"/>
              <a:ea typeface="NanumBarunGothic" panose="020B0603020101020101" pitchFamily="34" charset="-127"/>
              <a:cs typeface="Aldhabi" panose="020B0604020202020204" pitchFamily="2" charset="-78"/>
            </a:endParaRPr>
          </a:p>
        </p:txBody>
      </p:sp>
      <p:sp>
        <p:nvSpPr>
          <p:cNvPr id="45" name="직사각형 44">
            <a:extLst>
              <a:ext uri="{FF2B5EF4-FFF2-40B4-BE49-F238E27FC236}">
                <a16:creationId xmlns:a16="http://schemas.microsoft.com/office/drawing/2014/main" id="{3355CE4A-5D33-2843-A16F-DA2CCCE322EC}"/>
              </a:ext>
            </a:extLst>
          </p:cNvPr>
          <p:cNvSpPr/>
          <p:nvPr/>
        </p:nvSpPr>
        <p:spPr>
          <a:xfrm>
            <a:off x="3700130" y="4899835"/>
            <a:ext cx="574158" cy="214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grpSp>
        <p:nvGrpSpPr>
          <p:cNvPr id="25" name="Group 24">
            <a:extLst>
              <a:ext uri="{FF2B5EF4-FFF2-40B4-BE49-F238E27FC236}">
                <a16:creationId xmlns:a16="http://schemas.microsoft.com/office/drawing/2014/main" id="{035E69D9-EEDF-B647-AA27-A4F8C3353D0A}"/>
              </a:ext>
            </a:extLst>
          </p:cNvPr>
          <p:cNvGrpSpPr/>
          <p:nvPr/>
        </p:nvGrpSpPr>
        <p:grpSpPr>
          <a:xfrm>
            <a:off x="1279185" y="107537"/>
            <a:ext cx="5561768" cy="281649"/>
            <a:chOff x="1279185" y="107537"/>
            <a:chExt cx="5561768" cy="281649"/>
          </a:xfrm>
        </p:grpSpPr>
        <p:sp>
          <p:nvSpPr>
            <p:cNvPr id="26" name="Rectangle 25">
              <a:extLst>
                <a:ext uri="{FF2B5EF4-FFF2-40B4-BE49-F238E27FC236}">
                  <a16:creationId xmlns:a16="http://schemas.microsoft.com/office/drawing/2014/main" id="{CBCB7361-51CC-0941-85A2-C3146E321781}"/>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7" name="Rectangle 26">
              <a:extLst>
                <a:ext uri="{FF2B5EF4-FFF2-40B4-BE49-F238E27FC236}">
                  <a16:creationId xmlns:a16="http://schemas.microsoft.com/office/drawing/2014/main" id="{0CA99D46-5A3E-7C4F-A3ED-210053F652C4}"/>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8" name="Rectangle 27">
              <a:extLst>
                <a:ext uri="{FF2B5EF4-FFF2-40B4-BE49-F238E27FC236}">
                  <a16:creationId xmlns:a16="http://schemas.microsoft.com/office/drawing/2014/main" id="{C0C38FFD-621A-F142-A1A3-E61D527A26E0}"/>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9" name="Rectangle 28">
              <a:extLst>
                <a:ext uri="{FF2B5EF4-FFF2-40B4-BE49-F238E27FC236}">
                  <a16:creationId xmlns:a16="http://schemas.microsoft.com/office/drawing/2014/main" id="{924426CB-A44B-044C-AA71-2E041DEA00C9}"/>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30" name="그림 4">
            <a:extLst>
              <a:ext uri="{FF2B5EF4-FFF2-40B4-BE49-F238E27FC236}">
                <a16:creationId xmlns:a16="http://schemas.microsoft.com/office/drawing/2014/main" id="{F3C82BEC-AC3A-3943-BB14-59343A5CAE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0" y="3406186"/>
            <a:ext cx="3216768" cy="2415335"/>
          </a:xfrm>
          <a:prstGeom prst="rect">
            <a:avLst/>
          </a:prstGeom>
          <a:ln>
            <a:solidFill>
              <a:schemeClr val="tx1"/>
            </a:solidFill>
          </a:ln>
        </p:spPr>
      </p:pic>
      <p:sp>
        <p:nvSpPr>
          <p:cNvPr id="24" name="오른쪽 화살표[R] 23">
            <a:extLst>
              <a:ext uri="{FF2B5EF4-FFF2-40B4-BE49-F238E27FC236}">
                <a16:creationId xmlns:a16="http://schemas.microsoft.com/office/drawing/2014/main" id="{979797B7-E798-C24F-8784-9D81D132DF9D}"/>
              </a:ext>
            </a:extLst>
          </p:cNvPr>
          <p:cNvSpPr/>
          <p:nvPr/>
        </p:nvSpPr>
        <p:spPr>
          <a:xfrm>
            <a:off x="3152953" y="3798086"/>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6" name="직사각형 35">
            <a:extLst>
              <a:ext uri="{FF2B5EF4-FFF2-40B4-BE49-F238E27FC236}">
                <a16:creationId xmlns:a16="http://schemas.microsoft.com/office/drawing/2014/main" id="{0EA8948A-608F-5549-8575-254C26FF6EA0}"/>
              </a:ext>
            </a:extLst>
          </p:cNvPr>
          <p:cNvSpPr/>
          <p:nvPr/>
        </p:nvSpPr>
        <p:spPr>
          <a:xfrm>
            <a:off x="3442905" y="3689322"/>
            <a:ext cx="3188958" cy="21442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23" name="Picture 3">
            <a:extLst>
              <a:ext uri="{FF2B5EF4-FFF2-40B4-BE49-F238E27FC236}">
                <a16:creationId xmlns:a16="http://schemas.microsoft.com/office/drawing/2014/main" id="{030AE0E9-EAA5-5F70-4EFB-6F318D392C2C}"/>
              </a:ext>
            </a:extLst>
          </p:cNvPr>
          <p:cNvPicPr>
            <a:picLocks noChangeAspect="1"/>
          </p:cNvPicPr>
          <p:nvPr/>
        </p:nvPicPr>
        <p:blipFill rotWithShape="1">
          <a:blip r:embed="rId4">
            <a:extLst>
              <a:ext uri="{28A0092B-C50C-407E-A947-70E740481C1C}">
                <a14:useLocalDpi xmlns:a14="http://schemas.microsoft.com/office/drawing/2010/main" val="0"/>
              </a:ext>
            </a:extLst>
          </a:blip>
          <a:srcRect l="8423" t="21299" r="32148" b="2756"/>
          <a:stretch/>
        </p:blipFill>
        <p:spPr>
          <a:xfrm>
            <a:off x="350520" y="3406187"/>
            <a:ext cx="2730836" cy="1398370"/>
          </a:xfrm>
          <a:prstGeom prst="rect">
            <a:avLst/>
          </a:prstGeom>
        </p:spPr>
      </p:pic>
      <p:sp>
        <p:nvSpPr>
          <p:cNvPr id="31" name="직사각형 30">
            <a:extLst>
              <a:ext uri="{FF2B5EF4-FFF2-40B4-BE49-F238E27FC236}">
                <a16:creationId xmlns:a16="http://schemas.microsoft.com/office/drawing/2014/main" id="{40D88446-470E-1875-29D2-BAA940645461}"/>
              </a:ext>
            </a:extLst>
          </p:cNvPr>
          <p:cNvSpPr/>
          <p:nvPr/>
        </p:nvSpPr>
        <p:spPr>
          <a:xfrm>
            <a:off x="1234441" y="3461028"/>
            <a:ext cx="1432559" cy="370912"/>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2" name="직사각형 31">
            <a:extLst>
              <a:ext uri="{FF2B5EF4-FFF2-40B4-BE49-F238E27FC236}">
                <a16:creationId xmlns:a16="http://schemas.microsoft.com/office/drawing/2014/main" id="{CC8CECCE-D4C9-8E08-1C41-CE5F0BE0610E}"/>
              </a:ext>
            </a:extLst>
          </p:cNvPr>
          <p:cNvSpPr/>
          <p:nvPr/>
        </p:nvSpPr>
        <p:spPr>
          <a:xfrm>
            <a:off x="1234441" y="4284159"/>
            <a:ext cx="431881" cy="370912"/>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4" name="오른쪽 화살표[R] 33">
            <a:extLst>
              <a:ext uri="{FF2B5EF4-FFF2-40B4-BE49-F238E27FC236}">
                <a16:creationId xmlns:a16="http://schemas.microsoft.com/office/drawing/2014/main" id="{1BF70C43-2AD8-00EB-EFC0-25BBCDFC3F2F}"/>
              </a:ext>
            </a:extLst>
          </p:cNvPr>
          <p:cNvSpPr/>
          <p:nvPr/>
        </p:nvSpPr>
        <p:spPr>
          <a:xfrm rot="16200000">
            <a:off x="1308926" y="3987373"/>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601651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258222" y="362055"/>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Sharing </a:t>
            </a:r>
            <a:r>
              <a:rPr lang="en-US" altLang="ko-KR" sz="1600" dirty="0" err="1">
                <a:solidFill>
                  <a:srgbClr val="1D6B91"/>
                </a:solidFill>
                <a:latin typeface="나눔고딕 ExtraBold" panose="020D0904000000000000" pitchFamily="50" charset="-127"/>
                <a:ea typeface="나눔고딕 ExtraBold" panose="020D0904000000000000" pitchFamily="50" charset="-127"/>
              </a:rPr>
              <a:t>Youtube</a:t>
            </a:r>
            <a:r>
              <a:rPr lang="en-US" altLang="ko-KR" sz="1600" dirty="0">
                <a:solidFill>
                  <a:srgbClr val="1D6B91"/>
                </a:solidFill>
                <a:latin typeface="나눔고딕 ExtraBold" panose="020D0904000000000000" pitchFamily="50" charset="-127"/>
                <a:ea typeface="나눔고딕 ExtraBold" panose="020D0904000000000000" pitchFamily="50" charset="-127"/>
              </a:rPr>
              <a:t> Video</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3" name="TextBox 12">
            <a:extLst>
              <a:ext uri="{FF2B5EF4-FFF2-40B4-BE49-F238E27FC236}">
                <a16:creationId xmlns:a16="http://schemas.microsoft.com/office/drawing/2014/main" id="{108C5B30-94D0-4740-BD9A-C4DA44377678}"/>
              </a:ext>
            </a:extLst>
          </p:cNvPr>
          <p:cNvSpPr txBox="1"/>
          <p:nvPr/>
        </p:nvSpPr>
        <p:spPr>
          <a:xfrm>
            <a:off x="258222" y="4010248"/>
            <a:ext cx="6221236" cy="4456285"/>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Users can also share </a:t>
            </a:r>
            <a:r>
              <a:rPr lang="en-US" altLang="ko-KR" sz="1200" dirty="0" err="1">
                <a:solidFill>
                  <a:prstClr val="black"/>
                </a:solidFill>
                <a:latin typeface="나눔바른고딕" panose="020B0603020101020101" pitchFamily="50" charset="-127"/>
                <a:ea typeface="나눔바른고딕" panose="020B0603020101020101" pitchFamily="50" charset="-127"/>
              </a:rPr>
              <a:t>Youtube</a:t>
            </a:r>
            <a:r>
              <a:rPr lang="en-US" altLang="ko-KR" sz="1200" dirty="0">
                <a:solidFill>
                  <a:prstClr val="black"/>
                </a:solidFill>
                <a:latin typeface="나눔바른고딕" panose="020B0603020101020101" pitchFamily="50" charset="-127"/>
                <a:ea typeface="나눔바른고딕" panose="020B0603020101020101" pitchFamily="50" charset="-127"/>
              </a:rPr>
              <a:t> videos along with participants.</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Start Sharing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YouTube Videos</a:t>
            </a:r>
            <a:endPar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 </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[Share a </a:t>
            </a:r>
            <a:r>
              <a:rPr kumimoji="0" lang="en-US" altLang="ko-KR" sz="1200" b="1"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Youtube</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Video]</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Enter </a:t>
            </a:r>
            <a:r>
              <a:rPr kumimoji="0" lang="en-US" altLang="ko-KR" sz="120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Youtube</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link</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4.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Share</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5. Share video with participants</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171450" lvl="0" indent="-171450">
              <a:lnSpc>
                <a:spcPct val="14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Stop Sharing YouTube Videos </a:t>
            </a:r>
          </a:p>
          <a:p>
            <a:pPr lvl="0">
              <a:lnSpc>
                <a:spcPct val="140000"/>
              </a:lnSpc>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a:t>
            </a: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[Stop Video]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or</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or click</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[Stop]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from </a:t>
            </a:r>
            <a:r>
              <a:rPr lang="en-US" altLang="ko-KR" sz="1200" dirty="0">
                <a:solidFill>
                  <a:prstClr val="black"/>
                </a:solidFill>
                <a:latin typeface="나눔바른고딕" panose="020B0603020101020101" pitchFamily="50" charset="-127"/>
                <a:ea typeface="나눔바른고딕" panose="020B0603020101020101" pitchFamily="50" charset="-127"/>
              </a:rPr>
              <a:t>browser’s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sharing notification</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Sharer can manage audio, play/pause, video position, etc. for all participants.</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Please note that there may be some d</a:t>
            </a:r>
            <a:r>
              <a:rPr kumimoji="0" lang="en-US" altLang="ko-KR" sz="120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elays</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between sharer and viewers.</a:t>
            </a: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24</a:t>
            </a:fld>
            <a:endParaRPr lang="ko-KR" altLang="en-US"/>
          </a:p>
        </p:txBody>
      </p:sp>
      <p:sp>
        <p:nvSpPr>
          <p:cNvPr id="9" name="오른쪽 화살표[R] 18">
            <a:extLst>
              <a:ext uri="{FF2B5EF4-FFF2-40B4-BE49-F238E27FC236}">
                <a16:creationId xmlns:a16="http://schemas.microsoft.com/office/drawing/2014/main" id="{9D39034F-F17E-CC49-BF15-D2FD44CCC2D9}"/>
              </a:ext>
            </a:extLst>
          </p:cNvPr>
          <p:cNvSpPr/>
          <p:nvPr/>
        </p:nvSpPr>
        <p:spPr>
          <a:xfrm>
            <a:off x="3260942" y="2249637"/>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1" name="그림 10">
            <a:extLst>
              <a:ext uri="{FF2B5EF4-FFF2-40B4-BE49-F238E27FC236}">
                <a16:creationId xmlns:a16="http://schemas.microsoft.com/office/drawing/2014/main" id="{595DAA40-2EAA-A649-9EAD-8715CD2ED485}"/>
              </a:ext>
            </a:extLst>
          </p:cNvPr>
          <p:cNvPicPr>
            <a:picLocks noChangeAspect="1"/>
          </p:cNvPicPr>
          <p:nvPr/>
        </p:nvPicPr>
        <p:blipFill rotWithShape="1">
          <a:blip r:embed="rId2">
            <a:extLst>
              <a:ext uri="{28A0092B-C50C-407E-A947-70E740481C1C}">
                <a14:useLocalDpi xmlns:a14="http://schemas.microsoft.com/office/drawing/2010/main" val="0"/>
              </a:ext>
            </a:extLst>
          </a:blip>
          <a:srcRect l="20640" t="22126"/>
          <a:stretch/>
        </p:blipFill>
        <p:spPr>
          <a:xfrm>
            <a:off x="388250" y="992075"/>
            <a:ext cx="2746799" cy="2726707"/>
          </a:xfrm>
          <a:prstGeom prst="rect">
            <a:avLst/>
          </a:prstGeom>
        </p:spPr>
      </p:pic>
      <p:sp>
        <p:nvSpPr>
          <p:cNvPr id="14" name="직사각형 19">
            <a:extLst>
              <a:ext uri="{FF2B5EF4-FFF2-40B4-BE49-F238E27FC236}">
                <a16:creationId xmlns:a16="http://schemas.microsoft.com/office/drawing/2014/main" id="{FC31B41E-E16A-3949-8924-83BDFD08CBA9}"/>
              </a:ext>
            </a:extLst>
          </p:cNvPr>
          <p:cNvSpPr/>
          <p:nvPr/>
        </p:nvSpPr>
        <p:spPr>
          <a:xfrm>
            <a:off x="1214405" y="1521126"/>
            <a:ext cx="1517467" cy="33749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4" name="그림 3">
            <a:extLst>
              <a:ext uri="{FF2B5EF4-FFF2-40B4-BE49-F238E27FC236}">
                <a16:creationId xmlns:a16="http://schemas.microsoft.com/office/drawing/2014/main" id="{0F8001E0-F111-1840-8BF1-EC37DEFEAD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1019" y="1502499"/>
            <a:ext cx="2938731" cy="1705860"/>
          </a:xfrm>
          <a:prstGeom prst="rect">
            <a:avLst/>
          </a:prstGeom>
        </p:spPr>
      </p:pic>
      <p:pic>
        <p:nvPicPr>
          <p:cNvPr id="12" name="그림 11">
            <a:extLst>
              <a:ext uri="{FF2B5EF4-FFF2-40B4-BE49-F238E27FC236}">
                <a16:creationId xmlns:a16="http://schemas.microsoft.com/office/drawing/2014/main" id="{DA28E34D-FDFC-366A-B81D-045B446E3B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5578" y="2175563"/>
            <a:ext cx="1001382" cy="225552"/>
          </a:xfrm>
          <a:prstGeom prst="rect">
            <a:avLst/>
          </a:prstGeom>
        </p:spPr>
      </p:pic>
    </p:spTree>
    <p:extLst>
      <p:ext uri="{BB962C8B-B14F-4D97-AF65-F5344CB8AC3E}">
        <p14:creationId xmlns:p14="http://schemas.microsoft.com/office/powerpoint/2010/main" val="3056290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108C5B30-94D0-4740-BD9A-C4DA44377678}"/>
              </a:ext>
            </a:extLst>
          </p:cNvPr>
          <p:cNvSpPr txBox="1"/>
          <p:nvPr/>
        </p:nvSpPr>
        <p:spPr>
          <a:xfrm>
            <a:off x="258222" y="3973504"/>
            <a:ext cx="6341556" cy="4456285"/>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may share audio with participants.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Start Audio Sharing</a:t>
            </a:r>
            <a:endPar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[Share Audio]</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Select audio to share</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rPr>
              <a:t>4. Make sure to check the [Share Audio] option</a:t>
            </a:r>
            <a:endParaRPr kumimoji="0" lang="ko-KR" altLang="en-US" sz="1200" b="1" i="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5.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[Share]</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Stop Audio Sharing</a:t>
            </a:r>
            <a:endPar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[Stop Audio Sharing]</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Or click [Stop] from sharing notification</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srgbClr val="FF0000"/>
                </a:solidFill>
                <a:latin typeface="나눔바른고딕" panose="020B0603020101020101" pitchFamily="50" charset="-127"/>
                <a:ea typeface="나눔바른고딕" panose="020B0603020101020101" pitchFamily="50" charset="-127"/>
              </a:rPr>
              <a:t>※ </a:t>
            </a:r>
            <a:r>
              <a:rPr kumimoji="0" lang="en-US" altLang="ko-KR" sz="120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rPr>
              <a:t>”Couldn’t share system audio!” </a:t>
            </a:r>
            <a:r>
              <a:rPr kumimoji="0" lang="en-US" altLang="ko-KR" sz="1200" i="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rPr>
              <a:t>message </a:t>
            </a:r>
            <a:r>
              <a:rPr lang="en-US" altLang="ko-KR" sz="1200" dirty="0">
                <a:solidFill>
                  <a:srgbClr val="FF0000"/>
                </a:solidFill>
                <a:latin typeface="나눔바른고딕" panose="020B0603020101020101" pitchFamily="50" charset="-127"/>
                <a:ea typeface="나눔바른고딕" panose="020B0603020101020101" pitchFamily="50" charset="-127"/>
              </a:rPr>
              <a:t>is displayed when user attempts audio sharing without checking the [Share tab audio] option.</a:t>
            </a:r>
          </a:p>
          <a:p>
            <a:pPr>
              <a:lnSpc>
                <a:spcPct val="140000"/>
              </a:lnSpc>
              <a:defRPr/>
            </a:pPr>
            <a:r>
              <a:rPr lang="en-US" altLang="ko-KR" sz="1200" dirty="0">
                <a:solidFill>
                  <a:srgbClr val="FF0000"/>
                </a:solidFill>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rPr>
              <a:t>All sound, including shared audio, will be muted in case user toggles [mute].</a:t>
            </a: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25</a:t>
            </a:fld>
            <a:endParaRPr lang="ko-KR" altLang="en-US"/>
          </a:p>
        </p:txBody>
      </p:sp>
      <p:sp>
        <p:nvSpPr>
          <p:cNvPr id="7" name="TextBox 6">
            <a:extLst>
              <a:ext uri="{FF2B5EF4-FFF2-40B4-BE49-F238E27FC236}">
                <a16:creationId xmlns:a16="http://schemas.microsoft.com/office/drawing/2014/main" id="{F2D6FEAC-20A6-4F3C-997E-A41BF815CCD2}"/>
              </a:ext>
            </a:extLst>
          </p:cNvPr>
          <p:cNvSpPr txBox="1"/>
          <p:nvPr/>
        </p:nvSpPr>
        <p:spPr>
          <a:xfrm>
            <a:off x="258222" y="362055"/>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Audio Sharing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pic>
        <p:nvPicPr>
          <p:cNvPr id="21" name="그림 9">
            <a:extLst>
              <a:ext uri="{FF2B5EF4-FFF2-40B4-BE49-F238E27FC236}">
                <a16:creationId xmlns:a16="http://schemas.microsoft.com/office/drawing/2014/main" id="{23C158ED-BFB0-634C-AAED-90153CD0D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5540" y="1101705"/>
            <a:ext cx="3415435" cy="2564505"/>
          </a:xfrm>
          <a:prstGeom prst="rect">
            <a:avLst/>
          </a:prstGeom>
          <a:ln>
            <a:solidFill>
              <a:schemeClr val="tx1"/>
            </a:solidFill>
          </a:ln>
        </p:spPr>
      </p:pic>
      <p:sp>
        <p:nvSpPr>
          <p:cNvPr id="26" name="직사각형 15">
            <a:extLst>
              <a:ext uri="{FF2B5EF4-FFF2-40B4-BE49-F238E27FC236}">
                <a16:creationId xmlns:a16="http://schemas.microsoft.com/office/drawing/2014/main" id="{B2C7D30C-7D3D-8B48-B4D7-C1BA9A596C1B}"/>
              </a:ext>
            </a:extLst>
          </p:cNvPr>
          <p:cNvSpPr/>
          <p:nvPr/>
        </p:nvSpPr>
        <p:spPr>
          <a:xfrm flipV="1">
            <a:off x="3275541" y="3425575"/>
            <a:ext cx="759129" cy="213419"/>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1" name="오른쪽 화살표[R] 18">
            <a:extLst>
              <a:ext uri="{FF2B5EF4-FFF2-40B4-BE49-F238E27FC236}">
                <a16:creationId xmlns:a16="http://schemas.microsoft.com/office/drawing/2014/main" id="{1AEF8C08-2F97-354A-9BC6-F1424501FFF0}"/>
              </a:ext>
            </a:extLst>
          </p:cNvPr>
          <p:cNvSpPr/>
          <p:nvPr/>
        </p:nvSpPr>
        <p:spPr>
          <a:xfrm>
            <a:off x="3043683" y="2265465"/>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2" name="그림 11">
            <a:extLst>
              <a:ext uri="{FF2B5EF4-FFF2-40B4-BE49-F238E27FC236}">
                <a16:creationId xmlns:a16="http://schemas.microsoft.com/office/drawing/2014/main" id="{4E762DC0-2245-EB40-84EA-4361BE596F38}"/>
              </a:ext>
            </a:extLst>
          </p:cNvPr>
          <p:cNvPicPr>
            <a:picLocks noChangeAspect="1"/>
          </p:cNvPicPr>
          <p:nvPr/>
        </p:nvPicPr>
        <p:blipFill rotWithShape="1">
          <a:blip r:embed="rId3">
            <a:extLst>
              <a:ext uri="{28A0092B-C50C-407E-A947-70E740481C1C}">
                <a14:useLocalDpi xmlns:a14="http://schemas.microsoft.com/office/drawing/2010/main" val="0"/>
              </a:ext>
            </a:extLst>
          </a:blip>
          <a:srcRect l="20640" t="22126"/>
          <a:stretch/>
        </p:blipFill>
        <p:spPr>
          <a:xfrm>
            <a:off x="213523" y="1007903"/>
            <a:ext cx="2746799" cy="2726707"/>
          </a:xfrm>
          <a:prstGeom prst="rect">
            <a:avLst/>
          </a:prstGeom>
        </p:spPr>
      </p:pic>
      <p:sp>
        <p:nvSpPr>
          <p:cNvPr id="14" name="직사각형 19">
            <a:extLst>
              <a:ext uri="{FF2B5EF4-FFF2-40B4-BE49-F238E27FC236}">
                <a16:creationId xmlns:a16="http://schemas.microsoft.com/office/drawing/2014/main" id="{D2618CFB-4BE8-2F4A-9E93-EA7A9277C766}"/>
              </a:ext>
            </a:extLst>
          </p:cNvPr>
          <p:cNvSpPr/>
          <p:nvPr/>
        </p:nvSpPr>
        <p:spPr>
          <a:xfrm>
            <a:off x="1071575" y="1845298"/>
            <a:ext cx="1517467" cy="33749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5" name="직사각형 14">
            <a:extLst>
              <a:ext uri="{FF2B5EF4-FFF2-40B4-BE49-F238E27FC236}">
                <a16:creationId xmlns:a16="http://schemas.microsoft.com/office/drawing/2014/main" id="{0DDF1C7B-1B13-3B4D-82EA-5C073F1120EF}"/>
              </a:ext>
            </a:extLst>
          </p:cNvPr>
          <p:cNvSpPr/>
          <p:nvPr/>
        </p:nvSpPr>
        <p:spPr>
          <a:xfrm>
            <a:off x="5275384" y="1388319"/>
            <a:ext cx="1257259" cy="21442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6" name="직사각형 15">
            <a:extLst>
              <a:ext uri="{FF2B5EF4-FFF2-40B4-BE49-F238E27FC236}">
                <a16:creationId xmlns:a16="http://schemas.microsoft.com/office/drawing/2014/main" id="{D1FE1BEC-4290-9440-8483-64591E4C5A80}"/>
              </a:ext>
            </a:extLst>
          </p:cNvPr>
          <p:cNvSpPr/>
          <p:nvPr/>
        </p:nvSpPr>
        <p:spPr>
          <a:xfrm>
            <a:off x="3346533" y="1384910"/>
            <a:ext cx="1257259" cy="21442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7" name="그림 16">
            <a:extLst>
              <a:ext uri="{FF2B5EF4-FFF2-40B4-BE49-F238E27FC236}">
                <a16:creationId xmlns:a16="http://schemas.microsoft.com/office/drawing/2014/main" id="{03AA1559-40D9-7E9A-6FE5-3F26DF6BFC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1574" y="2219974"/>
            <a:ext cx="1122985" cy="252942"/>
          </a:xfrm>
          <a:prstGeom prst="rect">
            <a:avLst/>
          </a:prstGeom>
        </p:spPr>
      </p:pic>
    </p:spTree>
    <p:extLst>
      <p:ext uri="{BB962C8B-B14F-4D97-AF65-F5344CB8AC3E}">
        <p14:creationId xmlns:p14="http://schemas.microsoft.com/office/powerpoint/2010/main" val="2352701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499655" y="928236"/>
            <a:ext cx="5858690"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Video</a:t>
            </a:r>
            <a:r>
              <a:rPr lang="ko-KR" altLang="en-US" sz="4000" dirty="0">
                <a:solidFill>
                  <a:schemeClr val="bg1"/>
                </a:solidFill>
                <a:latin typeface="나눔고딕 ExtraBold" panose="020D0904000000000000" pitchFamily="50" charset="-127"/>
                <a:ea typeface="나눔고딕 ExtraBold" panose="020D0904000000000000" pitchFamily="50" charset="-127"/>
              </a:rPr>
              <a:t> </a:t>
            </a:r>
            <a:r>
              <a:rPr lang="en-US" altLang="ko-KR" sz="4000" dirty="0">
                <a:solidFill>
                  <a:schemeClr val="bg1"/>
                </a:solidFill>
                <a:latin typeface="나눔고딕 ExtraBold" panose="020D0904000000000000" pitchFamily="50" charset="-127"/>
                <a:ea typeface="나눔고딕 ExtraBold" panose="020D0904000000000000" pitchFamily="50" charset="-127"/>
              </a:rPr>
              <a:t>&amp; Audio</a:t>
            </a:r>
            <a:r>
              <a:rPr lang="ko-KR" altLang="en-US" sz="4000" dirty="0">
                <a:solidFill>
                  <a:schemeClr val="bg1"/>
                </a:solidFill>
                <a:latin typeface="나눔고딕 ExtraBold" panose="020D0904000000000000" pitchFamily="50" charset="-127"/>
                <a:ea typeface="나눔고딕 ExtraBold" panose="020D0904000000000000" pitchFamily="50" charset="-127"/>
              </a:rPr>
              <a:t> </a:t>
            </a:r>
            <a:r>
              <a:rPr lang="en-US" altLang="ko-KR" sz="4000" dirty="0">
                <a:solidFill>
                  <a:schemeClr val="bg1"/>
                </a:solidFill>
                <a:latin typeface="나눔고딕 ExtraBold" panose="020D0904000000000000" pitchFamily="50" charset="-127"/>
                <a:ea typeface="나눔고딕 ExtraBold" panose="020D0904000000000000" pitchFamily="50" charset="-127"/>
              </a:rPr>
              <a:t>Setting</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864580"/>
            <a:ext cx="1703878"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Microphone</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26</a:t>
            </a:fld>
            <a:endParaRPr lang="ko-KR" altLang="en-US"/>
          </a:p>
        </p:txBody>
      </p:sp>
      <p:sp>
        <p:nvSpPr>
          <p:cNvPr id="23" name="TextBox 22">
            <a:extLst>
              <a:ext uri="{FF2B5EF4-FFF2-40B4-BE49-F238E27FC236}">
                <a16:creationId xmlns:a16="http://schemas.microsoft.com/office/drawing/2014/main" id="{E970CDF6-D924-402B-92F7-491F109E0E5C}"/>
              </a:ext>
            </a:extLst>
          </p:cNvPr>
          <p:cNvSpPr txBox="1"/>
          <p:nvPr/>
        </p:nvSpPr>
        <p:spPr>
          <a:xfrm>
            <a:off x="3618412" y="3160701"/>
            <a:ext cx="3030584" cy="2388026"/>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[Mute/Unmute]</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to toggle microphone settings. </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When </a:t>
            </a:r>
            <a:r>
              <a:rPr lang="en-US" altLang="ko-KR" sz="1200" b="1" dirty="0">
                <a:solidFill>
                  <a:prstClr val="black"/>
                </a:solidFill>
                <a:latin typeface="나눔바른고딕" panose="020B0603020101020101" pitchFamily="50" charset="-127"/>
                <a:ea typeface="나눔바른고딕" panose="020B0603020101020101" pitchFamily="50" charset="-127"/>
              </a:rPr>
              <a:t>[Mute]</a:t>
            </a:r>
            <a:r>
              <a:rPr lang="en-US" altLang="ko-KR" sz="1200" dirty="0">
                <a:solidFill>
                  <a:prstClr val="black"/>
                </a:solidFill>
                <a:latin typeface="나눔바른고딕" panose="020B0603020101020101" pitchFamily="50" charset="-127"/>
                <a:ea typeface="나눔바른고딕" panose="020B0603020101020101" pitchFamily="50" charset="-127"/>
              </a:rPr>
              <a:t>, the icon changes accordingly and audio is not shared to other participants.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en-US" altLang="ko-KR" sz="1200" b="1" dirty="0">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(audio setting)]</a:t>
            </a:r>
            <a:r>
              <a:rPr lang="en-US" altLang="ko-KR" sz="1200" dirty="0">
                <a:solidFill>
                  <a:prstClr val="black"/>
                </a:solidFill>
                <a:latin typeface="나눔바른고딕" panose="020B0603020101020101" pitchFamily="50" charset="-127"/>
                <a:ea typeface="나눔바른고딕" panose="020B0603020101020101" pitchFamily="50" charset="-127"/>
              </a:rPr>
              <a:t> to</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alter microphone and speaker settings.</a:t>
            </a:r>
          </a:p>
        </p:txBody>
      </p:sp>
      <p:sp>
        <p:nvSpPr>
          <p:cNvPr id="14" name="TextBox 13">
            <a:extLst>
              <a:ext uri="{FF2B5EF4-FFF2-40B4-BE49-F238E27FC236}">
                <a16:creationId xmlns:a16="http://schemas.microsoft.com/office/drawing/2014/main" id="{00CDA4BE-A475-4A7D-A962-EDA34FF54913}"/>
              </a:ext>
            </a:extLst>
          </p:cNvPr>
          <p:cNvSpPr txBox="1"/>
          <p:nvPr/>
        </p:nvSpPr>
        <p:spPr>
          <a:xfrm>
            <a:off x="202723" y="6184238"/>
            <a:ext cx="1260566"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Camera</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22" name="TextBox 21">
            <a:extLst>
              <a:ext uri="{FF2B5EF4-FFF2-40B4-BE49-F238E27FC236}">
                <a16:creationId xmlns:a16="http://schemas.microsoft.com/office/drawing/2014/main" id="{EF23B566-5F96-4962-9359-E807FC627938}"/>
              </a:ext>
            </a:extLst>
          </p:cNvPr>
          <p:cNvSpPr txBox="1"/>
          <p:nvPr/>
        </p:nvSpPr>
        <p:spPr>
          <a:xfrm>
            <a:off x="3618410" y="6580050"/>
            <a:ext cx="3030583" cy="2388026"/>
          </a:xfrm>
          <a:prstGeom prst="rect">
            <a:avLst/>
          </a:prstGeom>
          <a:noFill/>
        </p:spPr>
        <p:txBody>
          <a:bodyPr wrap="square" rtlCol="0">
            <a:spAutoFit/>
          </a:bodyPr>
          <a:lstStyle/>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lang="en-US" altLang="ko-KR" sz="1200" b="1" dirty="0">
                <a:solidFill>
                  <a:prstClr val="black"/>
                </a:solidFill>
                <a:latin typeface="나눔바른고딕" panose="020B0603020101020101" pitchFamily="50" charset="-127"/>
                <a:ea typeface="나눔바른고딕" panose="020B0603020101020101" pitchFamily="50" charset="-127"/>
              </a:rPr>
              <a:t>[Start/Stop Camera] </a:t>
            </a:r>
            <a:r>
              <a:rPr lang="en-US" altLang="ko-KR" sz="1200" dirty="0">
                <a:solidFill>
                  <a:prstClr val="black"/>
                </a:solidFill>
                <a:latin typeface="나눔바른고딕" panose="020B0603020101020101" pitchFamily="50" charset="-127"/>
                <a:ea typeface="나눔바른고딕" panose="020B0603020101020101" pitchFamily="50" charset="-127"/>
              </a:rPr>
              <a:t>to toggle camera settings. </a:t>
            </a:r>
          </a:p>
          <a:p>
            <a:pPr lvl="0">
              <a:lnSpc>
                <a:spcPct val="140000"/>
              </a:lnSpc>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When </a:t>
            </a:r>
            <a:r>
              <a:rPr lang="en-US" altLang="ko-KR" sz="1200" b="1" dirty="0">
                <a:solidFill>
                  <a:prstClr val="black"/>
                </a:solidFill>
                <a:latin typeface="나눔바른고딕" panose="020B0603020101020101" pitchFamily="50" charset="-127"/>
                <a:ea typeface="나눔바른고딕" panose="020B0603020101020101" pitchFamily="50" charset="-127"/>
              </a:rPr>
              <a:t>[Stop Camera]</a:t>
            </a:r>
            <a:r>
              <a:rPr lang="en-US" altLang="ko-KR" sz="1200" dirty="0">
                <a:solidFill>
                  <a:prstClr val="black"/>
                </a:solidFill>
                <a:latin typeface="나눔바른고딕" panose="020B0603020101020101" pitchFamily="50" charset="-127"/>
                <a:ea typeface="나눔바른고딕" panose="020B0603020101020101" pitchFamily="50" charset="-127"/>
              </a:rPr>
              <a:t>, the icon changes accordingly and video is not shared to other participants.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en-US" altLang="ko-KR" sz="1200" b="1" dirty="0">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(camera setting)]</a:t>
            </a:r>
            <a:r>
              <a:rPr lang="en-US" altLang="ko-KR" sz="1200" dirty="0">
                <a:solidFill>
                  <a:prstClr val="black"/>
                </a:solidFill>
                <a:latin typeface="나눔바른고딕" panose="020B0603020101020101" pitchFamily="50" charset="-127"/>
                <a:ea typeface="나눔바른고딕" panose="020B0603020101020101" pitchFamily="50" charset="-127"/>
              </a:rPr>
              <a:t> to alter camera settings.</a:t>
            </a:r>
          </a:p>
        </p:txBody>
      </p:sp>
      <p:grpSp>
        <p:nvGrpSpPr>
          <p:cNvPr id="24" name="Group 23">
            <a:extLst>
              <a:ext uri="{FF2B5EF4-FFF2-40B4-BE49-F238E27FC236}">
                <a16:creationId xmlns:a16="http://schemas.microsoft.com/office/drawing/2014/main" id="{0B3FECC0-9535-7544-9AEA-0F20FF1A1F3C}"/>
              </a:ext>
            </a:extLst>
          </p:cNvPr>
          <p:cNvGrpSpPr/>
          <p:nvPr/>
        </p:nvGrpSpPr>
        <p:grpSpPr>
          <a:xfrm>
            <a:off x="1279185" y="107537"/>
            <a:ext cx="5561768" cy="281649"/>
            <a:chOff x="1279185" y="107537"/>
            <a:chExt cx="5561768" cy="281649"/>
          </a:xfrm>
        </p:grpSpPr>
        <p:sp>
          <p:nvSpPr>
            <p:cNvPr id="25" name="Rectangle 24">
              <a:extLst>
                <a:ext uri="{FF2B5EF4-FFF2-40B4-BE49-F238E27FC236}">
                  <a16:creationId xmlns:a16="http://schemas.microsoft.com/office/drawing/2014/main" id="{60342A17-1143-0140-A146-2F756F241F7D}"/>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6" name="Rectangle 25">
              <a:extLst>
                <a:ext uri="{FF2B5EF4-FFF2-40B4-BE49-F238E27FC236}">
                  <a16:creationId xmlns:a16="http://schemas.microsoft.com/office/drawing/2014/main" id="{4A013FB8-5229-EB41-9467-4C7EC400F32C}"/>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7" name="Rectangle 26">
              <a:extLst>
                <a:ext uri="{FF2B5EF4-FFF2-40B4-BE49-F238E27FC236}">
                  <a16:creationId xmlns:a16="http://schemas.microsoft.com/office/drawing/2014/main" id="{75DFA899-A19F-0F4E-8528-A66B01DF8208}"/>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8" name="Rectangle 27">
              <a:extLst>
                <a:ext uri="{FF2B5EF4-FFF2-40B4-BE49-F238E27FC236}">
                  <a16:creationId xmlns:a16="http://schemas.microsoft.com/office/drawing/2014/main" id="{19C4C60D-5DED-2B49-8977-4268EEB167FD}"/>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29" name="그림 3">
            <a:extLst>
              <a:ext uri="{FF2B5EF4-FFF2-40B4-BE49-F238E27FC236}">
                <a16:creationId xmlns:a16="http://schemas.microsoft.com/office/drawing/2014/main" id="{FF173B48-C28D-3E46-B369-73C3DC3D60EC}"/>
              </a:ext>
            </a:extLst>
          </p:cNvPr>
          <p:cNvPicPr>
            <a:picLocks noChangeAspect="1"/>
          </p:cNvPicPr>
          <p:nvPr/>
        </p:nvPicPr>
        <p:blipFill>
          <a:blip r:embed="rId3"/>
          <a:stretch>
            <a:fillRect/>
          </a:stretch>
        </p:blipFill>
        <p:spPr>
          <a:xfrm>
            <a:off x="222567" y="6522792"/>
            <a:ext cx="3287015" cy="2710345"/>
          </a:xfrm>
          <a:prstGeom prst="rect">
            <a:avLst/>
          </a:prstGeom>
        </p:spPr>
      </p:pic>
      <p:pic>
        <p:nvPicPr>
          <p:cNvPr id="30" name="Picture 2">
            <a:extLst>
              <a:ext uri="{FF2B5EF4-FFF2-40B4-BE49-F238E27FC236}">
                <a16:creationId xmlns:a16="http://schemas.microsoft.com/office/drawing/2014/main" id="{B458E912-0D3F-2648-9B30-8D4D0407D7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724" y="3217561"/>
            <a:ext cx="3306858" cy="2714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514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Participants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4" y="2809589"/>
            <a:ext cx="197714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View Participants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27</a:t>
            </a:fld>
            <a:endParaRPr lang="ko-KR" altLang="en-US"/>
          </a:p>
        </p:txBody>
      </p:sp>
      <p:sp>
        <p:nvSpPr>
          <p:cNvPr id="23" name="TextBox 22">
            <a:extLst>
              <a:ext uri="{FF2B5EF4-FFF2-40B4-BE49-F238E27FC236}">
                <a16:creationId xmlns:a16="http://schemas.microsoft.com/office/drawing/2014/main" id="{6502C017-88A0-40C3-9A20-16FFAF319564}"/>
              </a:ext>
            </a:extLst>
          </p:cNvPr>
          <p:cNvSpPr txBox="1"/>
          <p:nvPr/>
        </p:nvSpPr>
        <p:spPr>
          <a:xfrm>
            <a:off x="173162" y="7237749"/>
            <a:ext cx="6443482" cy="109536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to open/close participant list.</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check participants status (mic, camera, screen share) and invite others from this panel.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grpSp>
        <p:nvGrpSpPr>
          <p:cNvPr id="32" name="Group 31">
            <a:extLst>
              <a:ext uri="{FF2B5EF4-FFF2-40B4-BE49-F238E27FC236}">
                <a16:creationId xmlns:a16="http://schemas.microsoft.com/office/drawing/2014/main" id="{0584573C-42F9-514A-9FDE-A5F0E04DC296}"/>
              </a:ext>
            </a:extLst>
          </p:cNvPr>
          <p:cNvGrpSpPr/>
          <p:nvPr/>
        </p:nvGrpSpPr>
        <p:grpSpPr>
          <a:xfrm>
            <a:off x="1279185" y="107537"/>
            <a:ext cx="5561768" cy="281649"/>
            <a:chOff x="1279185" y="107537"/>
            <a:chExt cx="5561768" cy="281649"/>
          </a:xfrm>
        </p:grpSpPr>
        <p:sp>
          <p:nvSpPr>
            <p:cNvPr id="33" name="Rectangle 32">
              <a:extLst>
                <a:ext uri="{FF2B5EF4-FFF2-40B4-BE49-F238E27FC236}">
                  <a16:creationId xmlns:a16="http://schemas.microsoft.com/office/drawing/2014/main" id="{4E00E83E-B9A4-3F4B-A496-E25D2579F15C}"/>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34" name="Rectangle 33">
              <a:extLst>
                <a:ext uri="{FF2B5EF4-FFF2-40B4-BE49-F238E27FC236}">
                  <a16:creationId xmlns:a16="http://schemas.microsoft.com/office/drawing/2014/main" id="{8ACE5070-7DE6-364C-8CBA-ACB09D0C5716}"/>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35" name="Rectangle 34">
              <a:extLst>
                <a:ext uri="{FF2B5EF4-FFF2-40B4-BE49-F238E27FC236}">
                  <a16:creationId xmlns:a16="http://schemas.microsoft.com/office/drawing/2014/main" id="{59C372C5-EBD1-3F40-AAFD-BA1DD8C944E9}"/>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6" name="Rectangle 35">
              <a:extLst>
                <a:ext uri="{FF2B5EF4-FFF2-40B4-BE49-F238E27FC236}">
                  <a16:creationId xmlns:a16="http://schemas.microsoft.com/office/drawing/2014/main" id="{8A476093-2B6C-E34A-A236-FF8E8C0199EB}"/>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38" name="오른쪽 화살표[R] 23">
            <a:extLst>
              <a:ext uri="{FF2B5EF4-FFF2-40B4-BE49-F238E27FC236}">
                <a16:creationId xmlns:a16="http://schemas.microsoft.com/office/drawing/2014/main" id="{45A6D1C1-0587-B445-872F-BC10D7B9977F}"/>
              </a:ext>
            </a:extLst>
          </p:cNvPr>
          <p:cNvSpPr/>
          <p:nvPr/>
        </p:nvSpPr>
        <p:spPr>
          <a:xfrm>
            <a:off x="3823123" y="3639963"/>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4" name="그림 3">
            <a:extLst>
              <a:ext uri="{FF2B5EF4-FFF2-40B4-BE49-F238E27FC236}">
                <a16:creationId xmlns:a16="http://schemas.microsoft.com/office/drawing/2014/main" id="{619606AC-CC7B-A44A-8CB4-B97C098D3ED9}"/>
              </a:ext>
            </a:extLst>
          </p:cNvPr>
          <p:cNvPicPr>
            <a:picLocks noChangeAspect="1"/>
          </p:cNvPicPr>
          <p:nvPr/>
        </p:nvPicPr>
        <p:blipFill rotWithShape="1">
          <a:blip r:embed="rId3">
            <a:extLst>
              <a:ext uri="{28A0092B-C50C-407E-A947-70E740481C1C}">
                <a14:useLocalDpi xmlns:a14="http://schemas.microsoft.com/office/drawing/2010/main" val="0"/>
              </a:ext>
            </a:extLst>
          </a:blip>
          <a:srcRect t="10958"/>
          <a:stretch/>
        </p:blipFill>
        <p:spPr>
          <a:xfrm>
            <a:off x="265567" y="3313471"/>
            <a:ext cx="3397088" cy="935688"/>
          </a:xfrm>
          <a:prstGeom prst="rect">
            <a:avLst/>
          </a:prstGeom>
        </p:spPr>
      </p:pic>
      <p:pic>
        <p:nvPicPr>
          <p:cNvPr id="6" name="그림 5">
            <a:extLst>
              <a:ext uri="{FF2B5EF4-FFF2-40B4-BE49-F238E27FC236}">
                <a16:creationId xmlns:a16="http://schemas.microsoft.com/office/drawing/2014/main" id="{066EE002-BA28-5D47-B7C1-64427FE16A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0965" y="3179775"/>
            <a:ext cx="2427763" cy="3974948"/>
          </a:xfrm>
          <a:prstGeom prst="rect">
            <a:avLst/>
          </a:prstGeom>
        </p:spPr>
      </p:pic>
      <p:sp>
        <p:nvSpPr>
          <p:cNvPr id="22" name="직사각형 21">
            <a:extLst>
              <a:ext uri="{FF2B5EF4-FFF2-40B4-BE49-F238E27FC236}">
                <a16:creationId xmlns:a16="http://schemas.microsoft.com/office/drawing/2014/main" id="{363CD359-2008-3A48-9A30-752358EF1387}"/>
              </a:ext>
            </a:extLst>
          </p:cNvPr>
          <p:cNvSpPr/>
          <p:nvPr/>
        </p:nvSpPr>
        <p:spPr>
          <a:xfrm>
            <a:off x="2085512" y="3682494"/>
            <a:ext cx="483488" cy="47446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20859143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774A94EB-A79B-41BC-8AC6-3EDC83ECBEA0}"/>
              </a:ext>
            </a:extLst>
          </p:cNvPr>
          <p:cNvSpPr txBox="1"/>
          <p:nvPr/>
        </p:nvSpPr>
        <p:spPr>
          <a:xfrm>
            <a:off x="350874" y="4355794"/>
            <a:ext cx="5751817" cy="1107996"/>
          </a:xfrm>
          <a:prstGeom prst="rect">
            <a:avLst/>
          </a:prstGeom>
          <a:noFill/>
        </p:spPr>
        <p:txBody>
          <a:bodyPr wrap="square" rtlCol="0">
            <a:spAutoFit/>
          </a:bodyPr>
          <a:lstStyle/>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Click</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[Invite Someone] </a:t>
            </a:r>
            <a:r>
              <a:rPr lang="en-US" altLang="ko-KR" sz="1200" dirty="0">
                <a:solidFill>
                  <a:prstClr val="black"/>
                </a:solidFill>
                <a:latin typeface="나눔바른고딕" panose="020B0603020101020101" pitchFamily="50" charset="-127"/>
                <a:ea typeface="나눔바른고딕" panose="020B0603020101020101" pitchFamily="50" charset="-127"/>
              </a:rPr>
              <a:t>to copy meeting URL, send e-mail invitation or embed meeting using HTML.</a:t>
            </a:r>
          </a:p>
          <a:p>
            <a:pPr lvl="0">
              <a:lnSpc>
                <a:spcPct val="140000"/>
              </a:lnSpc>
              <a:defRPr/>
            </a:pPr>
            <a:endParaRPr lang="en" altLang="ko-KR" sz="1200" dirty="0"/>
          </a:p>
          <a:p>
            <a:pPr>
              <a:lnSpc>
                <a:spcPct val="140000"/>
              </a:lnSpc>
              <a:defRPr/>
            </a:pPr>
            <a:r>
              <a:rPr lang="en" altLang="ko-KR" sz="1200" dirty="0"/>
              <a:t>For more information, see the "Creating and Inviting Meetings" page.</a:t>
            </a:r>
            <a:endParaRPr lang="en-US" altLang="ko-KR" sz="1200" dirty="0">
              <a:solidFill>
                <a:prstClr val="black"/>
              </a:solidFill>
              <a:latin typeface="나눔바른고딕" panose="020B0603020101020101" pitchFamily="50" charset="-127"/>
              <a:ea typeface="나눔바른고딕" panose="020B0603020101020101"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28</a:t>
            </a:fld>
            <a:endParaRPr lang="ko-KR" altLang="en-US"/>
          </a:p>
        </p:txBody>
      </p:sp>
      <p:sp>
        <p:nvSpPr>
          <p:cNvPr id="23" name="TextBox 22">
            <a:extLst>
              <a:ext uri="{FF2B5EF4-FFF2-40B4-BE49-F238E27FC236}">
                <a16:creationId xmlns:a16="http://schemas.microsoft.com/office/drawing/2014/main" id="{06949D7C-AC83-4FF6-B507-9E3B34CDCE7D}"/>
              </a:ext>
            </a:extLst>
          </p:cNvPr>
          <p:cNvSpPr txBox="1"/>
          <p:nvPr/>
        </p:nvSpPr>
        <p:spPr>
          <a:xfrm>
            <a:off x="258220" y="5705494"/>
            <a:ext cx="434327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Participants- Utilities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8" name="TextBox 7">
            <a:extLst>
              <a:ext uri="{FF2B5EF4-FFF2-40B4-BE49-F238E27FC236}">
                <a16:creationId xmlns:a16="http://schemas.microsoft.com/office/drawing/2014/main" id="{D2597F00-2AB0-6C4A-A416-61EAC63A776E}"/>
              </a:ext>
            </a:extLst>
          </p:cNvPr>
          <p:cNvSpPr txBox="1"/>
          <p:nvPr/>
        </p:nvSpPr>
        <p:spPr>
          <a:xfrm>
            <a:off x="3361769" y="6190699"/>
            <a:ext cx="2913475" cy="2775824"/>
          </a:xfrm>
          <a:prstGeom prst="rect">
            <a:avLst/>
          </a:prstGeom>
          <a:noFill/>
        </p:spPr>
        <p:txBody>
          <a:bodyPr wrap="square" rtlCol="0">
            <a:spAutoFit/>
          </a:bodyPr>
          <a:lstStyle/>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Users can send private messages to other participants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[Setting(…)]</a:t>
            </a:r>
            <a:r>
              <a:rPr lang="en-US" altLang="ko-KR" sz="1200" dirty="0">
                <a:solidFill>
                  <a:prstClr val="black"/>
                </a:solidFill>
                <a:latin typeface="나눔바른고딕" panose="020B0603020101020101" pitchFamily="50" charset="-127"/>
                <a:ea typeface="나눔바른고딕" panose="020B0603020101020101" pitchFamily="50" charset="-127"/>
              </a:rPr>
              <a:t>.</a:t>
            </a:r>
          </a:p>
          <a:p>
            <a:pPr>
              <a:lnSpc>
                <a:spcPct val="140000"/>
              </a:lnSpc>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Hosts can access additional features. Further information is available at ‘Host Authorities’.</a:t>
            </a:r>
          </a:p>
          <a:p>
            <a:pPr>
              <a:lnSpc>
                <a:spcPct val="140000"/>
              </a:lnSpc>
              <a:defRPr/>
            </a:pPr>
            <a:endParaRPr lang="en-US" altLang="ko-KR" dirty="0">
              <a:solidFill>
                <a:prstClr val="black"/>
              </a:solidFill>
              <a:latin typeface="나눔바른고딕" panose="020B0603020101020101" pitchFamily="50" charset="-127"/>
              <a:ea typeface="나눔바른고딕" panose="020B0603020101020101" pitchFamily="50" charset="-127"/>
            </a:endParaRPr>
          </a:p>
          <a:p>
            <a:pPr>
              <a:lnSpc>
                <a:spcPct val="140000"/>
              </a:lnSpc>
              <a:defRPr/>
            </a:pPr>
            <a:r>
              <a:rPr lang="ko-KR" altLang="en-US" sz="1000" dirty="0">
                <a:solidFill>
                  <a:prstClr val="black"/>
                </a:solidFill>
                <a:latin typeface="나눔바른고딕" panose="020B0603020101020101" pitchFamily="50" charset="-127"/>
                <a:ea typeface="나눔바른고딕" panose="020B0603020101020101" pitchFamily="50" charset="-127"/>
              </a:rPr>
              <a:t>* </a:t>
            </a:r>
            <a:r>
              <a:rPr lang="en-US" altLang="ko-KR" sz="1000" dirty="0">
                <a:solidFill>
                  <a:prstClr val="black"/>
                </a:solidFill>
                <a:latin typeface="나눔바른고딕" panose="020B0603020101020101" pitchFamily="50" charset="-127"/>
                <a:ea typeface="나눔바른고딕" panose="020B0603020101020101" pitchFamily="50" charset="-127"/>
              </a:rPr>
              <a:t>More information on ‘Messaging’, ‘Host Authorities’.</a:t>
            </a:r>
            <a:endParaRPr lang="ko-KR" altLang="en-US" sz="1000" dirty="0">
              <a:solidFill>
                <a:prstClr val="black"/>
              </a:solidFill>
              <a:latin typeface="나눔바른고딕" panose="020B0603020101020101" pitchFamily="50" charset="-127"/>
              <a:ea typeface="나눔바른고딕" panose="020B0603020101020101" pitchFamily="50" charset="-127"/>
            </a:endParaRPr>
          </a:p>
        </p:txBody>
      </p:sp>
      <p:sp>
        <p:nvSpPr>
          <p:cNvPr id="9" name="TextBox 8">
            <a:extLst>
              <a:ext uri="{FF2B5EF4-FFF2-40B4-BE49-F238E27FC236}">
                <a16:creationId xmlns:a16="http://schemas.microsoft.com/office/drawing/2014/main" id="{1E41E216-B175-594B-8891-91B62FFB3751}"/>
              </a:ext>
            </a:extLst>
          </p:cNvPr>
          <p:cNvSpPr txBox="1"/>
          <p:nvPr/>
        </p:nvSpPr>
        <p:spPr>
          <a:xfrm>
            <a:off x="258220" y="332011"/>
            <a:ext cx="2543973"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Participants- Invite User</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pic>
        <p:nvPicPr>
          <p:cNvPr id="12" name="그림 11">
            <a:extLst>
              <a:ext uri="{FF2B5EF4-FFF2-40B4-BE49-F238E27FC236}">
                <a16:creationId xmlns:a16="http://schemas.microsoft.com/office/drawing/2014/main" id="{69614BF7-3E6A-0149-8970-DF42D61252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519" y="835573"/>
            <a:ext cx="2378446" cy="3394967"/>
          </a:xfrm>
          <a:prstGeom prst="rect">
            <a:avLst/>
          </a:prstGeom>
        </p:spPr>
      </p:pic>
      <p:pic>
        <p:nvPicPr>
          <p:cNvPr id="13" name="그림 12">
            <a:extLst>
              <a:ext uri="{FF2B5EF4-FFF2-40B4-BE49-F238E27FC236}">
                <a16:creationId xmlns:a16="http://schemas.microsoft.com/office/drawing/2014/main" id="{0B929F5D-B38D-5B4A-B9EF-2846E2AAD6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4918" y="835573"/>
            <a:ext cx="2587773" cy="2483544"/>
          </a:xfrm>
          <a:prstGeom prst="rect">
            <a:avLst/>
          </a:prstGeom>
          <a:ln>
            <a:solidFill>
              <a:schemeClr val="bg1">
                <a:lumMod val="75000"/>
              </a:schemeClr>
            </a:solidFill>
          </a:ln>
        </p:spPr>
      </p:pic>
      <p:sp>
        <p:nvSpPr>
          <p:cNvPr id="20" name="오른쪽 화살표[R] 23">
            <a:extLst>
              <a:ext uri="{FF2B5EF4-FFF2-40B4-BE49-F238E27FC236}">
                <a16:creationId xmlns:a16="http://schemas.microsoft.com/office/drawing/2014/main" id="{E01577F6-F406-3F41-858B-F2AF8B331F56}"/>
              </a:ext>
            </a:extLst>
          </p:cNvPr>
          <p:cNvSpPr/>
          <p:nvPr/>
        </p:nvSpPr>
        <p:spPr>
          <a:xfrm>
            <a:off x="3212912" y="2005775"/>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8" name="직사각형 13">
            <a:extLst>
              <a:ext uri="{FF2B5EF4-FFF2-40B4-BE49-F238E27FC236}">
                <a16:creationId xmlns:a16="http://schemas.microsoft.com/office/drawing/2014/main" id="{C085F565-9CCC-7C40-9D6C-B3B192035D8F}"/>
              </a:ext>
            </a:extLst>
          </p:cNvPr>
          <p:cNvSpPr/>
          <p:nvPr/>
        </p:nvSpPr>
        <p:spPr>
          <a:xfrm>
            <a:off x="700519" y="1404528"/>
            <a:ext cx="2378446" cy="33921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3" name="그림 2">
            <a:extLst>
              <a:ext uri="{FF2B5EF4-FFF2-40B4-BE49-F238E27FC236}">
                <a16:creationId xmlns:a16="http://schemas.microsoft.com/office/drawing/2014/main" id="{F06BF5F8-2F5C-F44E-8C1A-249EDA3BF9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519" y="6190699"/>
            <a:ext cx="2378446" cy="2754694"/>
          </a:xfrm>
          <a:prstGeom prst="rect">
            <a:avLst/>
          </a:prstGeom>
        </p:spPr>
      </p:pic>
    </p:spTree>
    <p:extLst>
      <p:ext uri="{BB962C8B-B14F-4D97-AF65-F5344CB8AC3E}">
        <p14:creationId xmlns:p14="http://schemas.microsoft.com/office/powerpoint/2010/main" val="8310734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Statistics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4" y="2969084"/>
            <a:ext cx="172406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Speaker Stats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1" name="TextBox 10">
            <a:extLst>
              <a:ext uri="{FF2B5EF4-FFF2-40B4-BE49-F238E27FC236}">
                <a16:creationId xmlns:a16="http://schemas.microsoft.com/office/drawing/2014/main" id="{FD1CDE44-003D-40A8-81CA-849024FCFE84}"/>
              </a:ext>
            </a:extLst>
          </p:cNvPr>
          <p:cNvSpPr txBox="1"/>
          <p:nvPr/>
        </p:nvSpPr>
        <p:spPr>
          <a:xfrm>
            <a:off x="161523" y="5279238"/>
            <a:ext cx="6534955" cy="1353897"/>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Users can access participation statistics for each user.</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This can be viewed by clicking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the people icon on top. </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P</a:t>
            </a:r>
            <a:r>
              <a:rPr kumimoji="0" lang="en-US" altLang="ko-KR" sz="120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eople</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icon is displayed only when more than 2 users have participated the meeting.</a:t>
            </a: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29</a:t>
            </a:fld>
            <a:endParaRPr lang="ko-KR" altLang="en-US"/>
          </a:p>
        </p:txBody>
      </p:sp>
      <p:grpSp>
        <p:nvGrpSpPr>
          <p:cNvPr id="34" name="Group 33">
            <a:extLst>
              <a:ext uri="{FF2B5EF4-FFF2-40B4-BE49-F238E27FC236}">
                <a16:creationId xmlns:a16="http://schemas.microsoft.com/office/drawing/2014/main" id="{0E9CFC4F-30B6-AB4A-8733-DA29877EEBC3}"/>
              </a:ext>
            </a:extLst>
          </p:cNvPr>
          <p:cNvGrpSpPr/>
          <p:nvPr/>
        </p:nvGrpSpPr>
        <p:grpSpPr>
          <a:xfrm>
            <a:off x="1279185" y="107537"/>
            <a:ext cx="5561768" cy="281649"/>
            <a:chOff x="1279185" y="107537"/>
            <a:chExt cx="5561768" cy="281649"/>
          </a:xfrm>
        </p:grpSpPr>
        <p:sp>
          <p:nvSpPr>
            <p:cNvPr id="35" name="Rectangle 34">
              <a:extLst>
                <a:ext uri="{FF2B5EF4-FFF2-40B4-BE49-F238E27FC236}">
                  <a16:creationId xmlns:a16="http://schemas.microsoft.com/office/drawing/2014/main" id="{FAFC9BBD-1034-DE4E-8B55-736CC2A935B6}"/>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36" name="Rectangle 35">
              <a:extLst>
                <a:ext uri="{FF2B5EF4-FFF2-40B4-BE49-F238E27FC236}">
                  <a16:creationId xmlns:a16="http://schemas.microsoft.com/office/drawing/2014/main" id="{4A26C442-A1CA-8741-A54D-45F6F71C8F5C}"/>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37" name="Rectangle 36">
              <a:extLst>
                <a:ext uri="{FF2B5EF4-FFF2-40B4-BE49-F238E27FC236}">
                  <a16:creationId xmlns:a16="http://schemas.microsoft.com/office/drawing/2014/main" id="{7D4067A3-E348-2B45-BDEA-268F0D20CF39}"/>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8" name="Rectangle 37">
              <a:extLst>
                <a:ext uri="{FF2B5EF4-FFF2-40B4-BE49-F238E27FC236}">
                  <a16:creationId xmlns:a16="http://schemas.microsoft.com/office/drawing/2014/main" id="{9A00E119-28F0-0B40-8932-4BD41C8F64FA}"/>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25" name="그림 3">
            <a:extLst>
              <a:ext uri="{FF2B5EF4-FFF2-40B4-BE49-F238E27FC236}">
                <a16:creationId xmlns:a16="http://schemas.microsoft.com/office/drawing/2014/main" id="{0154F119-6C00-554E-BB44-1AF4C3327475}"/>
              </a:ext>
            </a:extLst>
          </p:cNvPr>
          <p:cNvPicPr>
            <a:picLocks noChangeAspect="1"/>
          </p:cNvPicPr>
          <p:nvPr/>
        </p:nvPicPr>
        <p:blipFill rotWithShape="1">
          <a:blip r:embed="rId3">
            <a:extLst>
              <a:ext uri="{28A0092B-C50C-407E-A947-70E740481C1C}">
                <a14:useLocalDpi xmlns:a14="http://schemas.microsoft.com/office/drawing/2010/main" val="0"/>
              </a:ext>
            </a:extLst>
          </a:blip>
          <a:srcRect l="11787" b="47320"/>
          <a:stretch/>
        </p:blipFill>
        <p:spPr>
          <a:xfrm>
            <a:off x="275859" y="3512274"/>
            <a:ext cx="2526855" cy="757002"/>
          </a:xfrm>
          <a:prstGeom prst="rect">
            <a:avLst/>
          </a:prstGeom>
        </p:spPr>
      </p:pic>
      <p:sp>
        <p:nvSpPr>
          <p:cNvPr id="26" name="직사각형 20">
            <a:extLst>
              <a:ext uri="{FF2B5EF4-FFF2-40B4-BE49-F238E27FC236}">
                <a16:creationId xmlns:a16="http://schemas.microsoft.com/office/drawing/2014/main" id="{42D5498D-72CD-8648-9BBB-8AED6ED17AE7}"/>
              </a:ext>
            </a:extLst>
          </p:cNvPr>
          <p:cNvSpPr/>
          <p:nvPr/>
        </p:nvSpPr>
        <p:spPr>
          <a:xfrm>
            <a:off x="1886477" y="3541836"/>
            <a:ext cx="558017" cy="35917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1" name="오른쪽 화살표[R] 27">
            <a:extLst>
              <a:ext uri="{FF2B5EF4-FFF2-40B4-BE49-F238E27FC236}">
                <a16:creationId xmlns:a16="http://schemas.microsoft.com/office/drawing/2014/main" id="{951E8C50-2053-3E4A-9B3C-BA2C2E2939E2}"/>
              </a:ext>
            </a:extLst>
          </p:cNvPr>
          <p:cNvSpPr/>
          <p:nvPr/>
        </p:nvSpPr>
        <p:spPr>
          <a:xfrm>
            <a:off x="2877649" y="3816250"/>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4" name="그림 3">
            <a:extLst>
              <a:ext uri="{FF2B5EF4-FFF2-40B4-BE49-F238E27FC236}">
                <a16:creationId xmlns:a16="http://schemas.microsoft.com/office/drawing/2014/main" id="{E8485E66-9E0D-7944-8F5D-3C62067803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20641" y="3512274"/>
            <a:ext cx="3461500" cy="1447634"/>
          </a:xfrm>
          <a:prstGeom prst="rect">
            <a:avLst/>
          </a:prstGeom>
        </p:spPr>
      </p:pic>
    </p:spTree>
    <p:extLst>
      <p:ext uri="{BB962C8B-B14F-4D97-AF65-F5344CB8AC3E}">
        <p14:creationId xmlns:p14="http://schemas.microsoft.com/office/powerpoint/2010/main" val="503990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Layouts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4" y="2769134"/>
            <a:ext cx="198765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Toggle Tile-View </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30</a:t>
            </a:fld>
            <a:endParaRPr lang="ko-KR" altLang="en-US"/>
          </a:p>
        </p:txBody>
      </p:sp>
      <p:sp>
        <p:nvSpPr>
          <p:cNvPr id="13" name="TextBox 12">
            <a:extLst>
              <a:ext uri="{FF2B5EF4-FFF2-40B4-BE49-F238E27FC236}">
                <a16:creationId xmlns:a16="http://schemas.microsoft.com/office/drawing/2014/main" id="{6D690464-6120-4D44-AFA1-078C56F83249}"/>
              </a:ext>
            </a:extLst>
          </p:cNvPr>
          <p:cNvSpPr txBox="1"/>
          <p:nvPr/>
        </p:nvSpPr>
        <p:spPr>
          <a:xfrm>
            <a:off x="213067" y="3068059"/>
            <a:ext cx="6173446"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adjust screen layouts according to the type and size of meeting.</a:t>
            </a:r>
          </a:p>
        </p:txBody>
      </p:sp>
      <p:grpSp>
        <p:nvGrpSpPr>
          <p:cNvPr id="14" name="Group 13">
            <a:extLst>
              <a:ext uri="{FF2B5EF4-FFF2-40B4-BE49-F238E27FC236}">
                <a16:creationId xmlns:a16="http://schemas.microsoft.com/office/drawing/2014/main" id="{25BB4A2F-4857-C142-A797-BAE41DAAE4F9}"/>
              </a:ext>
            </a:extLst>
          </p:cNvPr>
          <p:cNvGrpSpPr/>
          <p:nvPr/>
        </p:nvGrpSpPr>
        <p:grpSpPr>
          <a:xfrm>
            <a:off x="1279185" y="107537"/>
            <a:ext cx="5561768" cy="281649"/>
            <a:chOff x="1279185" y="107537"/>
            <a:chExt cx="5561768" cy="281649"/>
          </a:xfrm>
        </p:grpSpPr>
        <p:sp>
          <p:nvSpPr>
            <p:cNvPr id="15" name="Rectangle 14">
              <a:extLst>
                <a:ext uri="{FF2B5EF4-FFF2-40B4-BE49-F238E27FC236}">
                  <a16:creationId xmlns:a16="http://schemas.microsoft.com/office/drawing/2014/main" id="{FD22ED11-B129-C64C-B603-05D193AE41DD}"/>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19" name="Rectangle 18">
              <a:extLst>
                <a:ext uri="{FF2B5EF4-FFF2-40B4-BE49-F238E27FC236}">
                  <a16:creationId xmlns:a16="http://schemas.microsoft.com/office/drawing/2014/main" id="{D361ACC6-96CC-E946-9B1B-06A7DBD9CD02}"/>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0" name="Rectangle 19">
              <a:extLst>
                <a:ext uri="{FF2B5EF4-FFF2-40B4-BE49-F238E27FC236}">
                  <a16:creationId xmlns:a16="http://schemas.microsoft.com/office/drawing/2014/main" id="{6181E5F3-5CB2-6D43-9D5D-8CB46CD8B403}"/>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1" name="Rectangle 20">
              <a:extLst>
                <a:ext uri="{FF2B5EF4-FFF2-40B4-BE49-F238E27FC236}">
                  <a16:creationId xmlns:a16="http://schemas.microsoft.com/office/drawing/2014/main" id="{D51A78CC-5377-E04E-8D6F-13E04B7D26E7}"/>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23" name="오른쪽 화살표[R] 20">
            <a:extLst>
              <a:ext uri="{FF2B5EF4-FFF2-40B4-BE49-F238E27FC236}">
                <a16:creationId xmlns:a16="http://schemas.microsoft.com/office/drawing/2014/main" id="{A018D2AB-E13F-2E4A-A916-F9CB9CF9EC56}"/>
              </a:ext>
            </a:extLst>
          </p:cNvPr>
          <p:cNvSpPr/>
          <p:nvPr/>
        </p:nvSpPr>
        <p:spPr>
          <a:xfrm>
            <a:off x="3186736" y="4446347"/>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24" name="그림 21">
            <a:extLst>
              <a:ext uri="{FF2B5EF4-FFF2-40B4-BE49-F238E27FC236}">
                <a16:creationId xmlns:a16="http://schemas.microsoft.com/office/drawing/2014/main" id="{F05969BE-54AE-C348-BFFE-3BFE559E54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8383" y="4149552"/>
            <a:ext cx="2821615" cy="1761515"/>
          </a:xfrm>
          <a:prstGeom prst="rect">
            <a:avLst/>
          </a:prstGeom>
        </p:spPr>
      </p:pic>
      <p:sp>
        <p:nvSpPr>
          <p:cNvPr id="27" name="TextBox 26">
            <a:extLst>
              <a:ext uri="{FF2B5EF4-FFF2-40B4-BE49-F238E27FC236}">
                <a16:creationId xmlns:a16="http://schemas.microsoft.com/office/drawing/2014/main" id="{DCDA51D9-E3FC-BF45-A7D1-B7131403608A}"/>
              </a:ext>
            </a:extLst>
          </p:cNvPr>
          <p:cNvSpPr txBox="1"/>
          <p:nvPr/>
        </p:nvSpPr>
        <p:spPr>
          <a:xfrm>
            <a:off x="209004" y="3475930"/>
            <a:ext cx="6173446" cy="578300"/>
          </a:xfrm>
          <a:prstGeom prst="rect">
            <a:avLst/>
          </a:prstGeom>
          <a:noFill/>
        </p:spPr>
        <p:txBody>
          <a:bodyPr wrap="square" rtlCol="0">
            <a:spAutoFit/>
          </a:bodyPr>
          <a:lstStyle/>
          <a:p>
            <a:pPr marL="171450" indent="-171450">
              <a:lnSpc>
                <a:spcPct val="14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Tile-View</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Can view all participants at once</a:t>
            </a: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   Change to tile view by clicking </a:t>
            </a:r>
            <a:r>
              <a:rPr lang="en-US" altLang="ko-KR" sz="1200" b="1" dirty="0">
                <a:solidFill>
                  <a:prstClr val="black"/>
                </a:solidFill>
                <a:latin typeface="나눔바른고딕" panose="020B0603020101020101" pitchFamily="50" charset="-127"/>
                <a:ea typeface="나눔바른고딕" panose="020B0603020101020101" pitchFamily="50" charset="-127"/>
              </a:rPr>
              <a:t>[Toggle Tile View]</a:t>
            </a:r>
            <a:r>
              <a:rPr lang="en-US" altLang="ko-KR" sz="1200" dirty="0">
                <a:solidFill>
                  <a:prstClr val="black"/>
                </a:solidFill>
                <a:latin typeface="나눔바른고딕" panose="020B0603020101020101" pitchFamily="50" charset="-127"/>
                <a:ea typeface="나눔바른고딕" panose="020B0603020101020101" pitchFamily="50" charset="-127"/>
              </a:rPr>
              <a:t> from the bottom menu bar.</a:t>
            </a:r>
          </a:p>
        </p:txBody>
      </p:sp>
      <p:sp>
        <p:nvSpPr>
          <p:cNvPr id="31" name="TextBox 30">
            <a:extLst>
              <a:ext uri="{FF2B5EF4-FFF2-40B4-BE49-F238E27FC236}">
                <a16:creationId xmlns:a16="http://schemas.microsoft.com/office/drawing/2014/main" id="{8CEF4610-C5D7-B847-B9B2-DD390B91A4AA}"/>
              </a:ext>
            </a:extLst>
          </p:cNvPr>
          <p:cNvSpPr txBox="1"/>
          <p:nvPr/>
        </p:nvSpPr>
        <p:spPr>
          <a:xfrm>
            <a:off x="209004" y="6027506"/>
            <a:ext cx="6173446" cy="578300"/>
          </a:xfrm>
          <a:prstGeom prst="rect">
            <a:avLst/>
          </a:prstGeom>
          <a:noFill/>
        </p:spPr>
        <p:txBody>
          <a:bodyPr wrap="square" rtlCol="0">
            <a:spAutoFit/>
          </a:bodyPr>
          <a:lstStyle/>
          <a:p>
            <a:pPr marL="171450" indent="-171450">
              <a:lnSpc>
                <a:spcPct val="14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Lock Mode</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Can lock specific participant by selecting their screen or selecting the person from participant list (     A pin icon will be shown on the participant list)  </a:t>
            </a:r>
          </a:p>
        </p:txBody>
      </p:sp>
      <p:pic>
        <p:nvPicPr>
          <p:cNvPr id="32" name="그림 29">
            <a:extLst>
              <a:ext uri="{FF2B5EF4-FFF2-40B4-BE49-F238E27FC236}">
                <a16:creationId xmlns:a16="http://schemas.microsoft.com/office/drawing/2014/main" id="{E0BB0CE6-C761-684F-9093-148964797E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8980" y="6376293"/>
            <a:ext cx="207644" cy="218573"/>
          </a:xfrm>
          <a:prstGeom prst="rect">
            <a:avLst/>
          </a:prstGeom>
        </p:spPr>
      </p:pic>
      <p:sp>
        <p:nvSpPr>
          <p:cNvPr id="28" name="TextBox 27">
            <a:extLst>
              <a:ext uri="{FF2B5EF4-FFF2-40B4-BE49-F238E27FC236}">
                <a16:creationId xmlns:a16="http://schemas.microsoft.com/office/drawing/2014/main" id="{910C0157-5D05-1748-B6B4-386CE2D36F02}"/>
              </a:ext>
            </a:extLst>
          </p:cNvPr>
          <p:cNvSpPr txBox="1"/>
          <p:nvPr/>
        </p:nvSpPr>
        <p:spPr>
          <a:xfrm>
            <a:off x="209004" y="9041561"/>
            <a:ext cx="6173446" cy="578300"/>
          </a:xfrm>
          <a:prstGeom prst="rect">
            <a:avLst/>
          </a:prstGeom>
          <a:noFill/>
        </p:spPr>
        <p:txBody>
          <a:bodyPr wrap="square" rtlCol="0">
            <a:spAutoFit/>
          </a:bodyPr>
          <a:lstStyle/>
          <a:p>
            <a:pPr marL="171450" indent="-171450">
              <a:lnSpc>
                <a:spcPct val="14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Speaker Mode</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automatically shows the current speaker</a:t>
            </a: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   (This mode only works when neither Tile-View mode or Lock mode is enabled)</a:t>
            </a:r>
          </a:p>
        </p:txBody>
      </p:sp>
      <p:pic>
        <p:nvPicPr>
          <p:cNvPr id="4" name="그림 3">
            <a:extLst>
              <a:ext uri="{FF2B5EF4-FFF2-40B4-BE49-F238E27FC236}">
                <a16:creationId xmlns:a16="http://schemas.microsoft.com/office/drawing/2014/main" id="{39180077-C5AB-1A49-A80F-6B62A7727679}"/>
              </a:ext>
            </a:extLst>
          </p:cNvPr>
          <p:cNvPicPr>
            <a:picLocks noChangeAspect="1"/>
          </p:cNvPicPr>
          <p:nvPr/>
        </p:nvPicPr>
        <p:blipFill rotWithShape="1">
          <a:blip r:embed="rId5">
            <a:extLst>
              <a:ext uri="{28A0092B-C50C-407E-A947-70E740481C1C}">
                <a14:useLocalDpi xmlns:a14="http://schemas.microsoft.com/office/drawing/2010/main" val="0"/>
              </a:ext>
            </a:extLst>
          </a:blip>
          <a:srcRect l="26948" t="14150" r="3766"/>
          <a:stretch/>
        </p:blipFill>
        <p:spPr>
          <a:xfrm>
            <a:off x="418804" y="4149552"/>
            <a:ext cx="2594344" cy="734943"/>
          </a:xfrm>
          <a:prstGeom prst="rect">
            <a:avLst/>
          </a:prstGeom>
        </p:spPr>
      </p:pic>
      <p:sp>
        <p:nvSpPr>
          <p:cNvPr id="26" name="직사각형 26">
            <a:extLst>
              <a:ext uri="{FF2B5EF4-FFF2-40B4-BE49-F238E27FC236}">
                <a16:creationId xmlns:a16="http://schemas.microsoft.com/office/drawing/2014/main" id="{F879C5EF-A9E5-2E4A-9D41-A45257891749}"/>
              </a:ext>
            </a:extLst>
          </p:cNvPr>
          <p:cNvSpPr/>
          <p:nvPr/>
        </p:nvSpPr>
        <p:spPr>
          <a:xfrm>
            <a:off x="1467139" y="4416603"/>
            <a:ext cx="412610" cy="39057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1" name="그림 10">
            <a:extLst>
              <a:ext uri="{FF2B5EF4-FFF2-40B4-BE49-F238E27FC236}">
                <a16:creationId xmlns:a16="http://schemas.microsoft.com/office/drawing/2014/main" id="{3288171D-2F1A-604F-89E3-3BC933CFAA3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68027" y="6679712"/>
            <a:ext cx="3455399" cy="2197015"/>
          </a:xfrm>
          <a:prstGeom prst="rect">
            <a:avLst/>
          </a:prstGeom>
        </p:spPr>
      </p:pic>
      <p:sp>
        <p:nvSpPr>
          <p:cNvPr id="30" name="직사각형 29">
            <a:extLst>
              <a:ext uri="{FF2B5EF4-FFF2-40B4-BE49-F238E27FC236}">
                <a16:creationId xmlns:a16="http://schemas.microsoft.com/office/drawing/2014/main" id="{88ADF1D0-077F-1A43-86DA-E8A34263784D}"/>
              </a:ext>
            </a:extLst>
          </p:cNvPr>
          <p:cNvSpPr/>
          <p:nvPr/>
        </p:nvSpPr>
        <p:spPr>
          <a:xfrm>
            <a:off x="3468449" y="7663753"/>
            <a:ext cx="303194" cy="29548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641811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31</a:t>
            </a:fld>
            <a:endParaRPr lang="ko-KR" altLang="en-US" dirty="0"/>
          </a:p>
        </p:txBody>
      </p:sp>
      <p:sp>
        <p:nvSpPr>
          <p:cNvPr id="16" name="TextBox 15">
            <a:extLst>
              <a:ext uri="{FF2B5EF4-FFF2-40B4-BE49-F238E27FC236}">
                <a16:creationId xmlns:a16="http://schemas.microsoft.com/office/drawing/2014/main" id="{C57C7479-CFD7-499C-9FE2-2F55A2FDD3EA}"/>
              </a:ext>
            </a:extLst>
          </p:cNvPr>
          <p:cNvSpPr txBox="1"/>
          <p:nvPr/>
        </p:nvSpPr>
        <p:spPr>
          <a:xfrm>
            <a:off x="236487" y="4899766"/>
            <a:ext cx="2308515" cy="338554"/>
          </a:xfrm>
          <a:prstGeom prst="rect">
            <a:avLst/>
          </a:prstGeom>
          <a:noFill/>
        </p:spPr>
        <p:txBody>
          <a:bodyPr wrap="square" rtlCol="0">
            <a:spAutoFit/>
          </a:bodyPr>
          <a:lstStyle/>
          <a:p>
            <a:pPr lvl="0">
              <a:defRPr/>
            </a:pPr>
            <a:r>
              <a:rPr lang="en" altLang="ko-KR" sz="1600" dirty="0">
                <a:solidFill>
                  <a:srgbClr val="1D6B91"/>
                </a:solidFill>
                <a:latin typeface="나눔고딕 ExtraBold" panose="020D0904000000000000" pitchFamily="50" charset="-127"/>
                <a:ea typeface="나눔고딕 ExtraBold" panose="020D0904000000000000" pitchFamily="50" charset="-127"/>
              </a:rPr>
              <a:t>Thumbnail</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r>
              <a:rPr lang="en-US" altLang="ko-KR" sz="1600" dirty="0">
                <a:solidFill>
                  <a:srgbClr val="1D6B91"/>
                </a:solidFill>
                <a:latin typeface="나눔고딕 ExtraBold" panose="020D0904000000000000" pitchFamily="50" charset="-127"/>
                <a:ea typeface="나눔고딕 ExtraBold" panose="020D0904000000000000" pitchFamily="50" charset="-127"/>
              </a:rPr>
              <a:t>Settings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8" name="TextBox 17">
            <a:extLst>
              <a:ext uri="{FF2B5EF4-FFF2-40B4-BE49-F238E27FC236}">
                <a16:creationId xmlns:a16="http://schemas.microsoft.com/office/drawing/2014/main" id="{B9BF3F87-1774-4948-99A6-8B04869E1E98}"/>
              </a:ext>
            </a:extLst>
          </p:cNvPr>
          <p:cNvSpPr txBox="1"/>
          <p:nvPr/>
        </p:nvSpPr>
        <p:spPr>
          <a:xfrm>
            <a:off x="3228431" y="5266622"/>
            <a:ext cx="3338979" cy="1612429"/>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[Settings(...)]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to access</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[Send Private Message]</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and</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[Sound level]</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for specific users.</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Using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[Sound level]</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users can adjust audio for specific users. </a:t>
            </a:r>
          </a:p>
        </p:txBody>
      </p:sp>
      <p:sp>
        <p:nvSpPr>
          <p:cNvPr id="20" name="TextBox 19">
            <a:extLst>
              <a:ext uri="{FF2B5EF4-FFF2-40B4-BE49-F238E27FC236}">
                <a16:creationId xmlns:a16="http://schemas.microsoft.com/office/drawing/2014/main" id="{E8A2813F-38C7-4953-838F-24D3E8D5DAD0}"/>
              </a:ext>
            </a:extLst>
          </p:cNvPr>
          <p:cNvSpPr txBox="1"/>
          <p:nvPr/>
        </p:nvSpPr>
        <p:spPr>
          <a:xfrm>
            <a:off x="286204" y="7917745"/>
            <a:ext cx="4361904" cy="292388"/>
          </a:xfrm>
          <a:prstGeom prst="rect">
            <a:avLst/>
          </a:prstGeom>
          <a:noFill/>
        </p:spPr>
        <p:txBody>
          <a:bodyPr wrap="square" rtlCol="0">
            <a:spAutoFit/>
          </a:bodyPr>
          <a:lstStyle/>
          <a:p>
            <a:pPr>
              <a:lnSpc>
                <a:spcPct val="140000"/>
              </a:lnSpc>
              <a:defRPr/>
            </a:pPr>
            <a:r>
              <a:rPr lang="ko-KR" altLang="en-US" sz="1000" dirty="0">
                <a:solidFill>
                  <a:prstClr val="black"/>
                </a:solidFill>
                <a:latin typeface="나눔바른고딕" panose="020B0603020101020101" pitchFamily="50" charset="-127"/>
                <a:ea typeface="나눔바른고딕" panose="020B0603020101020101" pitchFamily="50" charset="-127"/>
              </a:rPr>
              <a:t>* </a:t>
            </a:r>
            <a:r>
              <a:rPr lang="en-US" altLang="ko-KR" sz="1000" dirty="0">
                <a:solidFill>
                  <a:prstClr val="black"/>
                </a:solidFill>
                <a:latin typeface="나눔바른고딕" panose="020B0603020101020101" pitchFamily="50" charset="-127"/>
                <a:ea typeface="나눔바른고딕" panose="020B0603020101020101" pitchFamily="50" charset="-127"/>
              </a:rPr>
              <a:t>More information on ‘chat and polls’ and ‘As a Host’.</a:t>
            </a:r>
            <a:endParaRPr lang="ko-KR" altLang="en-US" sz="1000" dirty="0">
              <a:solidFill>
                <a:prstClr val="black"/>
              </a:solidFill>
              <a:latin typeface="나눔바른고딕" panose="020B0603020101020101" pitchFamily="50" charset="-127"/>
              <a:ea typeface="나눔바른고딕" panose="020B0603020101020101" pitchFamily="50" charset="-127"/>
            </a:endParaRPr>
          </a:p>
        </p:txBody>
      </p:sp>
      <p:sp>
        <p:nvSpPr>
          <p:cNvPr id="8" name="TextBox 7">
            <a:extLst>
              <a:ext uri="{FF2B5EF4-FFF2-40B4-BE49-F238E27FC236}">
                <a16:creationId xmlns:a16="http://schemas.microsoft.com/office/drawing/2014/main" id="{24120A02-1BE5-48BD-84EC-19FB9B14EE2A}"/>
              </a:ext>
            </a:extLst>
          </p:cNvPr>
          <p:cNvSpPr txBox="1"/>
          <p:nvPr/>
        </p:nvSpPr>
        <p:spPr>
          <a:xfrm>
            <a:off x="286204" y="7547030"/>
            <a:ext cx="6341555" cy="319768"/>
          </a:xfrm>
          <a:prstGeom prst="rect">
            <a:avLst/>
          </a:prstGeom>
          <a:noFill/>
        </p:spPr>
        <p:txBody>
          <a:bodyPr wrap="square" rtlCol="0">
            <a:spAutoFit/>
          </a:bodyPr>
          <a:lstStyle/>
          <a:p>
            <a:pPr lvl="0">
              <a:lnSpc>
                <a:spcPct val="140000"/>
              </a:lnSpc>
              <a:defRPr/>
            </a:pPr>
            <a:r>
              <a:rPr lang="en-US" altLang="ko-KR" sz="1200" dirty="0">
                <a:solidFill>
                  <a:srgbClr val="0070C0"/>
                </a:solidFill>
                <a:latin typeface="나눔바른고딕" panose="020B0603020101020101" pitchFamily="50" charset="-127"/>
                <a:ea typeface="나눔바른고딕" panose="020B0603020101020101" pitchFamily="50" charset="-127"/>
              </a:rPr>
              <a:t>Hosts can access additional features. Further information is available at ‘As a Host’.</a:t>
            </a:r>
          </a:p>
        </p:txBody>
      </p:sp>
      <p:sp>
        <p:nvSpPr>
          <p:cNvPr id="9" name="TextBox 8">
            <a:extLst>
              <a:ext uri="{FF2B5EF4-FFF2-40B4-BE49-F238E27FC236}">
                <a16:creationId xmlns:a16="http://schemas.microsoft.com/office/drawing/2014/main" id="{4814FCC0-3F48-4999-A780-CAD857626B81}"/>
              </a:ext>
            </a:extLst>
          </p:cNvPr>
          <p:cNvSpPr txBox="1"/>
          <p:nvPr/>
        </p:nvSpPr>
        <p:spPr>
          <a:xfrm>
            <a:off x="258222" y="399965"/>
            <a:ext cx="353000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Mirror Screen</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0" name="TextBox 9">
            <a:extLst>
              <a:ext uri="{FF2B5EF4-FFF2-40B4-BE49-F238E27FC236}">
                <a16:creationId xmlns:a16="http://schemas.microsoft.com/office/drawing/2014/main" id="{C31A7009-BE7C-45B6-8688-87A0E40BA1C8}"/>
              </a:ext>
            </a:extLst>
          </p:cNvPr>
          <p:cNvSpPr txBox="1"/>
          <p:nvPr/>
        </p:nvSpPr>
        <p:spPr>
          <a:xfrm>
            <a:off x="222406" y="3556236"/>
            <a:ext cx="6341556"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[Settings(...)]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[Flip]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on mini-view tile to mirror your screen.</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Please note that f</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lip does not mirror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othe</a:t>
            </a:r>
            <a:r>
              <a:rPr lang="en-US" altLang="ko-KR" sz="1200" dirty="0">
                <a:solidFill>
                  <a:prstClr val="black"/>
                </a:solidFill>
                <a:latin typeface="나눔바른고딕" panose="020B0603020101020101" pitchFamily="50" charset="-127"/>
                <a:ea typeface="나눔바른고딕" panose="020B0603020101020101" pitchFamily="50" charset="-127"/>
              </a:rPr>
              <a:t>r participant’s view.</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14" name="그림 13">
            <a:extLst>
              <a:ext uri="{FF2B5EF4-FFF2-40B4-BE49-F238E27FC236}">
                <a16:creationId xmlns:a16="http://schemas.microsoft.com/office/drawing/2014/main" id="{DCFCBB21-E8F5-5D47-B298-8BFBF58B38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110" y="942744"/>
            <a:ext cx="3055321" cy="2450502"/>
          </a:xfrm>
          <a:prstGeom prst="rect">
            <a:avLst/>
          </a:prstGeom>
        </p:spPr>
      </p:pic>
      <p:pic>
        <p:nvPicPr>
          <p:cNvPr id="17" name="그림 16">
            <a:extLst>
              <a:ext uri="{FF2B5EF4-FFF2-40B4-BE49-F238E27FC236}">
                <a16:creationId xmlns:a16="http://schemas.microsoft.com/office/drawing/2014/main" id="{E65FDFB0-AEB6-FA4E-8985-6D6AC14790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0070" y="942744"/>
            <a:ext cx="3198439" cy="2450502"/>
          </a:xfrm>
          <a:prstGeom prst="rect">
            <a:avLst/>
          </a:prstGeom>
        </p:spPr>
      </p:pic>
      <p:sp>
        <p:nvSpPr>
          <p:cNvPr id="21" name="오른쪽 화살표[R] 20">
            <a:extLst>
              <a:ext uri="{FF2B5EF4-FFF2-40B4-BE49-F238E27FC236}">
                <a16:creationId xmlns:a16="http://schemas.microsoft.com/office/drawing/2014/main" id="{E4A5432E-2780-8A4A-AD18-D0E7D0DC42EC}"/>
              </a:ext>
            </a:extLst>
          </p:cNvPr>
          <p:cNvSpPr/>
          <p:nvPr/>
        </p:nvSpPr>
        <p:spPr>
          <a:xfrm>
            <a:off x="3301268" y="2177351"/>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2" name="직사각형 21">
            <a:extLst>
              <a:ext uri="{FF2B5EF4-FFF2-40B4-BE49-F238E27FC236}">
                <a16:creationId xmlns:a16="http://schemas.microsoft.com/office/drawing/2014/main" id="{3560E742-41BC-4645-B414-B7AF30707511}"/>
              </a:ext>
            </a:extLst>
          </p:cNvPr>
          <p:cNvSpPr/>
          <p:nvPr/>
        </p:nvSpPr>
        <p:spPr>
          <a:xfrm>
            <a:off x="1988065" y="1003652"/>
            <a:ext cx="1240366" cy="33855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23" name="그림 22">
            <a:extLst>
              <a:ext uri="{FF2B5EF4-FFF2-40B4-BE49-F238E27FC236}">
                <a16:creationId xmlns:a16="http://schemas.microsoft.com/office/drawing/2014/main" id="{491A09E2-E47E-CC43-A0AE-F857EBAFA1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5346" y="5330420"/>
            <a:ext cx="2747503" cy="2154904"/>
          </a:xfrm>
          <a:prstGeom prst="rect">
            <a:avLst/>
          </a:prstGeom>
        </p:spPr>
      </p:pic>
      <p:sp>
        <p:nvSpPr>
          <p:cNvPr id="24" name="직사각형 23">
            <a:extLst>
              <a:ext uri="{FF2B5EF4-FFF2-40B4-BE49-F238E27FC236}">
                <a16:creationId xmlns:a16="http://schemas.microsoft.com/office/drawing/2014/main" id="{61889435-AA00-104F-872F-878647880237}"/>
              </a:ext>
            </a:extLst>
          </p:cNvPr>
          <p:cNvSpPr/>
          <p:nvPr/>
        </p:nvSpPr>
        <p:spPr>
          <a:xfrm>
            <a:off x="2765114" y="6204027"/>
            <a:ext cx="367735" cy="33855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8301762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258222" y="362055"/>
            <a:ext cx="353000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Participant Information</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32</a:t>
            </a:fld>
            <a:endParaRPr lang="ko-KR" altLang="en-US" dirty="0"/>
          </a:p>
        </p:txBody>
      </p:sp>
      <p:sp>
        <p:nvSpPr>
          <p:cNvPr id="9" name="TextBox 8">
            <a:extLst>
              <a:ext uri="{FF2B5EF4-FFF2-40B4-BE49-F238E27FC236}">
                <a16:creationId xmlns:a16="http://schemas.microsoft.com/office/drawing/2014/main" id="{0F0F3D5E-0B1C-4180-B017-16261C42CDD0}"/>
              </a:ext>
            </a:extLst>
          </p:cNvPr>
          <p:cNvSpPr txBox="1"/>
          <p:nvPr/>
        </p:nvSpPr>
        <p:spPr>
          <a:xfrm>
            <a:off x="245159" y="789018"/>
            <a:ext cx="2680921" cy="2388026"/>
          </a:xfrm>
          <a:prstGeom prst="rect">
            <a:avLst/>
          </a:prstGeom>
          <a:noFill/>
        </p:spPr>
        <p:txBody>
          <a:bodyPr wrap="square" rtlCol="0">
            <a:spAutoFit/>
          </a:bodyPr>
          <a:lstStyle/>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Additional participant information is displayed as icons on Thumbnail:</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Display Name</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Audio levels (in blue margin)</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Crown</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icon</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Host</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Microphone</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icon</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Muted</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Network</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icon</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Network Status (tap to access specific information)</a:t>
            </a:r>
          </a:p>
        </p:txBody>
      </p:sp>
      <p:pic>
        <p:nvPicPr>
          <p:cNvPr id="4" name="그림 3">
            <a:extLst>
              <a:ext uri="{FF2B5EF4-FFF2-40B4-BE49-F238E27FC236}">
                <a16:creationId xmlns:a16="http://schemas.microsoft.com/office/drawing/2014/main" id="{C2B38C2D-F76F-3946-AC27-D4DFE62364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8640" y="789018"/>
            <a:ext cx="3489646" cy="3718625"/>
          </a:xfrm>
          <a:prstGeom prst="rect">
            <a:avLst/>
          </a:prstGeom>
        </p:spPr>
      </p:pic>
    </p:spTree>
    <p:extLst>
      <p:ext uri="{BB962C8B-B14F-4D97-AF65-F5344CB8AC3E}">
        <p14:creationId xmlns:p14="http://schemas.microsoft.com/office/powerpoint/2010/main" val="33214750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Video Quality</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4" y="2969084"/>
            <a:ext cx="228194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Manage Video Quality</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33</a:t>
            </a:fld>
            <a:endParaRPr lang="ko-KR" altLang="en-US"/>
          </a:p>
        </p:txBody>
      </p:sp>
      <p:sp>
        <p:nvSpPr>
          <p:cNvPr id="19" name="TextBox 18">
            <a:extLst>
              <a:ext uri="{FF2B5EF4-FFF2-40B4-BE49-F238E27FC236}">
                <a16:creationId xmlns:a16="http://schemas.microsoft.com/office/drawing/2014/main" id="{F78819F8-4455-4BEA-8A94-073EEB5EC665}"/>
              </a:ext>
            </a:extLst>
          </p:cNvPr>
          <p:cNvSpPr txBox="1"/>
          <p:nvPr/>
        </p:nvSpPr>
        <p:spPr>
          <a:xfrm>
            <a:off x="209004" y="5828510"/>
            <a:ext cx="6435927" cy="3422155"/>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optimize their video quality for meetings.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set their video quality by clicking the </a:t>
            </a:r>
            <a:r>
              <a:rPr lang="en-US" altLang="ko-KR" sz="1200" dirty="0">
                <a:solidFill>
                  <a:prstClr val="black"/>
                </a:solidFill>
                <a:latin typeface="나눔바른고딕" panose="020B0603020101020101" pitchFamily="50" charset="-127"/>
                <a:ea typeface="나눔바른고딕" panose="020B0603020101020101" pitchFamily="50" charset="-127"/>
              </a:rPr>
              <a:t>performance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icon on top. Other participants view videos of according quality.</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may select among:</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Audio-Only</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(AUD, </a:t>
            </a:r>
            <a:r>
              <a:rPr lang="en-US" altLang="ko-KR" sz="1200" dirty="0">
                <a:solidFill>
                  <a:prstClr val="black"/>
                </a:solidFill>
                <a:latin typeface="나눔바른고딕" panose="020B0603020101020101" pitchFamily="50" charset="-127"/>
                <a:ea typeface="나눔바른고딕" panose="020B0603020101020101" pitchFamily="50" charset="-127"/>
              </a:rPr>
              <a:t>Camera is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OFF)</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Low Definition</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(LD, 180p)</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Standard Definition</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(SD, 360p)</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High Definition</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(HD, 720p)</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Please note that system may automatically downgrade video quality according to network connection.</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6" name="Right Arrow 5">
            <a:extLst>
              <a:ext uri="{FF2B5EF4-FFF2-40B4-BE49-F238E27FC236}">
                <a16:creationId xmlns:a16="http://schemas.microsoft.com/office/drawing/2014/main" id="{CEDC5D75-1885-A94C-864C-A4B60BBA3B12}"/>
              </a:ext>
            </a:extLst>
          </p:cNvPr>
          <p:cNvSpPr/>
          <p:nvPr/>
        </p:nvSpPr>
        <p:spPr>
          <a:xfrm>
            <a:off x="3204717" y="3864699"/>
            <a:ext cx="222250" cy="1905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grpSp>
        <p:nvGrpSpPr>
          <p:cNvPr id="20" name="Group 19">
            <a:extLst>
              <a:ext uri="{FF2B5EF4-FFF2-40B4-BE49-F238E27FC236}">
                <a16:creationId xmlns:a16="http://schemas.microsoft.com/office/drawing/2014/main" id="{3B8E4856-FCE5-E140-B05F-94CC299445DA}"/>
              </a:ext>
            </a:extLst>
          </p:cNvPr>
          <p:cNvGrpSpPr/>
          <p:nvPr/>
        </p:nvGrpSpPr>
        <p:grpSpPr>
          <a:xfrm>
            <a:off x="1279185" y="107537"/>
            <a:ext cx="5561768" cy="281649"/>
            <a:chOff x="1279185" y="107537"/>
            <a:chExt cx="5561768" cy="281649"/>
          </a:xfrm>
        </p:grpSpPr>
        <p:sp>
          <p:nvSpPr>
            <p:cNvPr id="21" name="Rectangle 20">
              <a:extLst>
                <a:ext uri="{FF2B5EF4-FFF2-40B4-BE49-F238E27FC236}">
                  <a16:creationId xmlns:a16="http://schemas.microsoft.com/office/drawing/2014/main" id="{3F30D25C-792B-2142-9DBF-4FBA28396E0A}"/>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2" name="Rectangle 21">
              <a:extLst>
                <a:ext uri="{FF2B5EF4-FFF2-40B4-BE49-F238E27FC236}">
                  <a16:creationId xmlns:a16="http://schemas.microsoft.com/office/drawing/2014/main" id="{73704D6F-525E-784A-9184-FEA446479404}"/>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3" name="Rectangle 22">
              <a:extLst>
                <a:ext uri="{FF2B5EF4-FFF2-40B4-BE49-F238E27FC236}">
                  <a16:creationId xmlns:a16="http://schemas.microsoft.com/office/drawing/2014/main" id="{A703E63F-01E0-3946-9321-D0E3E19BADBE}"/>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4" name="Rectangle 23">
              <a:extLst>
                <a:ext uri="{FF2B5EF4-FFF2-40B4-BE49-F238E27FC236}">
                  <a16:creationId xmlns:a16="http://schemas.microsoft.com/office/drawing/2014/main" id="{46BB3008-0855-AB4F-AB81-452256F88F14}"/>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12" name="그림 11">
            <a:extLst>
              <a:ext uri="{FF2B5EF4-FFF2-40B4-BE49-F238E27FC236}">
                <a16:creationId xmlns:a16="http://schemas.microsoft.com/office/drawing/2014/main" id="{BAE15A02-6C66-0D45-823F-0086385A0571}"/>
              </a:ext>
            </a:extLst>
          </p:cNvPr>
          <p:cNvPicPr>
            <a:picLocks noChangeAspect="1"/>
          </p:cNvPicPr>
          <p:nvPr/>
        </p:nvPicPr>
        <p:blipFill rotWithShape="1">
          <a:blip r:embed="rId3">
            <a:extLst>
              <a:ext uri="{28A0092B-C50C-407E-A947-70E740481C1C}">
                <a14:useLocalDpi xmlns:a14="http://schemas.microsoft.com/office/drawing/2010/main" val="0"/>
              </a:ext>
            </a:extLst>
          </a:blip>
          <a:srcRect l="16772" r="3528"/>
          <a:stretch/>
        </p:blipFill>
        <p:spPr>
          <a:xfrm>
            <a:off x="209004" y="3497080"/>
            <a:ext cx="2934693" cy="925739"/>
          </a:xfrm>
          <a:prstGeom prst="rect">
            <a:avLst/>
          </a:prstGeom>
        </p:spPr>
      </p:pic>
      <p:pic>
        <p:nvPicPr>
          <p:cNvPr id="14" name="그림 13">
            <a:extLst>
              <a:ext uri="{FF2B5EF4-FFF2-40B4-BE49-F238E27FC236}">
                <a16:creationId xmlns:a16="http://schemas.microsoft.com/office/drawing/2014/main" id="{86727CDB-B505-DE4E-9044-1312821294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87987" y="3474213"/>
            <a:ext cx="3111647" cy="2182302"/>
          </a:xfrm>
          <a:prstGeom prst="rect">
            <a:avLst/>
          </a:prstGeom>
        </p:spPr>
      </p:pic>
      <p:sp>
        <p:nvSpPr>
          <p:cNvPr id="25" name="직사각형 26">
            <a:extLst>
              <a:ext uri="{FF2B5EF4-FFF2-40B4-BE49-F238E27FC236}">
                <a16:creationId xmlns:a16="http://schemas.microsoft.com/office/drawing/2014/main" id="{ACD96E64-0292-444D-A939-70CE9037BDCA}"/>
              </a:ext>
            </a:extLst>
          </p:cNvPr>
          <p:cNvSpPr/>
          <p:nvPr/>
        </p:nvSpPr>
        <p:spPr>
          <a:xfrm>
            <a:off x="2152775" y="3587663"/>
            <a:ext cx="405175" cy="34197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8282979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More</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4" y="2818432"/>
            <a:ext cx="2664823"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Edit Meeting Subject</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34</a:t>
            </a:fld>
            <a:endParaRPr lang="ko-KR" altLang="en-US"/>
          </a:p>
        </p:txBody>
      </p:sp>
      <p:sp>
        <p:nvSpPr>
          <p:cNvPr id="19" name="TextBox 18">
            <a:extLst>
              <a:ext uri="{FF2B5EF4-FFF2-40B4-BE49-F238E27FC236}">
                <a16:creationId xmlns:a16="http://schemas.microsoft.com/office/drawing/2014/main" id="{F78819F8-4455-4BEA-8A94-073EEB5EC665}"/>
              </a:ext>
            </a:extLst>
          </p:cNvPr>
          <p:cNvSpPr txBox="1"/>
          <p:nvPr/>
        </p:nvSpPr>
        <p:spPr>
          <a:xfrm>
            <a:off x="209006" y="4724328"/>
            <a:ext cx="6435926" cy="698653"/>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Select</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Edit icon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on top of screen to </a:t>
            </a:r>
            <a:r>
              <a:rPr lang="en-US" altLang="ko-KR" sz="1200" dirty="0">
                <a:solidFill>
                  <a:prstClr val="black"/>
                </a:solidFill>
                <a:latin typeface="나눔바른고딕" panose="020B0603020101020101" pitchFamily="50" charset="-127"/>
                <a:ea typeface="나눔바른고딕" panose="020B0603020101020101" pitchFamily="50" charset="-127"/>
              </a:rPr>
              <a:t>edit meeting subjects.</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4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srgbClr val="FF0000"/>
                </a:solidFill>
                <a:latin typeface="나눔바른고딕" panose="020B0603020101020101" pitchFamily="50" charset="-127"/>
                <a:ea typeface="나눔바른고딕" panose="020B0603020101020101" pitchFamily="50" charset="-127"/>
              </a:rPr>
              <a:t>※ Editing the Meeting Subject does not change the meeting URL.</a:t>
            </a:r>
            <a:r>
              <a:rPr kumimoji="0" lang="en-US" altLang="ko-KR" sz="1200" b="0" i="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rPr>
              <a:t> </a:t>
            </a:r>
          </a:p>
        </p:txBody>
      </p:sp>
      <p:sp>
        <p:nvSpPr>
          <p:cNvPr id="20" name="TextBox 19">
            <a:extLst>
              <a:ext uri="{FF2B5EF4-FFF2-40B4-BE49-F238E27FC236}">
                <a16:creationId xmlns:a16="http://schemas.microsoft.com/office/drawing/2014/main" id="{D779A53A-A443-4876-AB0E-E351DA448D4F}"/>
              </a:ext>
            </a:extLst>
          </p:cNvPr>
          <p:cNvSpPr txBox="1"/>
          <p:nvPr/>
        </p:nvSpPr>
        <p:spPr>
          <a:xfrm>
            <a:off x="209005" y="5642936"/>
            <a:ext cx="2312126"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Raise/Lower Hand</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21" name="TextBox 20">
            <a:extLst>
              <a:ext uri="{FF2B5EF4-FFF2-40B4-BE49-F238E27FC236}">
                <a16:creationId xmlns:a16="http://schemas.microsoft.com/office/drawing/2014/main" id="{31F30B38-4EFC-4C40-8903-E25BCD43DA03}"/>
              </a:ext>
            </a:extLst>
          </p:cNvPr>
          <p:cNvSpPr txBox="1"/>
          <p:nvPr/>
        </p:nvSpPr>
        <p:spPr>
          <a:xfrm>
            <a:off x="209004" y="5959070"/>
            <a:ext cx="6435926" cy="1353897"/>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Users can raise hand in order to request to speak.</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Toggle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[Raise/Lower your hand]</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to request/withdraw</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permission to speak. Once requested, yellow hand icon and outline will appear on the participant’s tile, with total number of requests shown on top.</a:t>
            </a:r>
          </a:p>
        </p:txBody>
      </p:sp>
      <p:pic>
        <p:nvPicPr>
          <p:cNvPr id="5" name="Picture 4">
            <a:extLst>
              <a:ext uri="{FF2B5EF4-FFF2-40B4-BE49-F238E27FC236}">
                <a16:creationId xmlns:a16="http://schemas.microsoft.com/office/drawing/2014/main" id="{06CD32E5-CF97-EB47-800B-2C248CCF7603}"/>
              </a:ext>
            </a:extLst>
          </p:cNvPr>
          <p:cNvPicPr>
            <a:picLocks noChangeAspect="1"/>
          </p:cNvPicPr>
          <p:nvPr/>
        </p:nvPicPr>
        <p:blipFill>
          <a:blip r:embed="rId3"/>
          <a:stretch>
            <a:fillRect/>
          </a:stretch>
        </p:blipFill>
        <p:spPr>
          <a:xfrm>
            <a:off x="3449069" y="3234563"/>
            <a:ext cx="3073149" cy="1311050"/>
          </a:xfrm>
          <a:prstGeom prst="rect">
            <a:avLst/>
          </a:prstGeom>
          <a:effectLst>
            <a:outerShdw blurRad="50800" dist="38100" dir="2700000" algn="tl" rotWithShape="0">
              <a:prstClr val="black">
                <a:alpha val="40000"/>
              </a:prstClr>
            </a:outerShdw>
          </a:effectLst>
        </p:spPr>
      </p:pic>
      <p:grpSp>
        <p:nvGrpSpPr>
          <p:cNvPr id="24" name="Group 23">
            <a:extLst>
              <a:ext uri="{FF2B5EF4-FFF2-40B4-BE49-F238E27FC236}">
                <a16:creationId xmlns:a16="http://schemas.microsoft.com/office/drawing/2014/main" id="{0B507316-5925-5443-891C-A1CE95820928}"/>
              </a:ext>
            </a:extLst>
          </p:cNvPr>
          <p:cNvGrpSpPr/>
          <p:nvPr/>
        </p:nvGrpSpPr>
        <p:grpSpPr>
          <a:xfrm>
            <a:off x="1279185" y="107537"/>
            <a:ext cx="5561768" cy="281649"/>
            <a:chOff x="1279185" y="107537"/>
            <a:chExt cx="5561768" cy="281649"/>
          </a:xfrm>
        </p:grpSpPr>
        <p:sp>
          <p:nvSpPr>
            <p:cNvPr id="25" name="Rectangle 24">
              <a:extLst>
                <a:ext uri="{FF2B5EF4-FFF2-40B4-BE49-F238E27FC236}">
                  <a16:creationId xmlns:a16="http://schemas.microsoft.com/office/drawing/2014/main" id="{071034A3-E979-B840-9D8B-68D9CA811805}"/>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6" name="Rectangle 25">
              <a:extLst>
                <a:ext uri="{FF2B5EF4-FFF2-40B4-BE49-F238E27FC236}">
                  <a16:creationId xmlns:a16="http://schemas.microsoft.com/office/drawing/2014/main" id="{AD8F9C45-1099-8F4A-8614-AD37659E24B5}"/>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7" name="Rectangle 26">
              <a:extLst>
                <a:ext uri="{FF2B5EF4-FFF2-40B4-BE49-F238E27FC236}">
                  <a16:creationId xmlns:a16="http://schemas.microsoft.com/office/drawing/2014/main" id="{EDDBE2B6-BAF3-B046-BB5C-B072C3F9D1B3}"/>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8" name="Rectangle 27">
              <a:extLst>
                <a:ext uri="{FF2B5EF4-FFF2-40B4-BE49-F238E27FC236}">
                  <a16:creationId xmlns:a16="http://schemas.microsoft.com/office/drawing/2014/main" id="{0FCBD228-C701-9740-8163-FA6A144FEAE3}"/>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32" name="오른쪽 화살표[R] 32">
            <a:extLst>
              <a:ext uri="{FF2B5EF4-FFF2-40B4-BE49-F238E27FC236}">
                <a16:creationId xmlns:a16="http://schemas.microsoft.com/office/drawing/2014/main" id="{C839052D-D4C2-E94F-8544-E337FF161584}"/>
              </a:ext>
            </a:extLst>
          </p:cNvPr>
          <p:cNvSpPr/>
          <p:nvPr/>
        </p:nvSpPr>
        <p:spPr>
          <a:xfrm>
            <a:off x="3300264" y="8160580"/>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33" name="그림 34">
            <a:extLst>
              <a:ext uri="{FF2B5EF4-FFF2-40B4-BE49-F238E27FC236}">
                <a16:creationId xmlns:a16="http://schemas.microsoft.com/office/drawing/2014/main" id="{7ACE5CA4-58DC-1B45-8331-BD44D899CC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02340" y="7228667"/>
            <a:ext cx="2936734" cy="2146529"/>
          </a:xfrm>
          <a:prstGeom prst="rect">
            <a:avLst/>
          </a:prstGeom>
        </p:spPr>
      </p:pic>
      <p:pic>
        <p:nvPicPr>
          <p:cNvPr id="34" name="그림 33">
            <a:extLst>
              <a:ext uri="{FF2B5EF4-FFF2-40B4-BE49-F238E27FC236}">
                <a16:creationId xmlns:a16="http://schemas.microsoft.com/office/drawing/2014/main" id="{6A1CDC84-B5F8-6740-A409-2068B108A939}"/>
              </a:ext>
            </a:extLst>
          </p:cNvPr>
          <p:cNvPicPr>
            <a:picLocks noChangeAspect="1"/>
          </p:cNvPicPr>
          <p:nvPr/>
        </p:nvPicPr>
        <p:blipFill rotWithShape="1">
          <a:blip r:embed="rId5">
            <a:extLst>
              <a:ext uri="{28A0092B-C50C-407E-A947-70E740481C1C}">
                <a14:useLocalDpi xmlns:a14="http://schemas.microsoft.com/office/drawing/2010/main" val="0"/>
              </a:ext>
            </a:extLst>
          </a:blip>
          <a:srcRect l="4401" b="27297"/>
          <a:stretch/>
        </p:blipFill>
        <p:spPr>
          <a:xfrm>
            <a:off x="350865" y="3492323"/>
            <a:ext cx="2725951" cy="631535"/>
          </a:xfrm>
          <a:prstGeom prst="rect">
            <a:avLst/>
          </a:prstGeom>
        </p:spPr>
      </p:pic>
      <p:sp>
        <p:nvSpPr>
          <p:cNvPr id="35" name="오른쪽 화살표[R] 34">
            <a:extLst>
              <a:ext uri="{FF2B5EF4-FFF2-40B4-BE49-F238E27FC236}">
                <a16:creationId xmlns:a16="http://schemas.microsoft.com/office/drawing/2014/main" id="{440A3EC6-F09E-C248-83A1-0CDB828A24FB}"/>
              </a:ext>
            </a:extLst>
          </p:cNvPr>
          <p:cNvSpPr/>
          <p:nvPr/>
        </p:nvSpPr>
        <p:spPr>
          <a:xfrm>
            <a:off x="3197806" y="3758388"/>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6" name="직사각형 35">
            <a:extLst>
              <a:ext uri="{FF2B5EF4-FFF2-40B4-BE49-F238E27FC236}">
                <a16:creationId xmlns:a16="http://schemas.microsoft.com/office/drawing/2014/main" id="{B11D4700-A43C-144E-B9EC-7629D81AD5CB}"/>
              </a:ext>
            </a:extLst>
          </p:cNvPr>
          <p:cNvSpPr/>
          <p:nvPr/>
        </p:nvSpPr>
        <p:spPr>
          <a:xfrm>
            <a:off x="1363950" y="3583396"/>
            <a:ext cx="407592" cy="30669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1" name="그림 10">
            <a:extLst>
              <a:ext uri="{FF2B5EF4-FFF2-40B4-BE49-F238E27FC236}">
                <a16:creationId xmlns:a16="http://schemas.microsoft.com/office/drawing/2014/main" id="{1E30AF4C-DFF4-D043-A514-A3D83848E035}"/>
              </a:ext>
            </a:extLst>
          </p:cNvPr>
          <p:cNvPicPr>
            <a:picLocks noChangeAspect="1"/>
          </p:cNvPicPr>
          <p:nvPr/>
        </p:nvPicPr>
        <p:blipFill rotWithShape="1">
          <a:blip r:embed="rId6">
            <a:extLst>
              <a:ext uri="{28A0092B-C50C-407E-A947-70E740481C1C}">
                <a14:useLocalDpi xmlns:a14="http://schemas.microsoft.com/office/drawing/2010/main" val="0"/>
              </a:ext>
            </a:extLst>
          </a:blip>
          <a:srcRect l="9720" r="7471"/>
          <a:stretch/>
        </p:blipFill>
        <p:spPr>
          <a:xfrm>
            <a:off x="285278" y="7722671"/>
            <a:ext cx="2880967" cy="981276"/>
          </a:xfrm>
          <a:prstGeom prst="rect">
            <a:avLst/>
          </a:prstGeom>
        </p:spPr>
      </p:pic>
      <p:sp>
        <p:nvSpPr>
          <p:cNvPr id="31" name="직사각형 26">
            <a:extLst>
              <a:ext uri="{FF2B5EF4-FFF2-40B4-BE49-F238E27FC236}">
                <a16:creationId xmlns:a16="http://schemas.microsoft.com/office/drawing/2014/main" id="{0B81F975-90F4-FB4A-9CDA-6FAC35F0E49E}"/>
              </a:ext>
            </a:extLst>
          </p:cNvPr>
          <p:cNvSpPr/>
          <p:nvPr/>
        </p:nvSpPr>
        <p:spPr>
          <a:xfrm>
            <a:off x="1453930" y="8203431"/>
            <a:ext cx="480929" cy="44772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7464659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C8A81C-6F7D-4247-9E45-28F387E2B5EC}"/>
              </a:ext>
            </a:extLst>
          </p:cNvPr>
          <p:cNvSpPr txBox="1"/>
          <p:nvPr/>
        </p:nvSpPr>
        <p:spPr>
          <a:xfrm>
            <a:off x="258222" y="451314"/>
            <a:ext cx="353000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Invite</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r>
              <a:rPr lang="en-US" altLang="ko-KR" sz="1600" dirty="0">
                <a:solidFill>
                  <a:srgbClr val="1D6B91"/>
                </a:solidFill>
                <a:latin typeface="나눔고딕 ExtraBold" panose="020D0904000000000000" pitchFamily="50" charset="-127"/>
                <a:ea typeface="나눔고딕 ExtraBold" panose="020D0904000000000000" pitchFamily="50" charset="-127"/>
              </a:rPr>
              <a:t>– Embed Meeting (HTML)</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35</a:t>
            </a:fld>
            <a:endParaRPr lang="ko-KR" altLang="en-US" dirty="0"/>
          </a:p>
        </p:txBody>
      </p:sp>
      <p:sp>
        <p:nvSpPr>
          <p:cNvPr id="11" name="TextBox 10">
            <a:extLst>
              <a:ext uri="{FF2B5EF4-FFF2-40B4-BE49-F238E27FC236}">
                <a16:creationId xmlns:a16="http://schemas.microsoft.com/office/drawing/2014/main" id="{7EE3F93C-8899-4C51-8B1D-A424FB3FA43D}"/>
              </a:ext>
            </a:extLst>
          </p:cNvPr>
          <p:cNvSpPr txBox="1"/>
          <p:nvPr/>
        </p:nvSpPr>
        <p:spPr>
          <a:xfrm>
            <a:off x="165518" y="3652268"/>
            <a:ext cx="6283662" cy="1353897"/>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embed meetings on web using HTML.</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This can be done by copying HTML code from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 – [Invite Someone] – [Embed this meeting]</a:t>
            </a:r>
            <a:r>
              <a:rPr lang="en-US" altLang="ko-KR" sz="1200" b="1" dirty="0">
                <a:solidFill>
                  <a:prstClr val="black"/>
                </a:solidFill>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and pasting it on web. Users can participate meetings on web where it is embedded.</a:t>
            </a:r>
          </a:p>
        </p:txBody>
      </p:sp>
      <p:pic>
        <p:nvPicPr>
          <p:cNvPr id="16" name="그림 15">
            <a:extLst>
              <a:ext uri="{FF2B5EF4-FFF2-40B4-BE49-F238E27FC236}">
                <a16:creationId xmlns:a16="http://schemas.microsoft.com/office/drawing/2014/main" id="{FF92745D-41C7-5F4B-937D-DEAE3FB9B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913" y="963144"/>
            <a:ext cx="2623958" cy="2518272"/>
          </a:xfrm>
          <a:prstGeom prst="rect">
            <a:avLst/>
          </a:prstGeom>
          <a:ln>
            <a:solidFill>
              <a:schemeClr val="bg1">
                <a:lumMod val="75000"/>
              </a:schemeClr>
            </a:solidFill>
          </a:ln>
        </p:spPr>
      </p:pic>
      <p:pic>
        <p:nvPicPr>
          <p:cNvPr id="4" name="그림 3">
            <a:extLst>
              <a:ext uri="{FF2B5EF4-FFF2-40B4-BE49-F238E27FC236}">
                <a16:creationId xmlns:a16="http://schemas.microsoft.com/office/drawing/2014/main" id="{4AE3D942-751F-B845-B078-2DD5EAF319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7349" y="949479"/>
            <a:ext cx="3235213" cy="2545602"/>
          </a:xfrm>
          <a:prstGeom prst="rect">
            <a:avLst/>
          </a:prstGeom>
        </p:spPr>
      </p:pic>
      <p:sp>
        <p:nvSpPr>
          <p:cNvPr id="17" name="오른쪽 화살표[R] 32">
            <a:extLst>
              <a:ext uri="{FF2B5EF4-FFF2-40B4-BE49-F238E27FC236}">
                <a16:creationId xmlns:a16="http://schemas.microsoft.com/office/drawing/2014/main" id="{82C4519C-E65E-6B4C-A2EB-98AAF78C4EA2}"/>
              </a:ext>
            </a:extLst>
          </p:cNvPr>
          <p:cNvSpPr/>
          <p:nvPr/>
        </p:nvSpPr>
        <p:spPr>
          <a:xfrm>
            <a:off x="3058581" y="2151604"/>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915313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75411308-7D7C-441F-8B2D-9DB7103780D2}"/>
              </a:ext>
            </a:extLst>
          </p:cNvPr>
          <p:cNvSpPr/>
          <p:nvPr/>
        </p:nvSpPr>
        <p:spPr>
          <a:xfrm>
            <a:off x="-13063" y="1947511"/>
            <a:ext cx="6871063" cy="2638182"/>
          </a:xfrm>
          <a:prstGeom prst="rect">
            <a:avLst/>
          </a:prstGeom>
          <a:solidFill>
            <a:srgbClr val="343E44">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직사각형 21">
            <a:extLst>
              <a:ext uri="{FF2B5EF4-FFF2-40B4-BE49-F238E27FC236}">
                <a16:creationId xmlns:a16="http://schemas.microsoft.com/office/drawing/2014/main" id="{8915DFC7-E78B-4447-B0FA-E8D2921A2909}"/>
              </a:ext>
            </a:extLst>
          </p:cNvPr>
          <p:cNvSpPr/>
          <p:nvPr/>
        </p:nvSpPr>
        <p:spPr>
          <a:xfrm>
            <a:off x="-6239" y="1626687"/>
            <a:ext cx="6871063" cy="2638182"/>
          </a:xfrm>
          <a:prstGeom prst="rect">
            <a:avLst/>
          </a:prstGeom>
          <a:solidFill>
            <a:srgbClr val="3848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TextBox 22">
            <a:extLst>
              <a:ext uri="{FF2B5EF4-FFF2-40B4-BE49-F238E27FC236}">
                <a16:creationId xmlns:a16="http://schemas.microsoft.com/office/drawing/2014/main" id="{31246B28-A183-4D21-ABA2-4A95AACCDCE1}"/>
              </a:ext>
            </a:extLst>
          </p:cNvPr>
          <p:cNvSpPr txBox="1"/>
          <p:nvPr/>
        </p:nvSpPr>
        <p:spPr>
          <a:xfrm>
            <a:off x="1243749" y="2530279"/>
            <a:ext cx="4370502" cy="830997"/>
          </a:xfrm>
          <a:prstGeom prst="rect">
            <a:avLst/>
          </a:prstGeom>
          <a:noFill/>
        </p:spPr>
        <p:txBody>
          <a:bodyPr wrap="square" rtlCol="0">
            <a:spAutoFit/>
          </a:bodyPr>
          <a:lstStyle/>
          <a:p>
            <a:pPr algn="ctr"/>
            <a:r>
              <a:rPr lang="en-US" altLang="ko-KR" sz="4800" dirty="0">
                <a:solidFill>
                  <a:schemeClr val="bg1"/>
                </a:solidFill>
                <a:latin typeface="나눔고딕 ExtraBold" panose="020D0904000000000000" pitchFamily="50" charset="-127"/>
                <a:ea typeface="나눔고딕 ExtraBold" panose="020D0904000000000000" pitchFamily="50" charset="-127"/>
              </a:rPr>
              <a:t>As a Host</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Tree>
    <p:extLst>
      <p:ext uri="{BB962C8B-B14F-4D97-AF65-F5344CB8AC3E}">
        <p14:creationId xmlns:p14="http://schemas.microsoft.com/office/powerpoint/2010/main" val="35480702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As a Host</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798669"/>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Host Controls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7" name="TextBox 6">
            <a:extLst>
              <a:ext uri="{FF2B5EF4-FFF2-40B4-BE49-F238E27FC236}">
                <a16:creationId xmlns:a16="http://schemas.microsoft.com/office/drawing/2014/main" id="{3A73B173-6515-4F8B-9569-20ED06F79F98}"/>
              </a:ext>
            </a:extLst>
          </p:cNvPr>
          <p:cNvSpPr txBox="1"/>
          <p:nvPr/>
        </p:nvSpPr>
        <p:spPr>
          <a:xfrm>
            <a:off x="209005" y="3146397"/>
            <a:ext cx="6439987" cy="109536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Vmeeting</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offers various features for hosts to efficiently manage meetings and participants.</a:t>
            </a: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Users are automatically assigned as hosts when they start a new meeting. Users can also receive host controls from another host. </a:t>
            </a: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37</a:t>
            </a:fld>
            <a:endParaRPr lang="ko-KR" altLang="en-US"/>
          </a:p>
        </p:txBody>
      </p:sp>
      <p:sp>
        <p:nvSpPr>
          <p:cNvPr id="22" name="TextBox 21">
            <a:extLst>
              <a:ext uri="{FF2B5EF4-FFF2-40B4-BE49-F238E27FC236}">
                <a16:creationId xmlns:a16="http://schemas.microsoft.com/office/drawing/2014/main" id="{7EEA446A-9320-4158-B88D-247E19F2D4BF}"/>
              </a:ext>
            </a:extLst>
          </p:cNvPr>
          <p:cNvSpPr txBox="1"/>
          <p:nvPr/>
        </p:nvSpPr>
        <p:spPr>
          <a:xfrm>
            <a:off x="244051" y="4389161"/>
            <a:ext cx="6493079" cy="4197752"/>
          </a:xfrm>
          <a:prstGeom prst="rect">
            <a:avLst/>
          </a:prstGeom>
          <a:noFill/>
        </p:spPr>
        <p:txBody>
          <a:bodyPr wrap="square" rtlCol="0">
            <a:spAutoFit/>
          </a:bodyPr>
          <a:lstStyle/>
          <a:p>
            <a:pPr marR="0" lvl="0" algn="l" defTabSz="457200" rtl="0" eaLnBrk="1" fontAlgn="auto" latinLnBrk="0" hangingPunct="1">
              <a:lnSpc>
                <a:spcPct val="140000"/>
              </a:lnSpc>
              <a:spcBef>
                <a:spcPts val="0"/>
              </a:spcBef>
              <a:spcAft>
                <a:spcPts val="0"/>
              </a:spcAft>
              <a:buClrTx/>
              <a:buSzTx/>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Screen Recording</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R="0" lvl="0" algn="l" defTabSz="457200" rtl="0" eaLnBrk="1" fontAlgn="auto" latinLnBrk="0" hangingPunct="1">
              <a:lnSpc>
                <a:spcPct val="140000"/>
              </a:lnSpc>
              <a:spcBef>
                <a:spcPts val="0"/>
              </a:spcBef>
              <a:spcAft>
                <a:spcPts val="0"/>
              </a:spcAft>
              <a:buClrTx/>
              <a:buSzTx/>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2.</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Live Streaming</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3.</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srgbClr val="212121"/>
                </a:solidFill>
                <a:latin typeface="나눔바른고딕" panose="020B0603020101020101" pitchFamily="50" charset="-127"/>
                <a:ea typeface="나눔바른고딕" panose="020B0603020101020101" pitchFamily="50" charset="-127"/>
              </a:rPr>
              <a:t>Security Options (Lobby Mode/</a:t>
            </a:r>
            <a:r>
              <a:rPr lang="ko-KR" altLang="en-US" sz="1200" dirty="0">
                <a:solidFill>
                  <a:srgbClr val="212121"/>
                </a:solidFill>
                <a:latin typeface="나눔바른고딕" panose="020B0603020101020101" pitchFamily="50" charset="-127"/>
                <a:ea typeface="나눔바른고딕" panose="020B0603020101020101" pitchFamily="50" charset="-127"/>
              </a:rPr>
              <a:t> </a:t>
            </a:r>
            <a:r>
              <a:rPr lang="en-US" altLang="ko-KR" sz="1200" dirty="0">
                <a:solidFill>
                  <a:srgbClr val="212121"/>
                </a:solidFill>
                <a:latin typeface="나눔바른고딕" panose="020B0603020101020101" pitchFamily="50" charset="-127"/>
                <a:ea typeface="나눔바른고딕" panose="020B0603020101020101" pitchFamily="50" charset="-127"/>
              </a:rPr>
              <a:t>Password)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4. Breakout Rooms</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5. Tile View Settings (Layouts, Pin Participants)</a:t>
            </a: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6.</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Set Participants Default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Audio/Camera Settings</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7.</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Toggle [Everyone follows me]</a:t>
            </a: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8.</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Remove Participant (Kick-Out)</a:t>
            </a: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9.</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Assign Participant as host</a:t>
            </a: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10.</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End Meeting for all</a:t>
            </a:r>
          </a:p>
          <a:p>
            <a:pPr>
              <a:lnSpc>
                <a:spcPct val="140000"/>
              </a:lnSpc>
              <a:defRPr/>
            </a:pP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 Leave after assigning new host</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11. Moderation Controls</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   - Screen share, Mute, Camera, Chat, Polls, Rename, Assign to Breakout Rooms </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12. Others</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   - Random selection, Timer</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a:lnSpc>
                <a:spcPct val="140000"/>
              </a:lnSpc>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p:txBody>
      </p:sp>
      <p:grpSp>
        <p:nvGrpSpPr>
          <p:cNvPr id="19" name="Group 18">
            <a:extLst>
              <a:ext uri="{FF2B5EF4-FFF2-40B4-BE49-F238E27FC236}">
                <a16:creationId xmlns:a16="http://schemas.microsoft.com/office/drawing/2014/main" id="{99A15920-821E-1949-865D-8539E22B61A0}"/>
              </a:ext>
            </a:extLst>
          </p:cNvPr>
          <p:cNvGrpSpPr/>
          <p:nvPr/>
        </p:nvGrpSpPr>
        <p:grpSpPr>
          <a:xfrm>
            <a:off x="1279185" y="107537"/>
            <a:ext cx="5561768" cy="281649"/>
            <a:chOff x="1279185" y="107537"/>
            <a:chExt cx="5561768" cy="281649"/>
          </a:xfrm>
        </p:grpSpPr>
        <p:sp>
          <p:nvSpPr>
            <p:cNvPr id="20" name="Rectangle 19">
              <a:extLst>
                <a:ext uri="{FF2B5EF4-FFF2-40B4-BE49-F238E27FC236}">
                  <a16:creationId xmlns:a16="http://schemas.microsoft.com/office/drawing/2014/main" id="{5D27BE6C-F900-0F41-B356-D9BB30A7F672}"/>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1" name="Rectangle 20">
              <a:extLst>
                <a:ext uri="{FF2B5EF4-FFF2-40B4-BE49-F238E27FC236}">
                  <a16:creationId xmlns:a16="http://schemas.microsoft.com/office/drawing/2014/main" id="{1425735E-4EFA-1B4B-974C-52AE238D3D44}"/>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3" name="Rectangle 22">
              <a:extLst>
                <a:ext uri="{FF2B5EF4-FFF2-40B4-BE49-F238E27FC236}">
                  <a16:creationId xmlns:a16="http://schemas.microsoft.com/office/drawing/2014/main" id="{F4FA8879-2184-6B4D-854A-86F00DC7C8F0}"/>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4" name="Rectangle 23">
              <a:extLst>
                <a:ext uri="{FF2B5EF4-FFF2-40B4-BE49-F238E27FC236}">
                  <a16:creationId xmlns:a16="http://schemas.microsoft.com/office/drawing/2014/main" id="{78ACECAA-69E3-D84B-B181-0AA914289299}"/>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Tree>
    <p:extLst>
      <p:ext uri="{BB962C8B-B14F-4D97-AF65-F5344CB8AC3E}">
        <p14:creationId xmlns:p14="http://schemas.microsoft.com/office/powerpoint/2010/main" val="10352307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Screen Recording</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809302"/>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Screen Recording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7" name="TextBox 6">
            <a:extLst>
              <a:ext uri="{FF2B5EF4-FFF2-40B4-BE49-F238E27FC236}">
                <a16:creationId xmlns:a16="http://schemas.microsoft.com/office/drawing/2014/main" id="{3A73B173-6515-4F8B-9569-20ED06F79F98}"/>
              </a:ext>
            </a:extLst>
          </p:cNvPr>
          <p:cNvSpPr txBox="1"/>
          <p:nvPr/>
        </p:nvSpPr>
        <p:spPr>
          <a:xfrm>
            <a:off x="209003" y="3190433"/>
            <a:ext cx="6177510" cy="109536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Hosts can record and download meetings.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When recording begins, a notification and REC icon is displayed. When host stops recording, the download URL is sent to the host’s e-mail.</a:t>
            </a: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38</a:t>
            </a:fld>
            <a:endParaRPr lang="ko-KR" altLang="en-US" dirty="0"/>
          </a:p>
        </p:txBody>
      </p:sp>
      <p:sp>
        <p:nvSpPr>
          <p:cNvPr id="19" name="TextBox 18">
            <a:extLst>
              <a:ext uri="{FF2B5EF4-FFF2-40B4-BE49-F238E27FC236}">
                <a16:creationId xmlns:a16="http://schemas.microsoft.com/office/drawing/2014/main" id="{34199676-3CBA-428D-8CED-2484A8134EA7}"/>
              </a:ext>
            </a:extLst>
          </p:cNvPr>
          <p:cNvSpPr txBox="1"/>
          <p:nvPr/>
        </p:nvSpPr>
        <p:spPr>
          <a:xfrm>
            <a:off x="3154224" y="4971853"/>
            <a:ext cx="3480494"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 - [Start recording]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0" name="TextBox 19">
            <a:extLst>
              <a:ext uri="{FF2B5EF4-FFF2-40B4-BE49-F238E27FC236}">
                <a16:creationId xmlns:a16="http://schemas.microsoft.com/office/drawing/2014/main" id="{DCEBDD8E-B22C-4520-B785-E22E0C579370}"/>
              </a:ext>
            </a:extLst>
          </p:cNvPr>
          <p:cNvSpPr txBox="1"/>
          <p:nvPr/>
        </p:nvSpPr>
        <p:spPr>
          <a:xfrm>
            <a:off x="3154223" y="6935324"/>
            <a:ext cx="3480492" cy="319768"/>
          </a:xfrm>
          <a:prstGeom prst="rect">
            <a:avLst/>
          </a:prstGeom>
          <a:noFill/>
        </p:spPr>
        <p:txBody>
          <a:bodyPr wrap="square" rtlCol="0">
            <a:spAutoFit/>
          </a:bodyPr>
          <a:lstStyle/>
          <a:p>
            <a:pPr lvl="0">
              <a:lnSpc>
                <a:spcPct val="140000"/>
              </a:lnSpc>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a:t>
            </a: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lang="en-US" altLang="ko-KR" sz="1200" b="1" dirty="0">
                <a:solidFill>
                  <a:prstClr val="black"/>
                </a:solidFill>
                <a:latin typeface="나눔바른고딕" panose="020B0603020101020101" pitchFamily="50" charset="-127"/>
                <a:ea typeface="나눔바른고딕" panose="020B0603020101020101" pitchFamily="50" charset="-127"/>
              </a:rPr>
              <a:t>[Start recording]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4" name="TextBox 13">
            <a:extLst>
              <a:ext uri="{FF2B5EF4-FFF2-40B4-BE49-F238E27FC236}">
                <a16:creationId xmlns:a16="http://schemas.microsoft.com/office/drawing/2014/main" id="{8C2E814F-47CC-45E9-885A-D182AEE7B73C}"/>
              </a:ext>
            </a:extLst>
          </p:cNvPr>
          <p:cNvSpPr txBox="1"/>
          <p:nvPr/>
        </p:nvSpPr>
        <p:spPr>
          <a:xfrm>
            <a:off x="209003" y="4485664"/>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Start Recording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23" name="TextBox 22">
            <a:extLst>
              <a:ext uri="{FF2B5EF4-FFF2-40B4-BE49-F238E27FC236}">
                <a16:creationId xmlns:a16="http://schemas.microsoft.com/office/drawing/2014/main" id="{8FD4843D-107B-EE44-8BB3-254F5470AFE4}"/>
              </a:ext>
            </a:extLst>
          </p:cNvPr>
          <p:cNvSpPr txBox="1"/>
          <p:nvPr/>
        </p:nvSpPr>
        <p:spPr>
          <a:xfrm>
            <a:off x="3154223" y="8324354"/>
            <a:ext cx="3480492"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a:t>
            </a:r>
            <a:r>
              <a:rPr lang="en-US" altLang="ko-KR" sz="1200" dirty="0">
                <a:solidFill>
                  <a:prstClr val="black"/>
                </a:solidFill>
                <a:latin typeface="나눔바른고딕" panose="020B0603020101020101" pitchFamily="50" charset="-127"/>
                <a:ea typeface="나눔바른고딕" panose="020B0603020101020101" pitchFamily="50" charset="-127"/>
              </a:rPr>
              <a:t>When recording begins, REC icon is displayed on top. All participants receive notification that host started screen recording.</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grpSp>
        <p:nvGrpSpPr>
          <p:cNvPr id="28" name="Group 27">
            <a:extLst>
              <a:ext uri="{FF2B5EF4-FFF2-40B4-BE49-F238E27FC236}">
                <a16:creationId xmlns:a16="http://schemas.microsoft.com/office/drawing/2014/main" id="{5C208320-7D91-C143-BB8B-2C4AC65B23E4}"/>
              </a:ext>
            </a:extLst>
          </p:cNvPr>
          <p:cNvGrpSpPr/>
          <p:nvPr/>
        </p:nvGrpSpPr>
        <p:grpSpPr>
          <a:xfrm>
            <a:off x="1279185" y="107537"/>
            <a:ext cx="5561768" cy="281649"/>
            <a:chOff x="1279185" y="107537"/>
            <a:chExt cx="5561768" cy="281649"/>
          </a:xfrm>
        </p:grpSpPr>
        <p:sp>
          <p:nvSpPr>
            <p:cNvPr id="29" name="Rectangle 28">
              <a:extLst>
                <a:ext uri="{FF2B5EF4-FFF2-40B4-BE49-F238E27FC236}">
                  <a16:creationId xmlns:a16="http://schemas.microsoft.com/office/drawing/2014/main" id="{91E6DA50-121C-AC46-BB74-0842B39A4D9B}"/>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30" name="Rectangle 29">
              <a:extLst>
                <a:ext uri="{FF2B5EF4-FFF2-40B4-BE49-F238E27FC236}">
                  <a16:creationId xmlns:a16="http://schemas.microsoft.com/office/drawing/2014/main" id="{C0A471CF-52C8-7447-AC53-4A106E293A2A}"/>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31" name="Rectangle 30">
              <a:extLst>
                <a:ext uri="{FF2B5EF4-FFF2-40B4-BE49-F238E27FC236}">
                  <a16:creationId xmlns:a16="http://schemas.microsoft.com/office/drawing/2014/main" id="{7BCDC431-F5E4-4248-A3CE-2F16C976F77D}"/>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2" name="Rectangle 31">
              <a:extLst>
                <a:ext uri="{FF2B5EF4-FFF2-40B4-BE49-F238E27FC236}">
                  <a16:creationId xmlns:a16="http://schemas.microsoft.com/office/drawing/2014/main" id="{7254C1D4-D8AF-F94F-BFFF-54E91AE45F25}"/>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6" name="그림 5">
            <a:extLst>
              <a:ext uri="{FF2B5EF4-FFF2-40B4-BE49-F238E27FC236}">
                <a16:creationId xmlns:a16="http://schemas.microsoft.com/office/drawing/2014/main" id="{DFE14F11-C684-5C40-9009-9AAC945D3D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008" y="4928858"/>
            <a:ext cx="2636741" cy="1791632"/>
          </a:xfrm>
          <a:prstGeom prst="rect">
            <a:avLst/>
          </a:prstGeom>
        </p:spPr>
      </p:pic>
      <p:pic>
        <p:nvPicPr>
          <p:cNvPr id="12" name="그림 11">
            <a:extLst>
              <a:ext uri="{FF2B5EF4-FFF2-40B4-BE49-F238E27FC236}">
                <a16:creationId xmlns:a16="http://schemas.microsoft.com/office/drawing/2014/main" id="{00A0FECB-308C-0643-B300-DAC8B0DFE6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1008" y="6935324"/>
            <a:ext cx="2636741" cy="1156369"/>
          </a:xfrm>
          <a:prstGeom prst="rect">
            <a:avLst/>
          </a:prstGeom>
        </p:spPr>
      </p:pic>
      <p:pic>
        <p:nvPicPr>
          <p:cNvPr id="15" name="그림 14">
            <a:extLst>
              <a:ext uri="{FF2B5EF4-FFF2-40B4-BE49-F238E27FC236}">
                <a16:creationId xmlns:a16="http://schemas.microsoft.com/office/drawing/2014/main" id="{7AF32879-B69B-8C41-94C3-330B53AAE546}"/>
              </a:ext>
            </a:extLst>
          </p:cNvPr>
          <p:cNvPicPr>
            <a:picLocks noChangeAspect="1"/>
          </p:cNvPicPr>
          <p:nvPr/>
        </p:nvPicPr>
        <p:blipFill rotWithShape="1">
          <a:blip r:embed="rId5">
            <a:extLst>
              <a:ext uri="{28A0092B-C50C-407E-A947-70E740481C1C}">
                <a14:useLocalDpi xmlns:a14="http://schemas.microsoft.com/office/drawing/2010/main" val="0"/>
              </a:ext>
            </a:extLst>
          </a:blip>
          <a:srcRect r="5495"/>
          <a:stretch/>
        </p:blipFill>
        <p:spPr>
          <a:xfrm>
            <a:off x="351007" y="8348750"/>
            <a:ext cx="2636741" cy="682179"/>
          </a:xfrm>
          <a:prstGeom prst="rect">
            <a:avLst/>
          </a:prstGeom>
        </p:spPr>
      </p:pic>
      <p:sp>
        <p:nvSpPr>
          <p:cNvPr id="33" name="직사각형 32">
            <a:extLst>
              <a:ext uri="{FF2B5EF4-FFF2-40B4-BE49-F238E27FC236}">
                <a16:creationId xmlns:a16="http://schemas.microsoft.com/office/drawing/2014/main" id="{5A68271F-E5C7-7F41-A2B3-3DBEBD4F4D74}"/>
              </a:ext>
            </a:extLst>
          </p:cNvPr>
          <p:cNvSpPr/>
          <p:nvPr/>
        </p:nvSpPr>
        <p:spPr>
          <a:xfrm>
            <a:off x="1016726" y="5263742"/>
            <a:ext cx="1517465" cy="26154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4" name="직사각형 33">
            <a:extLst>
              <a:ext uri="{FF2B5EF4-FFF2-40B4-BE49-F238E27FC236}">
                <a16:creationId xmlns:a16="http://schemas.microsoft.com/office/drawing/2014/main" id="{E298297D-55B5-D84A-951F-D07BBE0EB23C}"/>
              </a:ext>
            </a:extLst>
          </p:cNvPr>
          <p:cNvSpPr/>
          <p:nvPr/>
        </p:nvSpPr>
        <p:spPr>
          <a:xfrm>
            <a:off x="1572805" y="7736132"/>
            <a:ext cx="830153" cy="29145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5" name="직사각형 34">
            <a:extLst>
              <a:ext uri="{FF2B5EF4-FFF2-40B4-BE49-F238E27FC236}">
                <a16:creationId xmlns:a16="http://schemas.microsoft.com/office/drawing/2014/main" id="{9C28946E-5447-C54A-AE7F-94376423955A}"/>
              </a:ext>
            </a:extLst>
          </p:cNvPr>
          <p:cNvSpPr/>
          <p:nvPr/>
        </p:nvSpPr>
        <p:spPr>
          <a:xfrm>
            <a:off x="437854" y="8345620"/>
            <a:ext cx="412751" cy="344219"/>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47898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D46A3C3-A77F-40FA-A316-E72C24E5F013}"/>
              </a:ext>
            </a:extLst>
          </p:cNvPr>
          <p:cNvSpPr txBox="1"/>
          <p:nvPr/>
        </p:nvSpPr>
        <p:spPr>
          <a:xfrm>
            <a:off x="3189777" y="716774"/>
            <a:ext cx="3629305"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1</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 - [Stop Recording]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39</a:t>
            </a:fld>
            <a:endParaRPr lang="ko-KR" altLang="en-US"/>
          </a:p>
        </p:txBody>
      </p:sp>
      <p:sp>
        <p:nvSpPr>
          <p:cNvPr id="12" name="TextBox 11">
            <a:extLst>
              <a:ext uri="{FF2B5EF4-FFF2-40B4-BE49-F238E27FC236}">
                <a16:creationId xmlns:a16="http://schemas.microsoft.com/office/drawing/2014/main" id="{3C5137F8-90F9-4C34-8216-1562A47E3DE4}"/>
              </a:ext>
            </a:extLst>
          </p:cNvPr>
          <p:cNvSpPr txBox="1"/>
          <p:nvPr/>
        </p:nvSpPr>
        <p:spPr>
          <a:xfrm>
            <a:off x="321118" y="7373857"/>
            <a:ext cx="6386786" cy="578300"/>
          </a:xfrm>
          <a:prstGeom prst="rect">
            <a:avLst/>
          </a:prstGeom>
          <a:noFill/>
        </p:spPr>
        <p:txBody>
          <a:bodyPr wrap="square" rtlCol="0">
            <a:spAutoFit/>
          </a:bodyPr>
          <a:lstStyle/>
          <a:p>
            <a:pPr lvl="0">
              <a:lnSpc>
                <a:spcPct val="140000"/>
              </a:lnSpc>
              <a:defRPr/>
            </a:pPr>
            <a:r>
              <a:rPr lang="en-US" altLang="ko-KR" sz="1200" dirty="0">
                <a:solidFill>
                  <a:srgbClr val="FF0000"/>
                </a:solidFill>
                <a:latin typeface="나눔바른고딕" panose="020B0603020101020101" pitchFamily="50" charset="-127"/>
                <a:ea typeface="나눔바른고딕" panose="020B0603020101020101" pitchFamily="50" charset="-127"/>
              </a:rPr>
              <a:t>※ Only </a:t>
            </a:r>
            <a:r>
              <a:rPr kumimoji="0" lang="en-US" altLang="ko-KR" sz="1200" i="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rPr>
              <a:t>YouTube Video, Audio, Screen Sharing are recorded. Chat records are not recorded.</a:t>
            </a:r>
          </a:p>
        </p:txBody>
      </p:sp>
      <p:sp>
        <p:nvSpPr>
          <p:cNvPr id="18" name="TextBox 17">
            <a:extLst>
              <a:ext uri="{FF2B5EF4-FFF2-40B4-BE49-F238E27FC236}">
                <a16:creationId xmlns:a16="http://schemas.microsoft.com/office/drawing/2014/main" id="{39F4178D-A635-45E8-8315-8342563F907B}"/>
              </a:ext>
            </a:extLst>
          </p:cNvPr>
          <p:cNvSpPr txBox="1"/>
          <p:nvPr/>
        </p:nvSpPr>
        <p:spPr>
          <a:xfrm>
            <a:off x="209003" y="245698"/>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End Recording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9" name="TextBox 18">
            <a:extLst>
              <a:ext uri="{FF2B5EF4-FFF2-40B4-BE49-F238E27FC236}">
                <a16:creationId xmlns:a16="http://schemas.microsoft.com/office/drawing/2014/main" id="{B4E6CE65-788D-4539-A21B-B129077B7DF9}"/>
              </a:ext>
            </a:extLst>
          </p:cNvPr>
          <p:cNvSpPr txBox="1"/>
          <p:nvPr/>
        </p:nvSpPr>
        <p:spPr>
          <a:xfrm>
            <a:off x="3264205" y="2905766"/>
            <a:ext cx="3529969" cy="332399"/>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a:t>
            </a: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lang="en-US" altLang="ko-KR" sz="1200" b="1" dirty="0">
                <a:solidFill>
                  <a:prstClr val="black"/>
                </a:solidFill>
                <a:latin typeface="나눔바른고딕" panose="020B0603020101020101" pitchFamily="50" charset="-127"/>
                <a:ea typeface="나눔바른고딕" panose="020B0603020101020101" pitchFamily="50" charset="-127"/>
              </a:rPr>
              <a:t>[Confirm</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4" name="TextBox 23">
            <a:extLst>
              <a:ext uri="{FF2B5EF4-FFF2-40B4-BE49-F238E27FC236}">
                <a16:creationId xmlns:a16="http://schemas.microsoft.com/office/drawing/2014/main" id="{33FCA8C6-BC55-4392-B4F4-3FAFE41D4765}"/>
              </a:ext>
            </a:extLst>
          </p:cNvPr>
          <p:cNvSpPr txBox="1"/>
          <p:nvPr/>
        </p:nvSpPr>
        <p:spPr>
          <a:xfrm>
            <a:off x="3289113" y="4346255"/>
            <a:ext cx="3529969" cy="578300"/>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a:t>
            </a:r>
            <a:r>
              <a:rPr lang="en-US" altLang="ko-KR" sz="1200" dirty="0">
                <a:solidFill>
                  <a:prstClr val="black"/>
                </a:solidFill>
                <a:latin typeface="나눔바른고딕" panose="020B0603020101020101" pitchFamily="50" charset="-127"/>
                <a:ea typeface="나눔바른고딕" panose="020B0603020101020101" pitchFamily="50" charset="-127"/>
              </a:rPr>
              <a:t>Participants are notified that recording is stopped. REC icon is no longer displayed.</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6" name="TextBox 25">
            <a:extLst>
              <a:ext uri="{FF2B5EF4-FFF2-40B4-BE49-F238E27FC236}">
                <a16:creationId xmlns:a16="http://schemas.microsoft.com/office/drawing/2014/main" id="{D48C6BF0-3E6D-44BC-8804-5ED49AC66E8E}"/>
              </a:ext>
            </a:extLst>
          </p:cNvPr>
          <p:cNvSpPr txBox="1"/>
          <p:nvPr/>
        </p:nvSpPr>
        <p:spPr>
          <a:xfrm>
            <a:off x="3289113" y="5276708"/>
            <a:ext cx="3505061"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4. </a:t>
            </a:r>
            <a:r>
              <a:rPr lang="en-US" altLang="ko-KR" sz="1200" dirty="0">
                <a:solidFill>
                  <a:prstClr val="black"/>
                </a:solidFill>
                <a:latin typeface="나눔바른고딕" panose="020B0603020101020101" pitchFamily="50" charset="-127"/>
                <a:ea typeface="나눔바른고딕" panose="020B0603020101020101" pitchFamily="50" charset="-127"/>
              </a:rPr>
              <a:t>Host receives download URL via mail.</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(Recording is automatically stopped when meeting is closed.)</a:t>
            </a:r>
          </a:p>
        </p:txBody>
      </p:sp>
      <p:pic>
        <p:nvPicPr>
          <p:cNvPr id="15" name="Picture 14">
            <a:extLst>
              <a:ext uri="{FF2B5EF4-FFF2-40B4-BE49-F238E27FC236}">
                <a16:creationId xmlns:a16="http://schemas.microsoft.com/office/drawing/2014/main" id="{63489E51-7C9D-024C-9777-7C96E0A3FE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869" y="5266674"/>
            <a:ext cx="2831908" cy="1900870"/>
          </a:xfrm>
          <a:prstGeom prst="rect">
            <a:avLst/>
          </a:prstGeom>
          <a:effectLst>
            <a:outerShdw blurRad="50800" dist="38100" dir="2700000" algn="tl" rotWithShape="0">
              <a:prstClr val="black">
                <a:alpha val="40000"/>
              </a:prstClr>
            </a:outerShdw>
          </a:effectLst>
        </p:spPr>
      </p:pic>
      <p:pic>
        <p:nvPicPr>
          <p:cNvPr id="20" name="Picture 19">
            <a:extLst>
              <a:ext uri="{FF2B5EF4-FFF2-40B4-BE49-F238E27FC236}">
                <a16:creationId xmlns:a16="http://schemas.microsoft.com/office/drawing/2014/main" id="{F855B23C-D7C5-D64C-A680-A6DAE959EAE8}"/>
              </a:ext>
            </a:extLst>
          </p:cNvPr>
          <p:cNvPicPr>
            <a:picLocks noChangeAspect="1"/>
          </p:cNvPicPr>
          <p:nvPr/>
        </p:nvPicPr>
        <p:blipFill rotWithShape="1">
          <a:blip r:embed="rId3">
            <a:extLst>
              <a:ext uri="{28A0092B-C50C-407E-A947-70E740481C1C}">
                <a14:useLocalDpi xmlns:a14="http://schemas.microsoft.com/office/drawing/2010/main" val="0"/>
              </a:ext>
            </a:extLst>
          </a:blip>
          <a:srcRect l="1590" t="12412" r="4472" b="9808"/>
          <a:stretch/>
        </p:blipFill>
        <p:spPr>
          <a:xfrm>
            <a:off x="321118" y="4355668"/>
            <a:ext cx="2841771" cy="556265"/>
          </a:xfrm>
          <a:prstGeom prst="rect">
            <a:avLst/>
          </a:prstGeom>
          <a:effectLst>
            <a:outerShdw blurRad="50800" dist="38100" dir="2700000" algn="tl" rotWithShape="0">
              <a:prstClr val="black">
                <a:alpha val="40000"/>
              </a:prstClr>
            </a:outerShdw>
          </a:effectLst>
        </p:spPr>
      </p:pic>
      <p:pic>
        <p:nvPicPr>
          <p:cNvPr id="4" name="그림 3">
            <a:extLst>
              <a:ext uri="{FF2B5EF4-FFF2-40B4-BE49-F238E27FC236}">
                <a16:creationId xmlns:a16="http://schemas.microsoft.com/office/drawing/2014/main" id="{78AB1D94-464A-DF42-A67F-7F85C1A7C3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7869" y="716774"/>
            <a:ext cx="2783711" cy="1882667"/>
          </a:xfrm>
          <a:prstGeom prst="rect">
            <a:avLst/>
          </a:prstGeom>
        </p:spPr>
      </p:pic>
      <p:pic>
        <p:nvPicPr>
          <p:cNvPr id="7" name="그림 6">
            <a:extLst>
              <a:ext uri="{FF2B5EF4-FFF2-40B4-BE49-F238E27FC236}">
                <a16:creationId xmlns:a16="http://schemas.microsoft.com/office/drawing/2014/main" id="{99B059CD-5EC6-B84B-A236-DD8C8C58AF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6561" y="2894749"/>
            <a:ext cx="2805019" cy="1169395"/>
          </a:xfrm>
          <a:prstGeom prst="rect">
            <a:avLst/>
          </a:prstGeom>
        </p:spPr>
      </p:pic>
      <p:sp>
        <p:nvSpPr>
          <p:cNvPr id="17" name="직사각형 16">
            <a:extLst>
              <a:ext uri="{FF2B5EF4-FFF2-40B4-BE49-F238E27FC236}">
                <a16:creationId xmlns:a16="http://schemas.microsoft.com/office/drawing/2014/main" id="{01109C63-4788-8A47-82FB-501070833E9E}"/>
              </a:ext>
            </a:extLst>
          </p:cNvPr>
          <p:cNvSpPr/>
          <p:nvPr/>
        </p:nvSpPr>
        <p:spPr>
          <a:xfrm>
            <a:off x="1015090" y="1036542"/>
            <a:ext cx="1643050" cy="26154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1" name="직사각형 20">
            <a:extLst>
              <a:ext uri="{FF2B5EF4-FFF2-40B4-BE49-F238E27FC236}">
                <a16:creationId xmlns:a16="http://schemas.microsoft.com/office/drawing/2014/main" id="{E77FC3D7-BA70-2848-A458-382DF4479C85}"/>
              </a:ext>
            </a:extLst>
          </p:cNvPr>
          <p:cNvSpPr/>
          <p:nvPr/>
        </p:nvSpPr>
        <p:spPr>
          <a:xfrm>
            <a:off x="1911535" y="3731708"/>
            <a:ext cx="746605" cy="26154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85836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46221"/>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LIVE Streaming</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947531"/>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LIVE Streaming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40</a:t>
            </a:fld>
            <a:endParaRPr lang="ko-KR" altLang="en-US"/>
          </a:p>
        </p:txBody>
      </p:sp>
      <p:sp>
        <p:nvSpPr>
          <p:cNvPr id="23" name="TextBox 22">
            <a:extLst>
              <a:ext uri="{FF2B5EF4-FFF2-40B4-BE49-F238E27FC236}">
                <a16:creationId xmlns:a16="http://schemas.microsoft.com/office/drawing/2014/main" id="{E970CDF6-D924-402B-92F7-491F109E0E5C}"/>
              </a:ext>
            </a:extLst>
          </p:cNvPr>
          <p:cNvSpPr txBox="1"/>
          <p:nvPr/>
        </p:nvSpPr>
        <p:spPr>
          <a:xfrm>
            <a:off x="209004" y="3360654"/>
            <a:ext cx="2873830" cy="1870961"/>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err="1">
                <a:solidFill>
                  <a:prstClr val="black"/>
                </a:solidFill>
                <a:latin typeface="나눔바른고딕" panose="020B0603020101020101" pitchFamily="50" charset="-127"/>
                <a:ea typeface="나눔바른고딕" panose="020B0603020101020101" pitchFamily="50" charset="-127"/>
              </a:rPr>
              <a:t>Vmeeting</a:t>
            </a:r>
            <a:r>
              <a:rPr lang="en-US" altLang="ko-KR" sz="1200" dirty="0">
                <a:solidFill>
                  <a:prstClr val="black"/>
                </a:solidFill>
                <a:latin typeface="나눔바른고딕" panose="020B0603020101020101" pitchFamily="50" charset="-127"/>
                <a:ea typeface="나눔바른고딕" panose="020B0603020101020101" pitchFamily="50" charset="-127"/>
              </a:rPr>
              <a:t> offers live steaming on various platforms including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YouTube,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NaverTV</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AfricaTV</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and Twitch via RTMP.</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a:t>
            </a:r>
            <a:r>
              <a:rPr lang="en-US" altLang="ko-KR" sz="1200" b="1" dirty="0">
                <a:solidFill>
                  <a:prstClr val="black"/>
                </a:solidFill>
                <a:latin typeface="나눔바른고딕" panose="020B0603020101020101" pitchFamily="50" charset="-127"/>
                <a:ea typeface="나눔바른고딕" panose="020B0603020101020101" pitchFamily="50" charset="-127"/>
              </a:rPr>
              <a:t>[Start live stream] </a:t>
            </a:r>
            <a:r>
              <a:rPr lang="en-US" altLang="ko-KR" sz="1200" dirty="0">
                <a:solidFill>
                  <a:prstClr val="black"/>
                </a:solidFill>
                <a:latin typeface="나눔바른고딕" panose="020B0603020101020101" pitchFamily="50" charset="-127"/>
                <a:ea typeface="나눔바른고딕" panose="020B0603020101020101" pitchFamily="50" charset="-127"/>
              </a:rPr>
              <a:t>to start streaming.</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4" name="TextBox 13">
            <a:extLst>
              <a:ext uri="{FF2B5EF4-FFF2-40B4-BE49-F238E27FC236}">
                <a16:creationId xmlns:a16="http://schemas.microsoft.com/office/drawing/2014/main" id="{9BF9FAFA-A484-CD49-9026-4C8F48DBC41F}"/>
              </a:ext>
            </a:extLst>
          </p:cNvPr>
          <p:cNvSpPr txBox="1"/>
          <p:nvPr/>
        </p:nvSpPr>
        <p:spPr>
          <a:xfrm>
            <a:off x="229671" y="6158873"/>
            <a:ext cx="2994430"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YouTube Streaming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5" name="TextBox 14">
            <a:extLst>
              <a:ext uri="{FF2B5EF4-FFF2-40B4-BE49-F238E27FC236}">
                <a16:creationId xmlns:a16="http://schemas.microsoft.com/office/drawing/2014/main" id="{26D21969-89F6-E942-8CF2-DDC0E2CC9551}"/>
              </a:ext>
            </a:extLst>
          </p:cNvPr>
          <p:cNvSpPr txBox="1"/>
          <p:nvPr/>
        </p:nvSpPr>
        <p:spPr>
          <a:xfrm>
            <a:off x="216788" y="6497427"/>
            <a:ext cx="6273758"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Meetings can be streamed live on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Youtube</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p>
        </p:txBody>
      </p:sp>
      <p:grpSp>
        <p:nvGrpSpPr>
          <p:cNvPr id="19" name="Group 18">
            <a:extLst>
              <a:ext uri="{FF2B5EF4-FFF2-40B4-BE49-F238E27FC236}">
                <a16:creationId xmlns:a16="http://schemas.microsoft.com/office/drawing/2014/main" id="{F21AB091-70EC-1146-B2AD-4136E2F8F36D}"/>
              </a:ext>
            </a:extLst>
          </p:cNvPr>
          <p:cNvGrpSpPr/>
          <p:nvPr/>
        </p:nvGrpSpPr>
        <p:grpSpPr>
          <a:xfrm>
            <a:off x="1279185" y="107537"/>
            <a:ext cx="5561768" cy="281649"/>
            <a:chOff x="1279185" y="107537"/>
            <a:chExt cx="5561768" cy="281649"/>
          </a:xfrm>
        </p:grpSpPr>
        <p:sp>
          <p:nvSpPr>
            <p:cNvPr id="20" name="Rectangle 19">
              <a:extLst>
                <a:ext uri="{FF2B5EF4-FFF2-40B4-BE49-F238E27FC236}">
                  <a16:creationId xmlns:a16="http://schemas.microsoft.com/office/drawing/2014/main" id="{D9003638-7869-6F43-B42A-9776B0A399A1}"/>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1" name="Rectangle 20">
              <a:extLst>
                <a:ext uri="{FF2B5EF4-FFF2-40B4-BE49-F238E27FC236}">
                  <a16:creationId xmlns:a16="http://schemas.microsoft.com/office/drawing/2014/main" id="{EB0449EF-973F-6F4D-B94C-CEB8C1CB0CC5}"/>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2" name="Rectangle 21">
              <a:extLst>
                <a:ext uri="{FF2B5EF4-FFF2-40B4-BE49-F238E27FC236}">
                  <a16:creationId xmlns:a16="http://schemas.microsoft.com/office/drawing/2014/main" id="{03AEF8F4-08D0-474D-AD27-51C1A883917A}"/>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4" name="Rectangle 23">
              <a:extLst>
                <a:ext uri="{FF2B5EF4-FFF2-40B4-BE49-F238E27FC236}">
                  <a16:creationId xmlns:a16="http://schemas.microsoft.com/office/drawing/2014/main" id="{CC22F799-7429-5344-8C8A-185FF91EFE08}"/>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4" name="그림 3">
            <a:extLst>
              <a:ext uri="{FF2B5EF4-FFF2-40B4-BE49-F238E27FC236}">
                <a16:creationId xmlns:a16="http://schemas.microsoft.com/office/drawing/2014/main" id="{9D00458D-BB60-1044-B3E2-BFE4AEAFC2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4165" y="3360654"/>
            <a:ext cx="3162348" cy="2157644"/>
          </a:xfrm>
          <a:prstGeom prst="rect">
            <a:avLst/>
          </a:prstGeom>
        </p:spPr>
      </p:pic>
      <p:sp>
        <p:nvSpPr>
          <p:cNvPr id="25" name="직사각형 24">
            <a:extLst>
              <a:ext uri="{FF2B5EF4-FFF2-40B4-BE49-F238E27FC236}">
                <a16:creationId xmlns:a16="http://schemas.microsoft.com/office/drawing/2014/main" id="{D716F3AE-17CA-4A49-B1FA-F7FC69ACCA20}"/>
              </a:ext>
            </a:extLst>
          </p:cNvPr>
          <p:cNvSpPr/>
          <p:nvPr/>
        </p:nvSpPr>
        <p:spPr>
          <a:xfrm>
            <a:off x="3997842" y="4075626"/>
            <a:ext cx="1850065" cy="33688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1162921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41</a:t>
            </a:fld>
            <a:endParaRPr lang="ko-KR" altLang="en-US"/>
          </a:p>
        </p:txBody>
      </p:sp>
      <p:sp>
        <p:nvSpPr>
          <p:cNvPr id="27" name="TextBox 26">
            <a:extLst>
              <a:ext uri="{FF2B5EF4-FFF2-40B4-BE49-F238E27FC236}">
                <a16:creationId xmlns:a16="http://schemas.microsoft.com/office/drawing/2014/main" id="{C4F3DB17-B076-49BF-8970-086944955D91}"/>
              </a:ext>
            </a:extLst>
          </p:cNvPr>
          <p:cNvSpPr txBox="1"/>
          <p:nvPr/>
        </p:nvSpPr>
        <p:spPr>
          <a:xfrm>
            <a:off x="197210" y="3164265"/>
            <a:ext cx="6660788" cy="212949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Enter</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YouTube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hlinkClick r:id="rId2"/>
              </a:rPr>
              <a:t>https://www.youtube.com</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from separate tab</a:t>
            </a:r>
            <a:endPar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Click</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[Create (Camera</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icon)]</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[Go live]</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User must create a YouTube Creator Studio Account and finish user verification before streaming. If this is your first streaming</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on YouTube, all streaming activities are limited for the first 24 hours.</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4. Select [Stream] on the left panel to start streaming. </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5. Edit necessary information including Title, Privacy, Category, etc.</a:t>
            </a:r>
          </a:p>
        </p:txBody>
      </p:sp>
      <p:pic>
        <p:nvPicPr>
          <p:cNvPr id="13" name="Picture 12">
            <a:extLst>
              <a:ext uri="{FF2B5EF4-FFF2-40B4-BE49-F238E27FC236}">
                <a16:creationId xmlns:a16="http://schemas.microsoft.com/office/drawing/2014/main" id="{8D76992D-B74E-1B46-9700-8DDE5B0D6616}"/>
              </a:ext>
            </a:extLst>
          </p:cNvPr>
          <p:cNvPicPr>
            <a:picLocks noChangeAspect="1"/>
          </p:cNvPicPr>
          <p:nvPr/>
        </p:nvPicPr>
        <p:blipFill>
          <a:blip r:embed="rId3"/>
          <a:stretch>
            <a:fillRect/>
          </a:stretch>
        </p:blipFill>
        <p:spPr>
          <a:xfrm>
            <a:off x="5180630" y="4487267"/>
            <a:ext cx="1520705" cy="763534"/>
          </a:xfrm>
          <a:prstGeom prst="rect">
            <a:avLst/>
          </a:prstGeom>
        </p:spPr>
      </p:pic>
      <p:grpSp>
        <p:nvGrpSpPr>
          <p:cNvPr id="22" name="Group 21">
            <a:extLst>
              <a:ext uri="{FF2B5EF4-FFF2-40B4-BE49-F238E27FC236}">
                <a16:creationId xmlns:a16="http://schemas.microsoft.com/office/drawing/2014/main" id="{C4F35E62-59C6-6C4F-A4FF-B696345C924F}"/>
              </a:ext>
            </a:extLst>
          </p:cNvPr>
          <p:cNvGrpSpPr/>
          <p:nvPr/>
        </p:nvGrpSpPr>
        <p:grpSpPr>
          <a:xfrm>
            <a:off x="348916" y="50763"/>
            <a:ext cx="6263746" cy="3075462"/>
            <a:chOff x="348916" y="50763"/>
            <a:chExt cx="6263746" cy="3075462"/>
          </a:xfrm>
        </p:grpSpPr>
        <p:pic>
          <p:nvPicPr>
            <p:cNvPr id="6" name="Picture 5">
              <a:extLst>
                <a:ext uri="{FF2B5EF4-FFF2-40B4-BE49-F238E27FC236}">
                  <a16:creationId xmlns:a16="http://schemas.microsoft.com/office/drawing/2014/main" id="{2B67EA02-C580-D641-9069-A7777B4A5960}"/>
                </a:ext>
              </a:extLst>
            </p:cNvPr>
            <p:cNvPicPr>
              <a:picLocks noChangeAspect="1"/>
            </p:cNvPicPr>
            <p:nvPr/>
          </p:nvPicPr>
          <p:blipFill>
            <a:blip r:embed="rId4"/>
            <a:stretch>
              <a:fillRect/>
            </a:stretch>
          </p:blipFill>
          <p:spPr>
            <a:xfrm>
              <a:off x="348916" y="1138734"/>
              <a:ext cx="2801477" cy="1987491"/>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CDE858B9-651C-8847-8E7A-76535D718A3F}"/>
                </a:ext>
              </a:extLst>
            </p:cNvPr>
            <p:cNvPicPr>
              <a:picLocks noChangeAspect="1"/>
            </p:cNvPicPr>
            <p:nvPr/>
          </p:nvPicPr>
          <p:blipFill rotWithShape="1">
            <a:blip r:embed="rId5"/>
            <a:srcRect b="10276"/>
            <a:stretch/>
          </p:blipFill>
          <p:spPr>
            <a:xfrm>
              <a:off x="3852176" y="1138733"/>
              <a:ext cx="2656908" cy="1987491"/>
            </a:xfrm>
            <a:prstGeom prst="rect">
              <a:avLst/>
            </a:prstGeom>
            <a:effectLst>
              <a:outerShdw blurRad="50800" dist="38100" dir="2700000" algn="tl" rotWithShape="0">
                <a:prstClr val="black">
                  <a:alpha val="40000"/>
                </a:prstClr>
              </a:outerShdw>
            </a:effectLst>
          </p:spPr>
        </p:pic>
        <p:grpSp>
          <p:nvGrpSpPr>
            <p:cNvPr id="12" name="Group 11">
              <a:extLst>
                <a:ext uri="{FF2B5EF4-FFF2-40B4-BE49-F238E27FC236}">
                  <a16:creationId xmlns:a16="http://schemas.microsoft.com/office/drawing/2014/main" id="{DFC740DF-957A-CA4C-80AC-F916F948DBCA}"/>
                </a:ext>
              </a:extLst>
            </p:cNvPr>
            <p:cNvGrpSpPr/>
            <p:nvPr/>
          </p:nvGrpSpPr>
          <p:grpSpPr>
            <a:xfrm>
              <a:off x="2589325" y="50763"/>
              <a:ext cx="1666466" cy="1036802"/>
              <a:chOff x="551867" y="364544"/>
              <a:chExt cx="2578100" cy="1765300"/>
            </a:xfrm>
            <a:effectLst>
              <a:outerShdw blurRad="50800" dist="38100" dir="2700000" algn="tl" rotWithShape="0">
                <a:prstClr val="black">
                  <a:alpha val="40000"/>
                </a:prstClr>
              </a:outerShdw>
            </a:effectLst>
          </p:grpSpPr>
          <p:pic>
            <p:nvPicPr>
              <p:cNvPr id="10" name="Picture 9">
                <a:extLst>
                  <a:ext uri="{FF2B5EF4-FFF2-40B4-BE49-F238E27FC236}">
                    <a16:creationId xmlns:a16="http://schemas.microsoft.com/office/drawing/2014/main" id="{FFC35BDB-79AE-AA49-8FD9-FD55617D50C5}"/>
                  </a:ext>
                </a:extLst>
              </p:cNvPr>
              <p:cNvPicPr>
                <a:picLocks noChangeAspect="1"/>
              </p:cNvPicPr>
              <p:nvPr/>
            </p:nvPicPr>
            <p:blipFill>
              <a:blip r:embed="rId6"/>
              <a:stretch>
                <a:fillRect/>
              </a:stretch>
            </p:blipFill>
            <p:spPr>
              <a:xfrm>
                <a:off x="551867" y="364544"/>
                <a:ext cx="2578100" cy="1765300"/>
              </a:xfrm>
              <a:prstGeom prst="rect">
                <a:avLst/>
              </a:prstGeom>
            </p:spPr>
          </p:pic>
          <p:sp>
            <p:nvSpPr>
              <p:cNvPr id="11" name="Smiley Face 10">
                <a:extLst>
                  <a:ext uri="{FF2B5EF4-FFF2-40B4-BE49-F238E27FC236}">
                    <a16:creationId xmlns:a16="http://schemas.microsoft.com/office/drawing/2014/main" id="{D2CCF57C-B29C-C646-A738-09F8C784DFDB}"/>
                  </a:ext>
                </a:extLst>
              </p:cNvPr>
              <p:cNvSpPr/>
              <p:nvPr/>
            </p:nvSpPr>
            <p:spPr>
              <a:xfrm>
                <a:off x="2571750" y="443272"/>
                <a:ext cx="406511" cy="407628"/>
              </a:xfrm>
              <a:prstGeom prst="smileyFac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KR" b="1">
                  <a:ln w="22225">
                    <a:solidFill>
                      <a:schemeClr val="accent2"/>
                    </a:solidFill>
                    <a:prstDash val="solid"/>
                  </a:ln>
                  <a:solidFill>
                    <a:schemeClr val="accent2">
                      <a:lumMod val="40000"/>
                      <a:lumOff val="60000"/>
                    </a:schemeClr>
                  </a:solidFill>
                </a:endParaRPr>
              </a:p>
            </p:txBody>
          </p:sp>
        </p:grpSp>
        <p:sp>
          <p:nvSpPr>
            <p:cNvPr id="23" name="타원 18">
              <a:extLst>
                <a:ext uri="{FF2B5EF4-FFF2-40B4-BE49-F238E27FC236}">
                  <a16:creationId xmlns:a16="http://schemas.microsoft.com/office/drawing/2014/main" id="{E484B8A3-5AB1-B14E-9298-6FE312632632}"/>
                </a:ext>
              </a:extLst>
            </p:cNvPr>
            <p:cNvSpPr/>
            <p:nvPr/>
          </p:nvSpPr>
          <p:spPr>
            <a:xfrm>
              <a:off x="6250083" y="232838"/>
              <a:ext cx="362579" cy="356570"/>
            </a:xfrm>
            <a:prstGeom prst="ellipse">
              <a:avLst/>
            </a:prstGeom>
            <a:solidFill>
              <a:srgbClr val="4E8B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latin typeface="나눔고딕 ExtraBold" panose="020D0904000000000000" pitchFamily="50" charset="-127"/>
                  <a:ea typeface="나눔고딕 ExtraBold" panose="020D0904000000000000" pitchFamily="50" charset="-127"/>
                </a:rPr>
                <a:t>1</a:t>
              </a:r>
              <a:endParaRPr lang="ko-KR" altLang="en-US" sz="1600" dirty="0">
                <a:latin typeface="나눔고딕 ExtraBold" panose="020D0904000000000000" pitchFamily="50" charset="-127"/>
                <a:ea typeface="나눔고딕 ExtraBold" panose="020D0904000000000000" pitchFamily="50" charset="-127"/>
              </a:endParaRPr>
            </a:p>
          </p:txBody>
        </p:sp>
        <p:sp>
          <p:nvSpPr>
            <p:cNvPr id="20" name="Rounded Rectangle 19">
              <a:extLst>
                <a:ext uri="{FF2B5EF4-FFF2-40B4-BE49-F238E27FC236}">
                  <a16:creationId xmlns:a16="http://schemas.microsoft.com/office/drawing/2014/main" id="{73E3277D-2C58-F349-9866-0309D41E954B}"/>
                </a:ext>
              </a:extLst>
            </p:cNvPr>
            <p:cNvSpPr/>
            <p:nvPr/>
          </p:nvSpPr>
          <p:spPr>
            <a:xfrm>
              <a:off x="2616222" y="74483"/>
              <a:ext cx="265363" cy="28962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8" name="Rounded Rectangle 27">
              <a:extLst>
                <a:ext uri="{FF2B5EF4-FFF2-40B4-BE49-F238E27FC236}">
                  <a16:creationId xmlns:a16="http://schemas.microsoft.com/office/drawing/2014/main" id="{0B8893FB-32E3-E743-BD6C-ACFEA0D5E5C3}"/>
                </a:ext>
              </a:extLst>
            </p:cNvPr>
            <p:cNvSpPr/>
            <p:nvPr/>
          </p:nvSpPr>
          <p:spPr>
            <a:xfrm>
              <a:off x="2616222" y="744122"/>
              <a:ext cx="1302390" cy="25039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3" name="Rounded Rectangle 32">
              <a:extLst>
                <a:ext uri="{FF2B5EF4-FFF2-40B4-BE49-F238E27FC236}">
                  <a16:creationId xmlns:a16="http://schemas.microsoft.com/office/drawing/2014/main" id="{3D68DB21-4D47-CC4E-98EB-E8D79C2D229E}"/>
                </a:ext>
              </a:extLst>
            </p:cNvPr>
            <p:cNvSpPr/>
            <p:nvPr/>
          </p:nvSpPr>
          <p:spPr>
            <a:xfrm>
              <a:off x="2397238" y="2187146"/>
              <a:ext cx="440697" cy="19572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4" name="Rounded Rectangle 33">
              <a:extLst>
                <a:ext uri="{FF2B5EF4-FFF2-40B4-BE49-F238E27FC236}">
                  <a16:creationId xmlns:a16="http://schemas.microsoft.com/office/drawing/2014/main" id="{B34A3AEC-0F67-FC4D-8A22-7363C56E61E8}"/>
                </a:ext>
              </a:extLst>
            </p:cNvPr>
            <p:cNvSpPr/>
            <p:nvPr/>
          </p:nvSpPr>
          <p:spPr>
            <a:xfrm>
              <a:off x="5808711" y="2132478"/>
              <a:ext cx="389400" cy="19572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grpSp>
      <p:grpSp>
        <p:nvGrpSpPr>
          <p:cNvPr id="21" name="Group 20">
            <a:extLst>
              <a:ext uri="{FF2B5EF4-FFF2-40B4-BE49-F238E27FC236}">
                <a16:creationId xmlns:a16="http://schemas.microsoft.com/office/drawing/2014/main" id="{1590006C-5CDB-5348-9027-C3945EC36A14}"/>
              </a:ext>
            </a:extLst>
          </p:cNvPr>
          <p:cNvGrpSpPr/>
          <p:nvPr/>
        </p:nvGrpSpPr>
        <p:grpSpPr>
          <a:xfrm>
            <a:off x="369326" y="5293759"/>
            <a:ext cx="6198476" cy="4379403"/>
            <a:chOff x="369326" y="5293759"/>
            <a:chExt cx="6198476" cy="4379403"/>
          </a:xfrm>
        </p:grpSpPr>
        <p:pic>
          <p:nvPicPr>
            <p:cNvPr id="18" name="Picture 17">
              <a:extLst>
                <a:ext uri="{FF2B5EF4-FFF2-40B4-BE49-F238E27FC236}">
                  <a16:creationId xmlns:a16="http://schemas.microsoft.com/office/drawing/2014/main" id="{76194A8D-A131-3042-87C4-3A9F431A13E2}"/>
                </a:ext>
              </a:extLst>
            </p:cNvPr>
            <p:cNvPicPr>
              <a:picLocks noChangeAspect="1"/>
            </p:cNvPicPr>
            <p:nvPr/>
          </p:nvPicPr>
          <p:blipFill>
            <a:blip r:embed="rId7"/>
            <a:stretch>
              <a:fillRect/>
            </a:stretch>
          </p:blipFill>
          <p:spPr>
            <a:xfrm>
              <a:off x="369326" y="5345781"/>
              <a:ext cx="6106463" cy="4327381"/>
            </a:xfrm>
            <a:prstGeom prst="rect">
              <a:avLst/>
            </a:prstGeom>
          </p:spPr>
        </p:pic>
        <p:sp>
          <p:nvSpPr>
            <p:cNvPr id="24" name="타원 18">
              <a:extLst>
                <a:ext uri="{FF2B5EF4-FFF2-40B4-BE49-F238E27FC236}">
                  <a16:creationId xmlns:a16="http://schemas.microsoft.com/office/drawing/2014/main" id="{98275D32-A756-F644-92DD-8C1C1C7DC3AF}"/>
                </a:ext>
              </a:extLst>
            </p:cNvPr>
            <p:cNvSpPr/>
            <p:nvPr/>
          </p:nvSpPr>
          <p:spPr>
            <a:xfrm>
              <a:off x="6205223" y="5293759"/>
              <a:ext cx="362579" cy="356570"/>
            </a:xfrm>
            <a:prstGeom prst="ellipse">
              <a:avLst/>
            </a:prstGeom>
            <a:solidFill>
              <a:srgbClr val="4E8B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latin typeface="나눔고딕 ExtraBold" panose="020D0904000000000000" pitchFamily="50" charset="-127"/>
                  <a:ea typeface="나눔고딕 ExtraBold" panose="020D0904000000000000" pitchFamily="50" charset="-127"/>
                </a:rPr>
                <a:t>2</a:t>
              </a:r>
              <a:endParaRPr lang="ko-KR" altLang="en-US" sz="1600" dirty="0">
                <a:latin typeface="나눔고딕 ExtraBold" panose="020D0904000000000000" pitchFamily="50" charset="-127"/>
                <a:ea typeface="나눔고딕 ExtraBold" panose="020D0904000000000000" pitchFamily="50" charset="-127"/>
              </a:endParaRPr>
            </a:p>
          </p:txBody>
        </p:sp>
        <p:pic>
          <p:nvPicPr>
            <p:cNvPr id="15" name="Picture 14">
              <a:extLst>
                <a:ext uri="{FF2B5EF4-FFF2-40B4-BE49-F238E27FC236}">
                  <a16:creationId xmlns:a16="http://schemas.microsoft.com/office/drawing/2014/main" id="{E5BFD8C6-7BDC-7A4D-8FA7-152407FE8001}"/>
                </a:ext>
              </a:extLst>
            </p:cNvPr>
            <p:cNvPicPr>
              <a:picLocks noChangeAspect="1"/>
            </p:cNvPicPr>
            <p:nvPr/>
          </p:nvPicPr>
          <p:blipFill>
            <a:blip r:embed="rId8"/>
            <a:stretch>
              <a:fillRect/>
            </a:stretch>
          </p:blipFill>
          <p:spPr>
            <a:xfrm>
              <a:off x="3437366" y="6276882"/>
              <a:ext cx="1989978" cy="1386501"/>
            </a:xfrm>
            <a:prstGeom prst="rect">
              <a:avLst/>
            </a:prstGeom>
            <a:ln w="19050">
              <a:solidFill>
                <a:srgbClr val="FF0000"/>
              </a:solidFill>
            </a:ln>
          </p:spPr>
        </p:pic>
        <p:sp>
          <p:nvSpPr>
            <p:cNvPr id="35" name="Rounded Rectangle 34">
              <a:extLst>
                <a:ext uri="{FF2B5EF4-FFF2-40B4-BE49-F238E27FC236}">
                  <a16:creationId xmlns:a16="http://schemas.microsoft.com/office/drawing/2014/main" id="{F2F23580-07B7-3140-B971-28B388E36688}"/>
                </a:ext>
              </a:extLst>
            </p:cNvPr>
            <p:cNvSpPr/>
            <p:nvPr/>
          </p:nvSpPr>
          <p:spPr>
            <a:xfrm>
              <a:off x="2757141" y="7710616"/>
              <a:ext cx="336167" cy="18123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6" name="Rounded Rectangle 35">
              <a:extLst>
                <a:ext uri="{FF2B5EF4-FFF2-40B4-BE49-F238E27FC236}">
                  <a16:creationId xmlns:a16="http://schemas.microsoft.com/office/drawing/2014/main" id="{5A3E98D7-42E0-DA46-8435-97C7FD603657}"/>
                </a:ext>
              </a:extLst>
            </p:cNvPr>
            <p:cNvSpPr/>
            <p:nvPr/>
          </p:nvSpPr>
          <p:spPr>
            <a:xfrm>
              <a:off x="4264270" y="7370459"/>
              <a:ext cx="703145" cy="18123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grpSp>
    </p:spTree>
    <p:extLst>
      <p:ext uri="{BB962C8B-B14F-4D97-AF65-F5344CB8AC3E}">
        <p14:creationId xmlns:p14="http://schemas.microsoft.com/office/powerpoint/2010/main" val="2461123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42</a:t>
            </a:fld>
            <a:endParaRPr lang="ko-KR" altLang="en-US"/>
          </a:p>
        </p:txBody>
      </p:sp>
      <p:sp>
        <p:nvSpPr>
          <p:cNvPr id="27" name="TextBox 26">
            <a:extLst>
              <a:ext uri="{FF2B5EF4-FFF2-40B4-BE49-F238E27FC236}">
                <a16:creationId xmlns:a16="http://schemas.microsoft.com/office/drawing/2014/main" id="{C4F3DB17-B076-49BF-8970-086944955D91}"/>
              </a:ext>
            </a:extLst>
          </p:cNvPr>
          <p:cNvSpPr txBox="1"/>
          <p:nvPr/>
        </p:nvSpPr>
        <p:spPr>
          <a:xfrm>
            <a:off x="298562" y="565424"/>
            <a:ext cx="6273758" cy="849463"/>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8. </a:t>
            </a: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(Default stream key) -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[Copy] </a:t>
            </a:r>
            <a:r>
              <a:rPr lang="en-US" altLang="ko-KR" sz="1200" dirty="0">
                <a:solidFill>
                  <a:prstClr val="black"/>
                </a:solidFill>
                <a:latin typeface="나눔바른고딕" panose="020B0603020101020101" pitchFamily="50" charset="-127"/>
                <a:ea typeface="나눔바른고딕" panose="020B0603020101020101" pitchFamily="50" charset="-127"/>
              </a:rPr>
              <a:t>to retrieve stream key</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9. Paste on ‘Start live streaming’ pop-up</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10.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[Start live stream]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to begin streaming</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8" name="TextBox 17">
            <a:extLst>
              <a:ext uri="{FF2B5EF4-FFF2-40B4-BE49-F238E27FC236}">
                <a16:creationId xmlns:a16="http://schemas.microsoft.com/office/drawing/2014/main" id="{37D7185A-E767-4316-83FA-92457E70AC82}"/>
              </a:ext>
            </a:extLst>
          </p:cNvPr>
          <p:cNvSpPr txBox="1"/>
          <p:nvPr/>
        </p:nvSpPr>
        <p:spPr>
          <a:xfrm>
            <a:off x="259923" y="6584485"/>
            <a:ext cx="3984915"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Live Streaming in other platforms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20" name="TextBox 19">
            <a:extLst>
              <a:ext uri="{FF2B5EF4-FFF2-40B4-BE49-F238E27FC236}">
                <a16:creationId xmlns:a16="http://schemas.microsoft.com/office/drawing/2014/main" id="{871FE0CF-BDB6-4244-8460-470F2F9D4639}"/>
              </a:ext>
            </a:extLst>
          </p:cNvPr>
          <p:cNvSpPr txBox="1"/>
          <p:nvPr/>
        </p:nvSpPr>
        <p:spPr>
          <a:xfrm>
            <a:off x="259924" y="6983082"/>
            <a:ext cx="6312396"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easily follow similar </a:t>
            </a:r>
            <a:r>
              <a:rPr lang="en-US" altLang="ko-KR" sz="1200" dirty="0">
                <a:solidFill>
                  <a:prstClr val="black"/>
                </a:solidFill>
                <a:latin typeface="나눔바른고딕" panose="020B0603020101020101" pitchFamily="50" charset="-127"/>
                <a:ea typeface="나눔바른고딕" panose="020B0603020101020101" pitchFamily="50" charset="-127"/>
              </a:rPr>
              <a:t>procedures to stream </a:t>
            </a:r>
            <a:r>
              <a:rPr lang="en-US" altLang="ko-KR" sz="1200" dirty="0" err="1">
                <a:solidFill>
                  <a:prstClr val="black"/>
                </a:solidFill>
                <a:latin typeface="나눔바른고딕" panose="020B0603020101020101" pitchFamily="50" charset="-127"/>
                <a:ea typeface="나눔바른고딕" panose="020B0603020101020101" pitchFamily="50" charset="-127"/>
              </a:rPr>
              <a:t>Vmeeting</a:t>
            </a:r>
            <a:r>
              <a:rPr lang="en-US" altLang="ko-KR" sz="1200" dirty="0">
                <a:solidFill>
                  <a:prstClr val="black"/>
                </a:solidFill>
                <a:latin typeface="나눔바른고딕" panose="020B0603020101020101" pitchFamily="50" charset="-127"/>
                <a:ea typeface="나눔바른고딕" panose="020B0603020101020101" pitchFamily="50" charset="-127"/>
              </a:rPr>
              <a:t> live on other platforms.</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5" name="Picture 4">
            <a:extLst>
              <a:ext uri="{FF2B5EF4-FFF2-40B4-BE49-F238E27FC236}">
                <a16:creationId xmlns:a16="http://schemas.microsoft.com/office/drawing/2014/main" id="{6FC35347-2A40-154A-9E1B-A40C3343D4EF}"/>
              </a:ext>
            </a:extLst>
          </p:cNvPr>
          <p:cNvPicPr>
            <a:picLocks noChangeAspect="1"/>
          </p:cNvPicPr>
          <p:nvPr/>
        </p:nvPicPr>
        <p:blipFill>
          <a:blip r:embed="rId2"/>
          <a:stretch>
            <a:fillRect/>
          </a:stretch>
        </p:blipFill>
        <p:spPr>
          <a:xfrm>
            <a:off x="331776" y="1474930"/>
            <a:ext cx="6225664" cy="4372788"/>
          </a:xfrm>
          <a:prstGeom prst="rect">
            <a:avLst/>
          </a:prstGeom>
        </p:spPr>
      </p:pic>
      <p:sp>
        <p:nvSpPr>
          <p:cNvPr id="19" name="타원 18">
            <a:extLst>
              <a:ext uri="{FF2B5EF4-FFF2-40B4-BE49-F238E27FC236}">
                <a16:creationId xmlns:a16="http://schemas.microsoft.com/office/drawing/2014/main" id="{63AE8E1B-6FED-4F96-BA6F-F2885FD93B75}"/>
              </a:ext>
            </a:extLst>
          </p:cNvPr>
          <p:cNvSpPr/>
          <p:nvPr/>
        </p:nvSpPr>
        <p:spPr>
          <a:xfrm>
            <a:off x="6344934" y="1296645"/>
            <a:ext cx="362579" cy="356570"/>
          </a:xfrm>
          <a:prstGeom prst="ellipse">
            <a:avLst/>
          </a:prstGeom>
          <a:solidFill>
            <a:srgbClr val="4E8B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latin typeface="나눔고딕 ExtraBold" panose="020D0904000000000000" pitchFamily="50" charset="-127"/>
                <a:ea typeface="나눔고딕 ExtraBold" panose="020D0904000000000000" pitchFamily="50" charset="-127"/>
              </a:rPr>
              <a:t>3</a:t>
            </a:r>
            <a:endParaRPr lang="ko-KR" altLang="en-US" sz="1600" dirty="0">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6E367CCA-7B3D-C64F-9B0F-A1E1C22DEF11}"/>
              </a:ext>
            </a:extLst>
          </p:cNvPr>
          <p:cNvSpPr txBox="1"/>
          <p:nvPr/>
        </p:nvSpPr>
        <p:spPr>
          <a:xfrm>
            <a:off x="298562" y="5931349"/>
            <a:ext cx="6312396" cy="326884"/>
          </a:xfrm>
          <a:prstGeom prst="rect">
            <a:avLst/>
          </a:prstGeom>
          <a:noFill/>
        </p:spPr>
        <p:txBody>
          <a:bodyPr wrap="square" rtlCol="0">
            <a:spAutoFit/>
          </a:bodyPr>
          <a:lstStyle/>
          <a:p>
            <a:pPr>
              <a:lnSpc>
                <a:spcPct val="140000"/>
              </a:lnSpc>
              <a:defRPr/>
            </a:pPr>
            <a:r>
              <a:rPr lang="ko-Kore-KR" altLang="en-US" sz="1200" dirty="0"/>
              <a:t>11. Vmeeting meeting video is live streaming on YouTube</a:t>
            </a:r>
          </a:p>
        </p:txBody>
      </p:sp>
    </p:spTree>
    <p:extLst>
      <p:ext uri="{BB962C8B-B14F-4D97-AF65-F5344CB8AC3E}">
        <p14:creationId xmlns:p14="http://schemas.microsoft.com/office/powerpoint/2010/main" val="10525945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Securities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809589"/>
            <a:ext cx="1260566"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Securities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43</a:t>
            </a:fld>
            <a:endParaRPr lang="ko-KR" altLang="en-US"/>
          </a:p>
        </p:txBody>
      </p:sp>
      <p:sp>
        <p:nvSpPr>
          <p:cNvPr id="11" name="TextBox 10">
            <a:extLst>
              <a:ext uri="{FF2B5EF4-FFF2-40B4-BE49-F238E27FC236}">
                <a16:creationId xmlns:a16="http://schemas.microsoft.com/office/drawing/2014/main" id="{FD1CDE44-003D-40A8-81CA-849024FCFE84}"/>
              </a:ext>
            </a:extLst>
          </p:cNvPr>
          <p:cNvSpPr txBox="1"/>
          <p:nvPr/>
        </p:nvSpPr>
        <p:spPr>
          <a:xfrm>
            <a:off x="209005" y="3152002"/>
            <a:ext cx="6430192" cy="96609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toggle lobby mode or lock meeting rooms for security purposes.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6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Lobby Mode</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Only participants that the host approves can participate meetings.</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Set Password</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Participants can only join after</a:t>
            </a:r>
            <a:r>
              <a:rPr lang="en-US" altLang="ko-KR" sz="1200" dirty="0">
                <a:solidFill>
                  <a:prstClr val="black"/>
                </a:solidFill>
                <a:latin typeface="나눔바른고딕" panose="020B0603020101020101" pitchFamily="50" charset="-127"/>
                <a:ea typeface="나눔바른고딕" panose="020B0603020101020101" pitchFamily="50" charset="-127"/>
              </a:rPr>
              <a:t> password verification</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4" name="TextBox 13">
            <a:extLst>
              <a:ext uri="{FF2B5EF4-FFF2-40B4-BE49-F238E27FC236}">
                <a16:creationId xmlns:a16="http://schemas.microsoft.com/office/drawing/2014/main" id="{2AF9AE8B-20A3-4CD5-AAB4-C40D23658F5D}"/>
              </a:ext>
            </a:extLst>
          </p:cNvPr>
          <p:cNvSpPr txBox="1"/>
          <p:nvPr/>
        </p:nvSpPr>
        <p:spPr>
          <a:xfrm>
            <a:off x="209005" y="4243718"/>
            <a:ext cx="142688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Lobby Mode</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9" name="TextBox 18">
            <a:extLst>
              <a:ext uri="{FF2B5EF4-FFF2-40B4-BE49-F238E27FC236}">
                <a16:creationId xmlns:a16="http://schemas.microsoft.com/office/drawing/2014/main" id="{15C2B386-53F0-4408-B0D7-1A3AE0DCD9F1}"/>
              </a:ext>
            </a:extLst>
          </p:cNvPr>
          <p:cNvSpPr txBox="1"/>
          <p:nvPr/>
        </p:nvSpPr>
        <p:spPr>
          <a:xfrm>
            <a:off x="4142312" y="4902444"/>
            <a:ext cx="2646736" cy="1612429"/>
          </a:xfrm>
          <a:prstGeom prst="rect">
            <a:avLst/>
          </a:prstGeom>
          <a:noFill/>
        </p:spPr>
        <p:txBody>
          <a:bodyPr wrap="square" rtlCol="0">
            <a:spAutoFit/>
          </a:bodyPr>
          <a:lstStyle/>
          <a:p>
            <a:pPr marL="228600" marR="0" lvl="0" indent="-228600" algn="l" defTabSz="457200" rtl="0" eaLnBrk="1" fontAlgn="auto" latinLnBrk="0" hangingPunct="1">
              <a:lnSpc>
                <a:spcPct val="140000"/>
              </a:lnSpc>
              <a:spcBef>
                <a:spcPts val="0"/>
              </a:spcBef>
              <a:spcAft>
                <a:spcPts val="0"/>
              </a:spcAft>
              <a:buClrTx/>
              <a:buSzTx/>
              <a:buFontTx/>
              <a:buAutoNum type="arabicPeriod"/>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a:t>
            </a:r>
          </a:p>
          <a:p>
            <a:pPr marL="228600" marR="0" lvl="0" indent="-228600" algn="l" defTabSz="457200" rtl="0" eaLnBrk="1" fontAlgn="auto" latinLnBrk="0" hangingPunct="1">
              <a:lnSpc>
                <a:spcPct val="140000"/>
              </a:lnSpc>
              <a:spcBef>
                <a:spcPts val="0"/>
              </a:spcBef>
              <a:spcAft>
                <a:spcPts val="0"/>
              </a:spcAft>
              <a:buClrTx/>
              <a:buSzTx/>
              <a:buFontTx/>
              <a:buAutoNum type="arabicPeriod"/>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[Security Options]</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228600" indent="-228600">
              <a:lnSpc>
                <a:spcPct val="140000"/>
              </a:lnSpc>
              <a:buFontTx/>
              <a:buAutoNum type="arabicPeriod"/>
              <a:defRPr/>
            </a:pPr>
            <a:r>
              <a:rPr lang="en-US" altLang="ko-KR" sz="1200" dirty="0">
                <a:solidFill>
                  <a:prstClr val="black"/>
                </a:solidFill>
                <a:latin typeface="나눔바른고딕" panose="020B0603020101020101" pitchFamily="50" charset="-127"/>
                <a:ea typeface="나눔바른고딕" panose="020B0603020101020101" pitchFamily="50" charset="-127"/>
              </a:rPr>
              <a:t>Security Options window</a:t>
            </a:r>
          </a:p>
          <a:p>
            <a:pPr marL="228600" indent="-228600">
              <a:lnSpc>
                <a:spcPct val="140000"/>
              </a:lnSpc>
              <a:buFontTx/>
              <a:buAutoNum type="arabicPeriod"/>
              <a:defRPr/>
            </a:pPr>
            <a:r>
              <a:rPr lang="en-US" altLang="ko-KR" sz="1200" dirty="0">
                <a:solidFill>
                  <a:prstClr val="black"/>
                </a:solidFill>
                <a:latin typeface="나눔바른고딕" panose="020B0603020101020101" pitchFamily="50" charset="-127"/>
                <a:ea typeface="나눔바른고딕" panose="020B0603020101020101" pitchFamily="50" charset="-127"/>
              </a:rPr>
              <a:t>Enable Lobby – Switch on/off</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Green(v) : Lobby Mode activated</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Gray(x) : Lobby Mode deactivated</a:t>
            </a:r>
          </a:p>
        </p:txBody>
      </p:sp>
      <p:sp>
        <p:nvSpPr>
          <p:cNvPr id="45" name="TextBox 44">
            <a:extLst>
              <a:ext uri="{FF2B5EF4-FFF2-40B4-BE49-F238E27FC236}">
                <a16:creationId xmlns:a16="http://schemas.microsoft.com/office/drawing/2014/main" id="{CE524632-8584-4F9A-A190-CB6C9D5CC516}"/>
              </a:ext>
            </a:extLst>
          </p:cNvPr>
          <p:cNvSpPr txBox="1"/>
          <p:nvPr/>
        </p:nvSpPr>
        <p:spPr>
          <a:xfrm>
            <a:off x="4142312" y="7464165"/>
            <a:ext cx="2646736" cy="212949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Once lobby mode is activated, participants must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a:t>
            </a:r>
            <a:r>
              <a:rPr lang="en-US" altLang="ko-KR" sz="1200" b="1" dirty="0" err="1">
                <a:solidFill>
                  <a:prstClr val="black"/>
                </a:solidFill>
                <a:latin typeface="나눔바른고딕" panose="020B0603020101020101" pitchFamily="50" charset="-127"/>
                <a:ea typeface="나눔바른고딕" panose="020B0603020101020101" pitchFamily="50" charset="-127"/>
              </a:rPr>
              <a:t>sk</a:t>
            </a:r>
            <a:r>
              <a:rPr lang="en-US" altLang="ko-KR" sz="1200" b="1" dirty="0">
                <a:solidFill>
                  <a:prstClr val="black"/>
                </a:solidFill>
                <a:latin typeface="나눔바른고딕" panose="020B0603020101020101" pitchFamily="50" charset="-127"/>
                <a:ea typeface="나눔바른고딕" panose="020B0603020101020101" pitchFamily="50" charset="-127"/>
              </a:rPr>
              <a:t> to Join</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and can only join after host approval</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If host disapproves participation, user is automatically sent back to lobby and notified.</a:t>
            </a:r>
          </a:p>
        </p:txBody>
      </p:sp>
      <p:grpSp>
        <p:nvGrpSpPr>
          <p:cNvPr id="47" name="Group 46">
            <a:extLst>
              <a:ext uri="{FF2B5EF4-FFF2-40B4-BE49-F238E27FC236}">
                <a16:creationId xmlns:a16="http://schemas.microsoft.com/office/drawing/2014/main" id="{EF631EB0-83DE-E848-9B60-E3053BBFCA51}"/>
              </a:ext>
            </a:extLst>
          </p:cNvPr>
          <p:cNvGrpSpPr/>
          <p:nvPr/>
        </p:nvGrpSpPr>
        <p:grpSpPr>
          <a:xfrm>
            <a:off x="1279185" y="107537"/>
            <a:ext cx="5561768" cy="281649"/>
            <a:chOff x="1279185" y="107537"/>
            <a:chExt cx="5561768" cy="281649"/>
          </a:xfrm>
        </p:grpSpPr>
        <p:sp>
          <p:nvSpPr>
            <p:cNvPr id="48" name="Rectangle 47">
              <a:extLst>
                <a:ext uri="{FF2B5EF4-FFF2-40B4-BE49-F238E27FC236}">
                  <a16:creationId xmlns:a16="http://schemas.microsoft.com/office/drawing/2014/main" id="{EEB629B5-CAB1-6B42-A74C-3420E13ACA34}"/>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49" name="Rectangle 48">
              <a:extLst>
                <a:ext uri="{FF2B5EF4-FFF2-40B4-BE49-F238E27FC236}">
                  <a16:creationId xmlns:a16="http://schemas.microsoft.com/office/drawing/2014/main" id="{E9206F77-A4F9-3046-AACB-C9D8BA5B8B20}"/>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50" name="Rectangle 49">
              <a:extLst>
                <a:ext uri="{FF2B5EF4-FFF2-40B4-BE49-F238E27FC236}">
                  <a16:creationId xmlns:a16="http://schemas.microsoft.com/office/drawing/2014/main" id="{AC2AA299-45A1-A448-AF99-3DFD1E6E9719}"/>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51" name="Rectangle 50">
              <a:extLst>
                <a:ext uri="{FF2B5EF4-FFF2-40B4-BE49-F238E27FC236}">
                  <a16:creationId xmlns:a16="http://schemas.microsoft.com/office/drawing/2014/main" id="{2E58F0FD-D50F-914A-AD02-A6E81F12E286}"/>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23" name="그림 22">
            <a:extLst>
              <a:ext uri="{FF2B5EF4-FFF2-40B4-BE49-F238E27FC236}">
                <a16:creationId xmlns:a16="http://schemas.microsoft.com/office/drawing/2014/main" id="{9336F5E8-E499-584D-A498-F56EC0BAA7B5}"/>
              </a:ext>
            </a:extLst>
          </p:cNvPr>
          <p:cNvPicPr>
            <a:picLocks noChangeAspect="1"/>
          </p:cNvPicPr>
          <p:nvPr/>
        </p:nvPicPr>
        <p:blipFill rotWithShape="1">
          <a:blip r:embed="rId3">
            <a:extLst>
              <a:ext uri="{28A0092B-C50C-407E-A947-70E740481C1C}">
                <a14:useLocalDpi xmlns:a14="http://schemas.microsoft.com/office/drawing/2010/main" val="0"/>
              </a:ext>
            </a:extLst>
          </a:blip>
          <a:srcRect l="15724" r="11316"/>
          <a:stretch/>
        </p:blipFill>
        <p:spPr>
          <a:xfrm>
            <a:off x="119201" y="4910372"/>
            <a:ext cx="1618733" cy="1665342"/>
          </a:xfrm>
          <a:prstGeom prst="rect">
            <a:avLst/>
          </a:prstGeom>
        </p:spPr>
      </p:pic>
      <p:pic>
        <p:nvPicPr>
          <p:cNvPr id="4" name="그림 3">
            <a:extLst>
              <a:ext uri="{FF2B5EF4-FFF2-40B4-BE49-F238E27FC236}">
                <a16:creationId xmlns:a16="http://schemas.microsoft.com/office/drawing/2014/main" id="{A36F3DBF-C936-C644-B0C7-4694714963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4812" y="4904379"/>
            <a:ext cx="2073090" cy="2089854"/>
          </a:xfrm>
          <a:prstGeom prst="rect">
            <a:avLst/>
          </a:prstGeom>
        </p:spPr>
      </p:pic>
      <p:sp>
        <p:nvSpPr>
          <p:cNvPr id="26" name="TextBox 25">
            <a:extLst>
              <a:ext uri="{FF2B5EF4-FFF2-40B4-BE49-F238E27FC236}">
                <a16:creationId xmlns:a16="http://schemas.microsoft.com/office/drawing/2014/main" id="{A2244256-6DA6-484D-9A86-F72902D4E2AC}"/>
              </a:ext>
            </a:extLst>
          </p:cNvPr>
          <p:cNvSpPr txBox="1"/>
          <p:nvPr/>
        </p:nvSpPr>
        <p:spPr>
          <a:xfrm>
            <a:off x="209005" y="4575762"/>
            <a:ext cx="2474885" cy="276999"/>
          </a:xfrm>
          <a:prstGeom prst="rect">
            <a:avLst/>
          </a:prstGeom>
          <a:noFill/>
        </p:spPr>
        <p:txBody>
          <a:bodyPr wrap="square">
            <a:spAutoFit/>
          </a:bodyPr>
          <a:lstStyle/>
          <a:p>
            <a:r>
              <a:rPr lang="en-US" altLang="ko-KR" sz="1200" b="1" dirty="0">
                <a:solidFill>
                  <a:prstClr val="black"/>
                </a:solidFill>
                <a:latin typeface="NanumGothic" panose="020D0604000000000000" pitchFamily="34" charset="-127"/>
                <a:ea typeface="NanumGothic" panose="020D0604000000000000" pitchFamily="34" charset="-127"/>
              </a:rPr>
              <a:t>-</a:t>
            </a:r>
            <a:r>
              <a:rPr lang="ko-KR" altLang="en-US" sz="1200" b="1" dirty="0">
                <a:solidFill>
                  <a:prstClr val="black"/>
                </a:solidFill>
                <a:latin typeface="NanumGothic" panose="020D0604000000000000" pitchFamily="34" charset="-127"/>
                <a:ea typeface="NanumGothic" panose="020D0604000000000000" pitchFamily="34" charset="-127"/>
              </a:rPr>
              <a:t> </a:t>
            </a:r>
            <a:r>
              <a:rPr lang="en-US" altLang="ko-KR" sz="1200" b="1" dirty="0">
                <a:solidFill>
                  <a:prstClr val="black"/>
                </a:solidFill>
                <a:latin typeface="NanumGothic" panose="020D0604000000000000" pitchFamily="34" charset="-127"/>
                <a:ea typeface="NanumGothic" panose="020D0604000000000000" pitchFamily="34" charset="-127"/>
              </a:rPr>
              <a:t>Lobby Mode Setting</a:t>
            </a:r>
            <a:endParaRPr lang="ko-Kore-KR" altLang="en-US" sz="1200" b="1" dirty="0">
              <a:latin typeface="NanumGothic" panose="020D0604000000000000" pitchFamily="34" charset="-127"/>
              <a:ea typeface="NanumGothic" panose="020D0604000000000000" pitchFamily="34" charset="-127"/>
            </a:endParaRPr>
          </a:p>
        </p:txBody>
      </p:sp>
      <p:sp>
        <p:nvSpPr>
          <p:cNvPr id="27" name="오른쪽 화살표[R] 32">
            <a:extLst>
              <a:ext uri="{FF2B5EF4-FFF2-40B4-BE49-F238E27FC236}">
                <a16:creationId xmlns:a16="http://schemas.microsoft.com/office/drawing/2014/main" id="{8EFFCAFC-D72C-BB41-BFD1-BF90625F7E17}"/>
              </a:ext>
            </a:extLst>
          </p:cNvPr>
          <p:cNvSpPr/>
          <p:nvPr/>
        </p:nvSpPr>
        <p:spPr>
          <a:xfrm>
            <a:off x="1792344" y="5672367"/>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6" name="그림 5">
            <a:extLst>
              <a:ext uri="{FF2B5EF4-FFF2-40B4-BE49-F238E27FC236}">
                <a16:creationId xmlns:a16="http://schemas.microsoft.com/office/drawing/2014/main" id="{683A14D5-D8A5-4B43-A46F-93E46DE1A4D3}"/>
              </a:ext>
            </a:extLst>
          </p:cNvPr>
          <p:cNvPicPr>
            <a:picLocks noChangeAspect="1"/>
          </p:cNvPicPr>
          <p:nvPr/>
        </p:nvPicPr>
        <p:blipFill rotWithShape="1">
          <a:blip r:embed="rId5">
            <a:extLst>
              <a:ext uri="{28A0092B-C50C-407E-A947-70E740481C1C}">
                <a14:useLocalDpi xmlns:a14="http://schemas.microsoft.com/office/drawing/2010/main" val="0"/>
              </a:ext>
            </a:extLst>
          </a:blip>
          <a:srcRect l="2690" t="4211"/>
          <a:stretch/>
        </p:blipFill>
        <p:spPr>
          <a:xfrm>
            <a:off x="105984" y="7579702"/>
            <a:ext cx="2002433" cy="1665343"/>
          </a:xfrm>
          <a:prstGeom prst="rect">
            <a:avLst/>
          </a:prstGeom>
        </p:spPr>
      </p:pic>
      <p:pic>
        <p:nvPicPr>
          <p:cNvPr id="13" name="그림 12">
            <a:extLst>
              <a:ext uri="{FF2B5EF4-FFF2-40B4-BE49-F238E27FC236}">
                <a16:creationId xmlns:a16="http://schemas.microsoft.com/office/drawing/2014/main" id="{EBF41789-5D7C-0549-AF1E-5676E0CFA1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88659" y="7878318"/>
            <a:ext cx="1702243" cy="718594"/>
          </a:xfrm>
          <a:prstGeom prst="rect">
            <a:avLst/>
          </a:prstGeom>
        </p:spPr>
      </p:pic>
      <p:sp>
        <p:nvSpPr>
          <p:cNvPr id="32" name="오른쪽 화살표[R] 32">
            <a:extLst>
              <a:ext uri="{FF2B5EF4-FFF2-40B4-BE49-F238E27FC236}">
                <a16:creationId xmlns:a16="http://schemas.microsoft.com/office/drawing/2014/main" id="{01DADC65-FEE5-6545-908D-55A9D4956E9D}"/>
              </a:ext>
            </a:extLst>
          </p:cNvPr>
          <p:cNvSpPr/>
          <p:nvPr/>
        </p:nvSpPr>
        <p:spPr>
          <a:xfrm>
            <a:off x="2167436" y="8271021"/>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4" name="직사각형 33">
            <a:extLst>
              <a:ext uri="{FF2B5EF4-FFF2-40B4-BE49-F238E27FC236}">
                <a16:creationId xmlns:a16="http://schemas.microsoft.com/office/drawing/2014/main" id="{B4C065E9-293D-4841-B3D2-535DEF8EA4CF}"/>
              </a:ext>
            </a:extLst>
          </p:cNvPr>
          <p:cNvSpPr/>
          <p:nvPr/>
        </p:nvSpPr>
        <p:spPr>
          <a:xfrm>
            <a:off x="407198" y="4942201"/>
            <a:ext cx="1219058" cy="2578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5" name="직사각형 34">
            <a:extLst>
              <a:ext uri="{FF2B5EF4-FFF2-40B4-BE49-F238E27FC236}">
                <a16:creationId xmlns:a16="http://schemas.microsoft.com/office/drawing/2014/main" id="{1760BB53-6917-DF40-BC84-1983851A81F0}"/>
              </a:ext>
            </a:extLst>
          </p:cNvPr>
          <p:cNvSpPr/>
          <p:nvPr/>
        </p:nvSpPr>
        <p:spPr>
          <a:xfrm>
            <a:off x="1992301" y="5786295"/>
            <a:ext cx="2127500" cy="2578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6" name="직사각형 35">
            <a:extLst>
              <a:ext uri="{FF2B5EF4-FFF2-40B4-BE49-F238E27FC236}">
                <a16:creationId xmlns:a16="http://schemas.microsoft.com/office/drawing/2014/main" id="{8423F0E6-50CA-F54A-91FB-8A54E1313E19}"/>
              </a:ext>
            </a:extLst>
          </p:cNvPr>
          <p:cNvSpPr/>
          <p:nvPr/>
        </p:nvSpPr>
        <p:spPr>
          <a:xfrm>
            <a:off x="95692" y="8271021"/>
            <a:ext cx="2002433" cy="2578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7" name="TextBox 36">
            <a:extLst>
              <a:ext uri="{FF2B5EF4-FFF2-40B4-BE49-F238E27FC236}">
                <a16:creationId xmlns:a16="http://schemas.microsoft.com/office/drawing/2014/main" id="{AA30AF1A-97DA-9742-B939-AA7BC938EDA5}"/>
              </a:ext>
            </a:extLst>
          </p:cNvPr>
          <p:cNvSpPr txBox="1"/>
          <p:nvPr/>
        </p:nvSpPr>
        <p:spPr>
          <a:xfrm>
            <a:off x="147408" y="7179869"/>
            <a:ext cx="3573987" cy="276999"/>
          </a:xfrm>
          <a:prstGeom prst="rect">
            <a:avLst/>
          </a:prstGeom>
          <a:noFill/>
        </p:spPr>
        <p:txBody>
          <a:bodyPr wrap="square">
            <a:spAutoFit/>
          </a:bodyPr>
          <a:lstStyle/>
          <a:p>
            <a:r>
              <a:rPr lang="en-US" altLang="ko-KR" sz="1200" b="1" dirty="0">
                <a:solidFill>
                  <a:prstClr val="black"/>
                </a:solidFill>
                <a:latin typeface="NanumGothic" panose="020D0604000000000000" pitchFamily="34" charset="-127"/>
                <a:ea typeface="NanumGothic" panose="020D0604000000000000" pitchFamily="34" charset="-127"/>
              </a:rPr>
              <a:t>-</a:t>
            </a:r>
            <a:r>
              <a:rPr lang="ko-KR" altLang="en-US" sz="1200" b="1" dirty="0">
                <a:solidFill>
                  <a:prstClr val="black"/>
                </a:solidFill>
                <a:latin typeface="NanumGothic" panose="020D0604000000000000" pitchFamily="34" charset="-127"/>
                <a:ea typeface="NanumGothic" panose="020D0604000000000000" pitchFamily="34" charset="-127"/>
              </a:rPr>
              <a:t> </a:t>
            </a:r>
            <a:r>
              <a:rPr lang="en-US" altLang="ko-KR" sz="1200" b="1" dirty="0">
                <a:solidFill>
                  <a:prstClr val="black"/>
                </a:solidFill>
                <a:latin typeface="NanumGothic" panose="020D0604000000000000" pitchFamily="34" charset="-127"/>
                <a:ea typeface="NanumGothic" panose="020D0604000000000000" pitchFamily="34" charset="-127"/>
              </a:rPr>
              <a:t>Request to join the participant meeting</a:t>
            </a:r>
            <a:endParaRPr lang="ko-Kore-KR" altLang="en-US" sz="1200" b="1" dirty="0">
              <a:solidFill>
                <a:prstClr val="black"/>
              </a:solidFill>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24753875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698540B5-C4B8-45B6-8000-1A7EFF4A8172}"/>
              </a:ext>
            </a:extLst>
          </p:cNvPr>
          <p:cNvSpPr txBox="1"/>
          <p:nvPr/>
        </p:nvSpPr>
        <p:spPr>
          <a:xfrm>
            <a:off x="209005" y="362055"/>
            <a:ext cx="4075611"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Set Password</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44</a:t>
            </a:fld>
            <a:endParaRPr lang="ko-KR" altLang="en-US"/>
          </a:p>
        </p:txBody>
      </p:sp>
      <p:sp>
        <p:nvSpPr>
          <p:cNvPr id="13" name="TextBox 12">
            <a:extLst>
              <a:ext uri="{FF2B5EF4-FFF2-40B4-BE49-F238E27FC236}">
                <a16:creationId xmlns:a16="http://schemas.microsoft.com/office/drawing/2014/main" id="{9A546122-D4B0-40CC-B58A-07B21AD73561}"/>
              </a:ext>
            </a:extLst>
          </p:cNvPr>
          <p:cNvSpPr txBox="1"/>
          <p:nvPr/>
        </p:nvSpPr>
        <p:spPr>
          <a:xfrm>
            <a:off x="4157741" y="1083383"/>
            <a:ext cx="2700263" cy="1612429"/>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a:t>
            </a:r>
            <a:r>
              <a:rPr lang="en-US" altLang="ko-KR" sz="1200" dirty="0">
                <a:solidFill>
                  <a:prstClr val="black"/>
                </a:solidFill>
                <a:latin typeface="나눔바른고딕" panose="020B0603020101020101" pitchFamily="50" charset="-127"/>
                <a:ea typeface="나눔바른고딕" panose="020B0603020101020101" pitchFamily="50" charset="-127"/>
              </a:rPr>
              <a:t>Click</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[Security Options]</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Select ‘Password' -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a:t>
            </a:r>
            <a:r>
              <a:rPr lang="en-US" altLang="ko-KR" sz="1200" b="1" dirty="0">
                <a:solidFill>
                  <a:prstClr val="black"/>
                </a:solidFill>
                <a:latin typeface="나눔바른고딕" panose="020B0603020101020101" pitchFamily="50" charset="-127"/>
                <a:ea typeface="나눔바른고딕" panose="020B0603020101020101" pitchFamily="50" charset="-127"/>
              </a:rPr>
              <a:t>dd Password</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Enter password </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4</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Add</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30" name="TextBox 29">
            <a:extLst>
              <a:ext uri="{FF2B5EF4-FFF2-40B4-BE49-F238E27FC236}">
                <a16:creationId xmlns:a16="http://schemas.microsoft.com/office/drawing/2014/main" id="{9DB21DF1-7FDC-4488-AC9F-5F855911EDEA}"/>
              </a:ext>
            </a:extLst>
          </p:cNvPr>
          <p:cNvSpPr txBox="1"/>
          <p:nvPr/>
        </p:nvSpPr>
        <p:spPr>
          <a:xfrm>
            <a:off x="3058829" y="3917412"/>
            <a:ext cx="3573987" cy="578300"/>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a:t>
            </a: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 - [Security Options]</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Select ‘Password' -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[Remove]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32" name="TextBox 31">
            <a:extLst>
              <a:ext uri="{FF2B5EF4-FFF2-40B4-BE49-F238E27FC236}">
                <a16:creationId xmlns:a16="http://schemas.microsoft.com/office/drawing/2014/main" id="{193A31DB-140A-4098-9F55-39AB98734E37}"/>
              </a:ext>
            </a:extLst>
          </p:cNvPr>
          <p:cNvSpPr txBox="1"/>
          <p:nvPr/>
        </p:nvSpPr>
        <p:spPr>
          <a:xfrm>
            <a:off x="287429" y="6932398"/>
            <a:ext cx="3059745" cy="578300"/>
          </a:xfrm>
          <a:prstGeom prst="rect">
            <a:avLst/>
          </a:prstGeom>
          <a:noFill/>
        </p:spPr>
        <p:txBody>
          <a:bodyPr wrap="square" rtlCol="0">
            <a:spAutoFit/>
          </a:bodyPr>
          <a:lstStyle/>
          <a:p>
            <a:pPr algn="l" rtl="0">
              <a:lnSpc>
                <a:spcPct val="140000"/>
              </a:lnSpc>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Once password is activated, users must enter a password to join meeting.</a:t>
            </a:r>
          </a:p>
        </p:txBody>
      </p:sp>
      <p:pic>
        <p:nvPicPr>
          <p:cNvPr id="26" name="Picture 25">
            <a:extLst>
              <a:ext uri="{FF2B5EF4-FFF2-40B4-BE49-F238E27FC236}">
                <a16:creationId xmlns:a16="http://schemas.microsoft.com/office/drawing/2014/main" id="{FC77FF7B-674D-7240-866E-5F09130244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7174" y="7069413"/>
            <a:ext cx="2915403" cy="1721053"/>
          </a:xfrm>
          <a:prstGeom prst="rect">
            <a:avLst/>
          </a:prstGeom>
          <a:effectLst>
            <a:outerShdw blurRad="50800" dist="38100" dir="2700000" algn="tl" rotWithShape="0">
              <a:prstClr val="black">
                <a:alpha val="40000"/>
              </a:prstClr>
            </a:outerShdw>
          </a:effectLst>
        </p:spPr>
      </p:pic>
      <p:pic>
        <p:nvPicPr>
          <p:cNvPr id="11" name="그림 10">
            <a:extLst>
              <a:ext uri="{FF2B5EF4-FFF2-40B4-BE49-F238E27FC236}">
                <a16:creationId xmlns:a16="http://schemas.microsoft.com/office/drawing/2014/main" id="{A3EBD54C-545E-9A4E-8CFE-4E035AAC4997}"/>
              </a:ext>
            </a:extLst>
          </p:cNvPr>
          <p:cNvPicPr>
            <a:picLocks noChangeAspect="1"/>
          </p:cNvPicPr>
          <p:nvPr/>
        </p:nvPicPr>
        <p:blipFill rotWithShape="1">
          <a:blip r:embed="rId3">
            <a:extLst>
              <a:ext uri="{28A0092B-C50C-407E-A947-70E740481C1C}">
                <a14:useLocalDpi xmlns:a14="http://schemas.microsoft.com/office/drawing/2010/main" val="0"/>
              </a:ext>
            </a:extLst>
          </a:blip>
          <a:srcRect l="15724" r="11316"/>
          <a:stretch/>
        </p:blipFill>
        <p:spPr>
          <a:xfrm>
            <a:off x="151516" y="1190054"/>
            <a:ext cx="1618733" cy="1665342"/>
          </a:xfrm>
          <a:prstGeom prst="rect">
            <a:avLst/>
          </a:prstGeom>
        </p:spPr>
      </p:pic>
      <p:pic>
        <p:nvPicPr>
          <p:cNvPr id="12" name="그림 11">
            <a:extLst>
              <a:ext uri="{FF2B5EF4-FFF2-40B4-BE49-F238E27FC236}">
                <a16:creationId xmlns:a16="http://schemas.microsoft.com/office/drawing/2014/main" id="{12FB6263-1D65-F54F-BA01-642D4FA420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7127" y="1184061"/>
            <a:ext cx="2073090" cy="2089854"/>
          </a:xfrm>
          <a:prstGeom prst="rect">
            <a:avLst/>
          </a:prstGeom>
        </p:spPr>
      </p:pic>
      <p:sp>
        <p:nvSpPr>
          <p:cNvPr id="14" name="오른쪽 화살표[R] 32">
            <a:extLst>
              <a:ext uri="{FF2B5EF4-FFF2-40B4-BE49-F238E27FC236}">
                <a16:creationId xmlns:a16="http://schemas.microsoft.com/office/drawing/2014/main" id="{7D0DE9E8-E5F5-C94F-9C4D-DE48218689D6}"/>
              </a:ext>
            </a:extLst>
          </p:cNvPr>
          <p:cNvSpPr/>
          <p:nvPr/>
        </p:nvSpPr>
        <p:spPr>
          <a:xfrm>
            <a:off x="1824659" y="1952049"/>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5" name="직사각형 14">
            <a:extLst>
              <a:ext uri="{FF2B5EF4-FFF2-40B4-BE49-F238E27FC236}">
                <a16:creationId xmlns:a16="http://schemas.microsoft.com/office/drawing/2014/main" id="{BAB68110-FABC-7C40-A3A5-3C890B3B8A98}"/>
              </a:ext>
            </a:extLst>
          </p:cNvPr>
          <p:cNvSpPr/>
          <p:nvPr/>
        </p:nvSpPr>
        <p:spPr>
          <a:xfrm>
            <a:off x="439513" y="1221883"/>
            <a:ext cx="1219058" cy="2578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6" name="직사각형 15">
            <a:extLst>
              <a:ext uri="{FF2B5EF4-FFF2-40B4-BE49-F238E27FC236}">
                <a16:creationId xmlns:a16="http://schemas.microsoft.com/office/drawing/2014/main" id="{239BAD1B-ACB9-D848-86D2-49B1DFB08465}"/>
              </a:ext>
            </a:extLst>
          </p:cNvPr>
          <p:cNvSpPr/>
          <p:nvPr/>
        </p:nvSpPr>
        <p:spPr>
          <a:xfrm>
            <a:off x="2019922" y="2971772"/>
            <a:ext cx="2127500" cy="2578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4" name="그림 3">
            <a:extLst>
              <a:ext uri="{FF2B5EF4-FFF2-40B4-BE49-F238E27FC236}">
                <a16:creationId xmlns:a16="http://schemas.microsoft.com/office/drawing/2014/main" id="{7F6375EF-A3F4-3A4F-BAEE-E4FD7A21C4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9513" y="3881112"/>
            <a:ext cx="2420983" cy="2414612"/>
          </a:xfrm>
          <a:prstGeom prst="rect">
            <a:avLst/>
          </a:prstGeom>
        </p:spPr>
      </p:pic>
      <p:sp>
        <p:nvSpPr>
          <p:cNvPr id="19" name="직사각형 18">
            <a:extLst>
              <a:ext uri="{FF2B5EF4-FFF2-40B4-BE49-F238E27FC236}">
                <a16:creationId xmlns:a16="http://schemas.microsoft.com/office/drawing/2014/main" id="{EB453F26-5A86-FD45-ACB7-E1CD14C90EF2}"/>
              </a:ext>
            </a:extLst>
          </p:cNvPr>
          <p:cNvSpPr/>
          <p:nvPr/>
        </p:nvSpPr>
        <p:spPr>
          <a:xfrm>
            <a:off x="1856558" y="5976808"/>
            <a:ext cx="647447" cy="22672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0" name="TextBox 19">
            <a:extLst>
              <a:ext uri="{FF2B5EF4-FFF2-40B4-BE49-F238E27FC236}">
                <a16:creationId xmlns:a16="http://schemas.microsoft.com/office/drawing/2014/main" id="{CE904ADC-5D71-C646-8F70-07B7CAAD13D8}"/>
              </a:ext>
            </a:extLst>
          </p:cNvPr>
          <p:cNvSpPr txBox="1"/>
          <p:nvPr/>
        </p:nvSpPr>
        <p:spPr>
          <a:xfrm>
            <a:off x="303522" y="770610"/>
            <a:ext cx="2700263"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Set Password</a:t>
            </a:r>
            <a:endPar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1" name="TextBox 20">
            <a:extLst>
              <a:ext uri="{FF2B5EF4-FFF2-40B4-BE49-F238E27FC236}">
                <a16:creationId xmlns:a16="http://schemas.microsoft.com/office/drawing/2014/main" id="{37D55CFD-C35A-CB4E-8A92-04DFFF6B1A2C}"/>
              </a:ext>
            </a:extLst>
          </p:cNvPr>
          <p:cNvSpPr txBox="1"/>
          <p:nvPr/>
        </p:nvSpPr>
        <p:spPr>
          <a:xfrm>
            <a:off x="303522" y="3480987"/>
            <a:ext cx="2420983"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Remove Password</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3" name="TextBox 22">
            <a:extLst>
              <a:ext uri="{FF2B5EF4-FFF2-40B4-BE49-F238E27FC236}">
                <a16:creationId xmlns:a16="http://schemas.microsoft.com/office/drawing/2014/main" id="{40AB4FA8-8414-9145-8B95-6B6852BE6639}"/>
              </a:ext>
            </a:extLst>
          </p:cNvPr>
          <p:cNvSpPr txBox="1"/>
          <p:nvPr/>
        </p:nvSpPr>
        <p:spPr>
          <a:xfrm>
            <a:off x="205723" y="6650895"/>
            <a:ext cx="3573987" cy="276999"/>
          </a:xfrm>
          <a:prstGeom prst="rect">
            <a:avLst/>
          </a:prstGeom>
          <a:noFill/>
        </p:spPr>
        <p:txBody>
          <a:bodyPr wrap="square">
            <a:spAutoFit/>
          </a:bodyPr>
          <a:lstStyle/>
          <a:p>
            <a:r>
              <a:rPr lang="en-US" altLang="ko-KR" sz="1200" b="1" dirty="0">
                <a:solidFill>
                  <a:prstClr val="black"/>
                </a:solidFill>
                <a:latin typeface="NanumGothic" panose="020D0604000000000000" pitchFamily="34" charset="-127"/>
                <a:ea typeface="NanumGothic" panose="020D0604000000000000" pitchFamily="34" charset="-127"/>
              </a:rPr>
              <a:t>-</a:t>
            </a:r>
            <a:r>
              <a:rPr lang="ko-KR" altLang="en-US" sz="1200" b="1" dirty="0">
                <a:solidFill>
                  <a:prstClr val="black"/>
                </a:solidFill>
                <a:latin typeface="NanumGothic" panose="020D0604000000000000" pitchFamily="34" charset="-127"/>
                <a:ea typeface="NanumGothic" panose="020D0604000000000000" pitchFamily="34" charset="-127"/>
              </a:rPr>
              <a:t> </a:t>
            </a:r>
            <a:r>
              <a:rPr lang="en-US" altLang="ko-KR" sz="1200" b="1" dirty="0">
                <a:solidFill>
                  <a:prstClr val="black"/>
                </a:solidFill>
                <a:latin typeface="NanumGothic" panose="020D0604000000000000" pitchFamily="34" charset="-127"/>
                <a:ea typeface="NanumGothic" panose="020D0604000000000000" pitchFamily="34" charset="-127"/>
              </a:rPr>
              <a:t>Request to join the participant meeting</a:t>
            </a:r>
            <a:endParaRPr lang="ko-Kore-KR" altLang="en-US" sz="1200" b="1" dirty="0">
              <a:solidFill>
                <a:prstClr val="black"/>
              </a:solidFill>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42421144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2020" y="366245"/>
            <a:ext cx="1059219" cy="2246583"/>
            <a:chOff x="-9000" y="366245"/>
            <a:chExt cx="1059219" cy="2246583"/>
          </a:xfrm>
        </p:grpSpPr>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v2.0</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a:t>
              </a:r>
              <a:r>
                <a:rPr lang="ko-KR" altLang="en-US" sz="1000" dirty="0">
                  <a:solidFill>
                    <a:schemeClr val="bg1"/>
                  </a:solidFill>
                  <a:latin typeface="나눔고딕" panose="020D0604000000000000" pitchFamily="50" charset="-127"/>
                  <a:ea typeface="나눔고딕" panose="020D0604000000000000" pitchFamily="50" charset="-127"/>
                </a:rPr>
                <a:t>가이드</a:t>
              </a:r>
              <a:endParaRPr lang="en-US" altLang="ko-KR" sz="1000" dirty="0">
                <a:solidFill>
                  <a:schemeClr val="bg1"/>
                </a:solidFill>
                <a:latin typeface="나눔고딕" panose="020D0604000000000000" pitchFamily="50" charset="-127"/>
                <a:ea typeface="나눔고딕" panose="020D0604000000000000" pitchFamily="50" charset="-127"/>
              </a:endParaRP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Breakout</a:t>
            </a:r>
            <a:r>
              <a:rPr lang="ko-KR" altLang="en-US" sz="4000" dirty="0">
                <a:solidFill>
                  <a:schemeClr val="bg1"/>
                </a:solidFill>
                <a:latin typeface="나눔고딕 ExtraBold" panose="020D0904000000000000" pitchFamily="50" charset="-127"/>
                <a:ea typeface="나눔고딕 ExtraBold" panose="020D0904000000000000" pitchFamily="50" charset="-127"/>
              </a:rPr>
              <a:t> </a:t>
            </a:r>
            <a:r>
              <a:rPr lang="en-US" altLang="ko-KR" sz="4000" dirty="0">
                <a:solidFill>
                  <a:schemeClr val="bg1"/>
                </a:solidFill>
                <a:latin typeface="나눔고딕 ExtraBold" panose="020D0904000000000000" pitchFamily="50" charset="-127"/>
                <a:ea typeface="나눔고딕 ExtraBold" panose="020D0904000000000000" pitchFamily="50" charset="-127"/>
              </a:rPr>
              <a:t>Rooms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809302"/>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Breakout Rooms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7" name="TextBox 6">
            <a:extLst>
              <a:ext uri="{FF2B5EF4-FFF2-40B4-BE49-F238E27FC236}">
                <a16:creationId xmlns:a16="http://schemas.microsoft.com/office/drawing/2014/main" id="{3A73B173-6515-4F8B-9569-20ED06F79F98}"/>
              </a:ext>
            </a:extLst>
          </p:cNvPr>
          <p:cNvSpPr txBox="1"/>
          <p:nvPr/>
        </p:nvSpPr>
        <p:spPr>
          <a:xfrm>
            <a:off x="209003" y="3190433"/>
            <a:ext cx="6361914" cy="109536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split the main meeting into separate sessions.</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Host can assign participants into sessions either manually or automatically. Participants can also choose to join sessions themselves. (Please refer to Moderation Controls)</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45</a:t>
            </a:fld>
            <a:endParaRPr lang="ko-KR" altLang="en-US" dirty="0"/>
          </a:p>
        </p:txBody>
      </p:sp>
      <p:sp>
        <p:nvSpPr>
          <p:cNvPr id="19" name="TextBox 18">
            <a:extLst>
              <a:ext uri="{FF2B5EF4-FFF2-40B4-BE49-F238E27FC236}">
                <a16:creationId xmlns:a16="http://schemas.microsoft.com/office/drawing/2014/main" id="{34199676-3CBA-428D-8CED-2484A8134EA7}"/>
              </a:ext>
            </a:extLst>
          </p:cNvPr>
          <p:cNvSpPr txBox="1"/>
          <p:nvPr/>
        </p:nvSpPr>
        <p:spPr>
          <a:xfrm>
            <a:off x="209003" y="4802779"/>
            <a:ext cx="6439994" cy="849463"/>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Add breakout rooms from</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[Add breakout room</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en-US" altLang="ko-KR" sz="1200" dirty="0">
                <a:solidFill>
                  <a:prstClr val="black"/>
                </a:solidFill>
                <a:latin typeface="나눔바른고딕" panose="020B0603020101020101" pitchFamily="50" charset="-127"/>
                <a:ea typeface="나눔바른고딕" panose="020B0603020101020101" pitchFamily="50" charset="-127"/>
              </a:rPr>
              <a:t>.</a:t>
            </a:r>
          </a:p>
          <a:p>
            <a:pPr lvl="0">
              <a:lnSpc>
                <a:spcPct val="140000"/>
              </a:lnSpc>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Add  Breakout room is a function that only the moderator can create.</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4" name="TextBox 13">
            <a:extLst>
              <a:ext uri="{FF2B5EF4-FFF2-40B4-BE49-F238E27FC236}">
                <a16:creationId xmlns:a16="http://schemas.microsoft.com/office/drawing/2014/main" id="{8C2E814F-47CC-45E9-885A-D182AEE7B73C}"/>
              </a:ext>
            </a:extLst>
          </p:cNvPr>
          <p:cNvSpPr txBox="1"/>
          <p:nvPr/>
        </p:nvSpPr>
        <p:spPr>
          <a:xfrm>
            <a:off x="209003" y="4475031"/>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Add Breakout Rooms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grpSp>
        <p:nvGrpSpPr>
          <p:cNvPr id="27" name="그룹 1">
            <a:extLst>
              <a:ext uri="{FF2B5EF4-FFF2-40B4-BE49-F238E27FC236}">
                <a16:creationId xmlns:a16="http://schemas.microsoft.com/office/drawing/2014/main" id="{63D80C52-8EE2-2A49-834A-D486CF59204E}"/>
              </a:ext>
            </a:extLst>
          </p:cNvPr>
          <p:cNvGrpSpPr/>
          <p:nvPr/>
        </p:nvGrpSpPr>
        <p:grpSpPr>
          <a:xfrm>
            <a:off x="-6239" y="-13063"/>
            <a:ext cx="6876000" cy="2625891"/>
            <a:chOff x="-13063" y="-13063"/>
            <a:chExt cx="6876000" cy="2625891"/>
          </a:xfrm>
        </p:grpSpPr>
        <p:pic>
          <p:nvPicPr>
            <p:cNvPr id="28" name="그림 7" descr="텍스트이(가) 표시된 사진&#10;&#10;자동 생성된 설명">
              <a:extLst>
                <a:ext uri="{FF2B5EF4-FFF2-40B4-BE49-F238E27FC236}">
                  <a16:creationId xmlns:a16="http://schemas.microsoft.com/office/drawing/2014/main" id="{250D63F9-90F0-6A43-B04F-550980C1382F}"/>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29" name="TextBox 28">
              <a:extLst>
                <a:ext uri="{FF2B5EF4-FFF2-40B4-BE49-F238E27FC236}">
                  <a16:creationId xmlns:a16="http://schemas.microsoft.com/office/drawing/2014/main" id="{7F8B9B83-BBCF-5041-84A0-2CB3B75F3C38}"/>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30" name="TextBox 29">
              <a:extLst>
                <a:ext uri="{FF2B5EF4-FFF2-40B4-BE49-F238E27FC236}">
                  <a16:creationId xmlns:a16="http://schemas.microsoft.com/office/drawing/2014/main" id="{A126BEC3-9898-864D-81A6-A16EA6D6632B}"/>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31" name="TextBox 30">
            <a:extLst>
              <a:ext uri="{FF2B5EF4-FFF2-40B4-BE49-F238E27FC236}">
                <a16:creationId xmlns:a16="http://schemas.microsoft.com/office/drawing/2014/main" id="{77742830-FA75-BB42-9F96-F4BB039FDB89}"/>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Breakout Rooms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grpSp>
        <p:nvGrpSpPr>
          <p:cNvPr id="32" name="Group 31">
            <a:extLst>
              <a:ext uri="{FF2B5EF4-FFF2-40B4-BE49-F238E27FC236}">
                <a16:creationId xmlns:a16="http://schemas.microsoft.com/office/drawing/2014/main" id="{C7CCF3DE-97FC-FF40-AED3-079B6D748D74}"/>
              </a:ext>
            </a:extLst>
          </p:cNvPr>
          <p:cNvGrpSpPr/>
          <p:nvPr/>
        </p:nvGrpSpPr>
        <p:grpSpPr>
          <a:xfrm>
            <a:off x="1279185" y="107537"/>
            <a:ext cx="5561768" cy="281649"/>
            <a:chOff x="1279185" y="107537"/>
            <a:chExt cx="5561768" cy="281649"/>
          </a:xfrm>
        </p:grpSpPr>
        <p:sp>
          <p:nvSpPr>
            <p:cNvPr id="33" name="Rectangle 32">
              <a:extLst>
                <a:ext uri="{FF2B5EF4-FFF2-40B4-BE49-F238E27FC236}">
                  <a16:creationId xmlns:a16="http://schemas.microsoft.com/office/drawing/2014/main" id="{C700E6DF-60C1-0342-AA1F-E391690A6531}"/>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34" name="Rectangle 33">
              <a:extLst>
                <a:ext uri="{FF2B5EF4-FFF2-40B4-BE49-F238E27FC236}">
                  <a16:creationId xmlns:a16="http://schemas.microsoft.com/office/drawing/2014/main" id="{5C9A6B27-08B1-1E47-A137-1FA39846A066}"/>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35" name="Rectangle 34">
              <a:extLst>
                <a:ext uri="{FF2B5EF4-FFF2-40B4-BE49-F238E27FC236}">
                  <a16:creationId xmlns:a16="http://schemas.microsoft.com/office/drawing/2014/main" id="{64414BAB-D858-4C42-AFEB-3B381D76F0B0}"/>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6" name="Rectangle 35">
              <a:extLst>
                <a:ext uri="{FF2B5EF4-FFF2-40B4-BE49-F238E27FC236}">
                  <a16:creationId xmlns:a16="http://schemas.microsoft.com/office/drawing/2014/main" id="{A49B9C71-C844-5A42-B22B-C8B1D009F0DD}"/>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5" name="그림 4">
            <a:extLst>
              <a:ext uri="{FF2B5EF4-FFF2-40B4-BE49-F238E27FC236}">
                <a16:creationId xmlns:a16="http://schemas.microsoft.com/office/drawing/2014/main" id="{53B50130-E219-A24F-937B-B99F5F36C6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332" y="5722942"/>
            <a:ext cx="2259553" cy="2736407"/>
          </a:xfrm>
          <a:prstGeom prst="rect">
            <a:avLst/>
          </a:prstGeom>
        </p:spPr>
      </p:pic>
      <p:pic>
        <p:nvPicPr>
          <p:cNvPr id="11" name="그림 10">
            <a:extLst>
              <a:ext uri="{FF2B5EF4-FFF2-40B4-BE49-F238E27FC236}">
                <a16:creationId xmlns:a16="http://schemas.microsoft.com/office/drawing/2014/main" id="{98A4025B-E1BF-8547-BC40-7BD9F5D3D1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2002" y="5693223"/>
            <a:ext cx="2259552" cy="3987444"/>
          </a:xfrm>
          <a:prstGeom prst="rect">
            <a:avLst/>
          </a:prstGeom>
        </p:spPr>
      </p:pic>
      <p:sp>
        <p:nvSpPr>
          <p:cNvPr id="24" name="직사각형 23">
            <a:extLst>
              <a:ext uri="{FF2B5EF4-FFF2-40B4-BE49-F238E27FC236}">
                <a16:creationId xmlns:a16="http://schemas.microsoft.com/office/drawing/2014/main" id="{A9572FFC-4791-DC4A-B7EA-DF6BB762FBED}"/>
              </a:ext>
            </a:extLst>
          </p:cNvPr>
          <p:cNvSpPr/>
          <p:nvPr/>
        </p:nvSpPr>
        <p:spPr>
          <a:xfrm>
            <a:off x="802332" y="7996513"/>
            <a:ext cx="2259553" cy="45297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6" name="오른쪽 화살표[R] 25">
            <a:extLst>
              <a:ext uri="{FF2B5EF4-FFF2-40B4-BE49-F238E27FC236}">
                <a16:creationId xmlns:a16="http://schemas.microsoft.com/office/drawing/2014/main" id="{226308FD-3873-6E48-8243-5A062181CB42}"/>
              </a:ext>
            </a:extLst>
          </p:cNvPr>
          <p:cNvSpPr/>
          <p:nvPr/>
        </p:nvSpPr>
        <p:spPr>
          <a:xfrm>
            <a:off x="3247688" y="7020470"/>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26757020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그림 29">
            <a:extLst>
              <a:ext uri="{FF2B5EF4-FFF2-40B4-BE49-F238E27FC236}">
                <a16:creationId xmlns:a16="http://schemas.microsoft.com/office/drawing/2014/main" id="{4C53B871-8A42-6648-96D5-76D5D3C17A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500" y="7190431"/>
            <a:ext cx="2415706" cy="1473415"/>
          </a:xfrm>
          <a:prstGeom prst="rect">
            <a:avLst/>
          </a:prstGeom>
        </p:spPr>
      </p:pic>
      <p:pic>
        <p:nvPicPr>
          <p:cNvPr id="11" name="그림 10">
            <a:extLst>
              <a:ext uri="{FF2B5EF4-FFF2-40B4-BE49-F238E27FC236}">
                <a16:creationId xmlns:a16="http://schemas.microsoft.com/office/drawing/2014/main" id="{B3DB0376-03E5-F743-9805-45916FF489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500" y="5026780"/>
            <a:ext cx="2415706" cy="1473415"/>
          </a:xfrm>
          <a:prstGeom prst="rect">
            <a:avLst/>
          </a:prstGeom>
        </p:spPr>
      </p:pic>
      <p:sp>
        <p:nvSpPr>
          <p:cNvPr id="17" name="TextBox 16">
            <a:extLst>
              <a:ext uri="{FF2B5EF4-FFF2-40B4-BE49-F238E27FC236}">
                <a16:creationId xmlns:a16="http://schemas.microsoft.com/office/drawing/2014/main" id="{698540B5-C4B8-45B6-8000-1A7EFF4A8172}"/>
              </a:ext>
            </a:extLst>
          </p:cNvPr>
          <p:cNvSpPr txBox="1"/>
          <p:nvPr/>
        </p:nvSpPr>
        <p:spPr>
          <a:xfrm>
            <a:off x="214030" y="3999249"/>
            <a:ext cx="4075611"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Breakout Room Options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46</a:t>
            </a:fld>
            <a:endParaRPr lang="ko-KR" altLang="en-US"/>
          </a:p>
        </p:txBody>
      </p:sp>
      <p:sp>
        <p:nvSpPr>
          <p:cNvPr id="32" name="TextBox 31">
            <a:extLst>
              <a:ext uri="{FF2B5EF4-FFF2-40B4-BE49-F238E27FC236}">
                <a16:creationId xmlns:a16="http://schemas.microsoft.com/office/drawing/2014/main" id="{193A31DB-140A-4098-9F55-39AB98734E37}"/>
              </a:ext>
            </a:extLst>
          </p:cNvPr>
          <p:cNvSpPr txBox="1"/>
          <p:nvPr/>
        </p:nvSpPr>
        <p:spPr>
          <a:xfrm>
            <a:off x="328617" y="9064187"/>
            <a:ext cx="4514845" cy="319768"/>
          </a:xfrm>
          <a:prstGeom prst="rect">
            <a:avLst/>
          </a:prstGeom>
          <a:noFill/>
        </p:spPr>
        <p:txBody>
          <a:bodyPr wrap="square" rtlCol="0">
            <a:spAutoFit/>
          </a:bodyPr>
          <a:lstStyle/>
          <a:p>
            <a:pPr algn="l" rtl="0">
              <a:lnSpc>
                <a:spcPct val="140000"/>
              </a:lnSpc>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Remove breakout room from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More</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Remove</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9" name="TextBox 28">
            <a:extLst>
              <a:ext uri="{FF2B5EF4-FFF2-40B4-BE49-F238E27FC236}">
                <a16:creationId xmlns:a16="http://schemas.microsoft.com/office/drawing/2014/main" id="{8A07E2DB-FC81-0549-8BF3-D7439EE779A6}"/>
              </a:ext>
            </a:extLst>
          </p:cNvPr>
          <p:cNvSpPr txBox="1"/>
          <p:nvPr/>
        </p:nvSpPr>
        <p:spPr>
          <a:xfrm>
            <a:off x="173030" y="4374744"/>
            <a:ext cx="2661609" cy="276999"/>
          </a:xfrm>
          <a:prstGeom prst="rect">
            <a:avLst/>
          </a:prstGeom>
          <a:noFill/>
        </p:spPr>
        <p:txBody>
          <a:bodyPr wrap="square">
            <a:spAutoFit/>
          </a:bodyPr>
          <a:lstStyle/>
          <a:p>
            <a:r>
              <a:rPr lang="en-US" altLang="ko-KR" sz="1200" b="1" dirty="0">
                <a:solidFill>
                  <a:prstClr val="black"/>
                </a:solidFill>
                <a:latin typeface="나눔바른고딕" panose="020B0603020101020101" pitchFamily="50" charset="-127"/>
                <a:ea typeface="나눔바른고딕" panose="020B0603020101020101" pitchFamily="50" charset="-127"/>
              </a:rPr>
              <a:t>- Auto assign to breakout rooms</a:t>
            </a:r>
            <a:endParaRPr lang="en-US" altLang="ko-KR" sz="1200" b="1" dirty="0">
              <a:solidFill>
                <a:prstClr val="black"/>
              </a:solidFill>
              <a:ea typeface="나눔바른고딕" panose="020B0603020101020101" pitchFamily="50" charset="-127"/>
            </a:endParaRPr>
          </a:p>
        </p:txBody>
      </p:sp>
      <p:sp>
        <p:nvSpPr>
          <p:cNvPr id="33" name="TextBox 32">
            <a:extLst>
              <a:ext uri="{FF2B5EF4-FFF2-40B4-BE49-F238E27FC236}">
                <a16:creationId xmlns:a16="http://schemas.microsoft.com/office/drawing/2014/main" id="{FCF3B8E7-4ECC-404C-9268-8B111BD259C7}"/>
              </a:ext>
            </a:extLst>
          </p:cNvPr>
          <p:cNvSpPr txBox="1"/>
          <p:nvPr/>
        </p:nvSpPr>
        <p:spPr>
          <a:xfrm>
            <a:off x="225869" y="6630590"/>
            <a:ext cx="2415706" cy="276999"/>
          </a:xfrm>
          <a:prstGeom prst="rect">
            <a:avLst/>
          </a:prstGeom>
          <a:noFill/>
        </p:spPr>
        <p:txBody>
          <a:bodyPr wrap="square">
            <a:spAutoFit/>
          </a:bodyPr>
          <a:lstStyle/>
          <a:p>
            <a:r>
              <a:rPr lang="en-US" altLang="ko-KR" sz="1200" b="1" dirty="0">
                <a:solidFill>
                  <a:prstClr val="black"/>
                </a:solidFill>
                <a:latin typeface="나눔바른고딕" panose="020B0603020101020101" pitchFamily="50" charset="-127"/>
                <a:ea typeface="나눔바른고딕" panose="020B0603020101020101" pitchFamily="50" charset="-127"/>
              </a:rPr>
              <a:t>- Rename breakout room</a:t>
            </a:r>
            <a:endParaRPr lang="en-US" altLang="ko-KR" sz="1200" b="1" dirty="0">
              <a:solidFill>
                <a:prstClr val="black"/>
              </a:solidFill>
              <a:ea typeface="나눔바른고딕" panose="020B0603020101020101" pitchFamily="50" charset="-127"/>
            </a:endParaRPr>
          </a:p>
        </p:txBody>
      </p:sp>
      <p:sp>
        <p:nvSpPr>
          <p:cNvPr id="34" name="TextBox 33">
            <a:extLst>
              <a:ext uri="{FF2B5EF4-FFF2-40B4-BE49-F238E27FC236}">
                <a16:creationId xmlns:a16="http://schemas.microsoft.com/office/drawing/2014/main" id="{D24F8030-1F58-9B4D-950A-0384DD9B9358}"/>
              </a:ext>
            </a:extLst>
          </p:cNvPr>
          <p:cNvSpPr txBox="1"/>
          <p:nvPr/>
        </p:nvSpPr>
        <p:spPr>
          <a:xfrm>
            <a:off x="234001" y="8856012"/>
            <a:ext cx="2415706" cy="276999"/>
          </a:xfrm>
          <a:prstGeom prst="rect">
            <a:avLst/>
          </a:prstGeom>
          <a:noFill/>
        </p:spPr>
        <p:txBody>
          <a:bodyPr wrap="square">
            <a:spAutoFit/>
          </a:bodyPr>
          <a:lstStyle/>
          <a:p>
            <a:r>
              <a:rPr lang="en-US" altLang="ko-KR" sz="1200" b="1" dirty="0">
                <a:solidFill>
                  <a:prstClr val="black"/>
                </a:solidFill>
                <a:latin typeface="나눔바른고딕" panose="020B0603020101020101" pitchFamily="50" charset="-127"/>
                <a:ea typeface="나눔바른고딕" panose="020B0603020101020101" pitchFamily="50" charset="-127"/>
              </a:rPr>
              <a:t>- Remove breakout room</a:t>
            </a:r>
            <a:endParaRPr lang="en-US" altLang="ko-KR" sz="1200" b="1" dirty="0">
              <a:solidFill>
                <a:prstClr val="black"/>
              </a:solidFill>
              <a:ea typeface="나눔바른고딕" panose="020B0603020101020101" pitchFamily="50" charset="-127"/>
            </a:endParaRPr>
          </a:p>
        </p:txBody>
      </p:sp>
      <p:sp>
        <p:nvSpPr>
          <p:cNvPr id="25" name="TextBox 24">
            <a:extLst>
              <a:ext uri="{FF2B5EF4-FFF2-40B4-BE49-F238E27FC236}">
                <a16:creationId xmlns:a16="http://schemas.microsoft.com/office/drawing/2014/main" id="{249B9321-A8B9-314D-85E4-D8D974710194}"/>
              </a:ext>
            </a:extLst>
          </p:cNvPr>
          <p:cNvSpPr txBox="1"/>
          <p:nvPr/>
        </p:nvSpPr>
        <p:spPr>
          <a:xfrm>
            <a:off x="209005" y="291412"/>
            <a:ext cx="4075611"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Join Breakout Room</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31" name="TextBox 30">
            <a:extLst>
              <a:ext uri="{FF2B5EF4-FFF2-40B4-BE49-F238E27FC236}">
                <a16:creationId xmlns:a16="http://schemas.microsoft.com/office/drawing/2014/main" id="{D8240A9D-C319-C541-B3A7-A569C0A41AA2}"/>
              </a:ext>
            </a:extLst>
          </p:cNvPr>
          <p:cNvSpPr txBox="1"/>
          <p:nvPr/>
        </p:nvSpPr>
        <p:spPr>
          <a:xfrm>
            <a:off x="252530" y="615174"/>
            <a:ext cx="6439994" cy="1107996"/>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Join breakout room </a:t>
            </a:r>
            <a:r>
              <a:rPr lang="en-US" altLang="ko-KR" sz="1200" dirty="0">
                <a:solidFill>
                  <a:prstClr val="black"/>
                </a:solidFill>
                <a:latin typeface="나눔바른고딕" panose="020B0603020101020101" pitchFamily="50" charset="-127"/>
                <a:ea typeface="나눔바른고딕" panose="020B0603020101020101" pitchFamily="50" charset="-127"/>
              </a:rPr>
              <a:t>by clicking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Join</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over the room.</a:t>
            </a:r>
          </a:p>
          <a:p>
            <a:pPr>
              <a:lnSpc>
                <a:spcPct val="140000"/>
              </a:lnSpc>
              <a:defRPr/>
            </a:pPr>
            <a:r>
              <a:rPr lang="en" altLang="ko-Kore-KR" sz="1200" dirty="0">
                <a:solidFill>
                  <a:prstClr val="black"/>
                </a:solidFill>
                <a:latin typeface="나눔바른고딕" panose="020B0603020101020101" pitchFamily="50" charset="-127"/>
                <a:ea typeface="나눔바른고딕" panose="020B0603020101020101" pitchFamily="50" charset="-127"/>
              </a:rPr>
              <a:t>moderator can enter all Breakout rooms, and participants can enter according to the permission of the moderator.</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37" name="TextBox 36">
            <a:extLst>
              <a:ext uri="{FF2B5EF4-FFF2-40B4-BE49-F238E27FC236}">
                <a16:creationId xmlns:a16="http://schemas.microsoft.com/office/drawing/2014/main" id="{85195F7D-19BC-9F45-BB47-F03A20BBA5EC}"/>
              </a:ext>
            </a:extLst>
          </p:cNvPr>
          <p:cNvSpPr txBox="1"/>
          <p:nvPr/>
        </p:nvSpPr>
        <p:spPr>
          <a:xfrm>
            <a:off x="328618" y="6848478"/>
            <a:ext cx="5442262" cy="319768"/>
          </a:xfrm>
          <a:prstGeom prst="rect">
            <a:avLst/>
          </a:prstGeom>
          <a:noFill/>
        </p:spPr>
        <p:txBody>
          <a:bodyPr wrap="square" rtlCol="0">
            <a:spAutoFit/>
          </a:bodyPr>
          <a:lstStyle/>
          <a:p>
            <a:pPr algn="l" rtl="0">
              <a:lnSpc>
                <a:spcPct val="140000"/>
              </a:lnSpc>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Rename breakout room from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Change Name</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38" name="TextBox 37">
            <a:extLst>
              <a:ext uri="{FF2B5EF4-FFF2-40B4-BE49-F238E27FC236}">
                <a16:creationId xmlns:a16="http://schemas.microsoft.com/office/drawing/2014/main" id="{40B4AB67-A4CA-3D40-81E9-BD834929E3C7}"/>
              </a:ext>
            </a:extLst>
          </p:cNvPr>
          <p:cNvSpPr txBox="1"/>
          <p:nvPr/>
        </p:nvSpPr>
        <p:spPr>
          <a:xfrm>
            <a:off x="311752" y="4622188"/>
            <a:ext cx="6074759" cy="319768"/>
          </a:xfrm>
          <a:prstGeom prst="rect">
            <a:avLst/>
          </a:prstGeom>
          <a:noFill/>
        </p:spPr>
        <p:txBody>
          <a:bodyPr wrap="square" rtlCol="0">
            <a:spAutoFit/>
          </a:bodyPr>
          <a:lstStyle/>
          <a:p>
            <a:pPr algn="l" rtl="0">
              <a:lnSpc>
                <a:spcPct val="140000"/>
              </a:lnSpc>
            </a:pPr>
            <a:r>
              <a:rPr lang="en-US" altLang="ko-KR" sz="1200" dirty="0">
                <a:solidFill>
                  <a:prstClr val="black"/>
                </a:solidFill>
                <a:latin typeface="나눔바른고딕" panose="020B0603020101020101" pitchFamily="50" charset="-127"/>
                <a:ea typeface="나눔바른고딕" panose="020B0603020101020101" pitchFamily="50" charset="-127"/>
              </a:rPr>
              <a:t>Assign participants automatically by clicking </a:t>
            </a:r>
            <a:r>
              <a:rPr lang="en-US" altLang="ko-KR" sz="1200" b="1" dirty="0">
                <a:solidFill>
                  <a:prstClr val="black"/>
                </a:solidFill>
                <a:latin typeface="나눔바른고딕" panose="020B0603020101020101" pitchFamily="50" charset="-127"/>
                <a:ea typeface="나눔바른고딕" panose="020B0603020101020101" pitchFamily="50" charset="-127"/>
              </a:rPr>
              <a:t>[Auto assign to breakout rooms</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p>
        </p:txBody>
      </p:sp>
      <p:sp>
        <p:nvSpPr>
          <p:cNvPr id="41" name="직사각형 40">
            <a:extLst>
              <a:ext uri="{FF2B5EF4-FFF2-40B4-BE49-F238E27FC236}">
                <a16:creationId xmlns:a16="http://schemas.microsoft.com/office/drawing/2014/main" id="{DA583027-7481-054B-9472-88AE7C9C6C68}"/>
              </a:ext>
            </a:extLst>
          </p:cNvPr>
          <p:cNvSpPr/>
          <p:nvPr/>
        </p:nvSpPr>
        <p:spPr>
          <a:xfrm>
            <a:off x="868486" y="5035359"/>
            <a:ext cx="2324830"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42" name="직사각형 41">
            <a:extLst>
              <a:ext uri="{FF2B5EF4-FFF2-40B4-BE49-F238E27FC236}">
                <a16:creationId xmlns:a16="http://schemas.microsoft.com/office/drawing/2014/main" id="{89D29B19-27C7-8A4D-8551-54D3F8F0BEA2}"/>
              </a:ext>
            </a:extLst>
          </p:cNvPr>
          <p:cNvSpPr/>
          <p:nvPr/>
        </p:nvSpPr>
        <p:spPr>
          <a:xfrm>
            <a:off x="1839433" y="7987003"/>
            <a:ext cx="1325007" cy="63156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43" name="오른쪽 화살표[R] 42">
            <a:extLst>
              <a:ext uri="{FF2B5EF4-FFF2-40B4-BE49-F238E27FC236}">
                <a16:creationId xmlns:a16="http://schemas.microsoft.com/office/drawing/2014/main" id="{7474063E-4E31-DF49-BD69-1498A74A00FC}"/>
              </a:ext>
            </a:extLst>
          </p:cNvPr>
          <p:cNvSpPr/>
          <p:nvPr/>
        </p:nvSpPr>
        <p:spPr>
          <a:xfrm>
            <a:off x="3388498" y="7922980"/>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5" name="그림 4">
            <a:extLst>
              <a:ext uri="{FF2B5EF4-FFF2-40B4-BE49-F238E27FC236}">
                <a16:creationId xmlns:a16="http://schemas.microsoft.com/office/drawing/2014/main" id="{B462071E-EB02-8344-B712-58E7F301E37B}"/>
              </a:ext>
            </a:extLst>
          </p:cNvPr>
          <p:cNvPicPr>
            <a:picLocks noChangeAspect="1"/>
          </p:cNvPicPr>
          <p:nvPr/>
        </p:nvPicPr>
        <p:blipFill rotWithShape="1">
          <a:blip r:embed="rId3">
            <a:extLst>
              <a:ext uri="{28A0092B-C50C-407E-A947-70E740481C1C}">
                <a14:useLocalDpi xmlns:a14="http://schemas.microsoft.com/office/drawing/2010/main" val="0"/>
              </a:ext>
            </a:extLst>
          </a:blip>
          <a:srcRect t="16944"/>
          <a:stretch/>
        </p:blipFill>
        <p:spPr>
          <a:xfrm>
            <a:off x="928612" y="1517643"/>
            <a:ext cx="2264703" cy="2228308"/>
          </a:xfrm>
          <a:prstGeom prst="rect">
            <a:avLst/>
          </a:prstGeom>
        </p:spPr>
      </p:pic>
      <p:pic>
        <p:nvPicPr>
          <p:cNvPr id="7" name="그림 6">
            <a:extLst>
              <a:ext uri="{FF2B5EF4-FFF2-40B4-BE49-F238E27FC236}">
                <a16:creationId xmlns:a16="http://schemas.microsoft.com/office/drawing/2014/main" id="{10BB1771-0FC8-9646-A697-4E68063F674B}"/>
              </a:ext>
            </a:extLst>
          </p:cNvPr>
          <p:cNvPicPr>
            <a:picLocks noChangeAspect="1"/>
          </p:cNvPicPr>
          <p:nvPr/>
        </p:nvPicPr>
        <p:blipFill rotWithShape="1">
          <a:blip r:embed="rId4">
            <a:extLst>
              <a:ext uri="{28A0092B-C50C-407E-A947-70E740481C1C}">
                <a14:useLocalDpi xmlns:a14="http://schemas.microsoft.com/office/drawing/2010/main" val="0"/>
              </a:ext>
            </a:extLst>
          </a:blip>
          <a:srcRect t="16944"/>
          <a:stretch/>
        </p:blipFill>
        <p:spPr>
          <a:xfrm>
            <a:off x="3664686" y="1506203"/>
            <a:ext cx="2264703" cy="2228308"/>
          </a:xfrm>
          <a:prstGeom prst="rect">
            <a:avLst/>
          </a:prstGeom>
        </p:spPr>
      </p:pic>
      <p:sp>
        <p:nvSpPr>
          <p:cNvPr id="35" name="오른쪽 화살표[R] 34">
            <a:extLst>
              <a:ext uri="{FF2B5EF4-FFF2-40B4-BE49-F238E27FC236}">
                <a16:creationId xmlns:a16="http://schemas.microsoft.com/office/drawing/2014/main" id="{C5F79CCF-BFD8-0B48-B672-7A65FD26ADF5}"/>
              </a:ext>
            </a:extLst>
          </p:cNvPr>
          <p:cNvSpPr/>
          <p:nvPr/>
        </p:nvSpPr>
        <p:spPr>
          <a:xfrm>
            <a:off x="3388498" y="2314657"/>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6" name="직사각형 35">
            <a:extLst>
              <a:ext uri="{FF2B5EF4-FFF2-40B4-BE49-F238E27FC236}">
                <a16:creationId xmlns:a16="http://schemas.microsoft.com/office/drawing/2014/main" id="{F32A11BE-4D1C-6843-912E-C4C2BDE3B5ED}"/>
              </a:ext>
            </a:extLst>
          </p:cNvPr>
          <p:cNvSpPr/>
          <p:nvPr/>
        </p:nvSpPr>
        <p:spPr>
          <a:xfrm>
            <a:off x="2649706" y="3101686"/>
            <a:ext cx="543609" cy="29556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4" name="그림 13">
            <a:extLst>
              <a:ext uri="{FF2B5EF4-FFF2-40B4-BE49-F238E27FC236}">
                <a16:creationId xmlns:a16="http://schemas.microsoft.com/office/drawing/2014/main" id="{63B0A59C-2C97-2743-9852-1DD19FB9D8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8848" y="7357574"/>
            <a:ext cx="2715000" cy="1260995"/>
          </a:xfrm>
          <a:prstGeom prst="rect">
            <a:avLst/>
          </a:prstGeom>
          <a:ln>
            <a:solidFill>
              <a:schemeClr val="bg1">
                <a:lumMod val="85000"/>
              </a:schemeClr>
            </a:solidFill>
          </a:ln>
        </p:spPr>
      </p:pic>
    </p:spTree>
    <p:extLst>
      <p:ext uri="{BB962C8B-B14F-4D97-AF65-F5344CB8AC3E}">
        <p14:creationId xmlns:p14="http://schemas.microsoft.com/office/powerpoint/2010/main" val="3828901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083"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a:t>
              </a:r>
              <a:r>
                <a:rPr lang="ko-KR" altLang="en-US" sz="1000" dirty="0">
                  <a:solidFill>
                    <a:schemeClr val="bg1"/>
                  </a:solidFill>
                  <a:latin typeface="나눔고딕" panose="020D0604000000000000" pitchFamily="50" charset="-127"/>
                  <a:ea typeface="나눔고딕" panose="020D0604000000000000" pitchFamily="50" charset="-127"/>
                </a:rPr>
                <a:t>가이드</a:t>
              </a:r>
              <a:endParaRPr lang="en-US" altLang="ko-KR" sz="1000" dirty="0">
                <a:solidFill>
                  <a:schemeClr val="bg1"/>
                </a:solidFill>
                <a:latin typeface="나눔고딕" panose="020D0604000000000000" pitchFamily="50" charset="-127"/>
                <a:ea typeface="나눔고딕" panose="020D0604000000000000" pitchFamily="50" charset="-127"/>
              </a:endParaRP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Tile view settings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277094"/>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47</a:t>
            </a:fld>
            <a:endParaRPr lang="ko-KR" altLang="en-US"/>
          </a:p>
        </p:txBody>
      </p:sp>
      <p:sp>
        <p:nvSpPr>
          <p:cNvPr id="24" name="TextBox 23">
            <a:extLst>
              <a:ext uri="{FF2B5EF4-FFF2-40B4-BE49-F238E27FC236}">
                <a16:creationId xmlns:a16="http://schemas.microsoft.com/office/drawing/2014/main" id="{93245616-F221-9A43-9EA1-186670D59B20}"/>
              </a:ext>
            </a:extLst>
          </p:cNvPr>
          <p:cNvSpPr txBox="1"/>
          <p:nvPr/>
        </p:nvSpPr>
        <p:spPr>
          <a:xfrm>
            <a:off x="160878" y="2758438"/>
            <a:ext cx="2071145"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Tile view settings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25" name="TextBox 24">
            <a:extLst>
              <a:ext uri="{FF2B5EF4-FFF2-40B4-BE49-F238E27FC236}">
                <a16:creationId xmlns:a16="http://schemas.microsoft.com/office/drawing/2014/main" id="{8CBC18DF-7836-F344-B86B-6D35134AA372}"/>
              </a:ext>
            </a:extLst>
          </p:cNvPr>
          <p:cNvSpPr txBox="1"/>
          <p:nvPr/>
        </p:nvSpPr>
        <p:spPr>
          <a:xfrm>
            <a:off x="243130" y="3126339"/>
            <a:ext cx="6508544" cy="319768"/>
          </a:xfrm>
          <a:prstGeom prst="rect">
            <a:avLst/>
          </a:prstGeom>
          <a:noFill/>
        </p:spPr>
        <p:txBody>
          <a:bodyPr wrap="square" rtlCol="0">
            <a:spAutoFit/>
          </a:bodyPr>
          <a:lstStyle/>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Users can set tile layouts and lock certain participant(s) from </a:t>
            </a:r>
            <a:r>
              <a:rPr lang="en-US" altLang="ko-KR" sz="1200" b="1" dirty="0">
                <a:solidFill>
                  <a:prstClr val="black"/>
                </a:solidFill>
                <a:latin typeface="나눔바른고딕" panose="020B0603020101020101" pitchFamily="50" charset="-127"/>
                <a:ea typeface="나눔바른고딕" panose="020B0603020101020101" pitchFamily="50" charset="-127"/>
              </a:rPr>
              <a:t>[Tile view settings]</a:t>
            </a:r>
            <a:r>
              <a:rPr lang="en-US" altLang="ko-KR" sz="1200" dirty="0">
                <a:solidFill>
                  <a:prstClr val="black"/>
                </a:solidFill>
                <a:latin typeface="나눔바른고딕" panose="020B0603020101020101" pitchFamily="50" charset="-127"/>
                <a:ea typeface="나눔바른고딕" panose="020B0603020101020101" pitchFamily="50" charset="-127"/>
              </a:rPr>
              <a:t>.</a:t>
            </a:r>
          </a:p>
        </p:txBody>
      </p:sp>
      <p:sp>
        <p:nvSpPr>
          <p:cNvPr id="27" name="TextBox 26">
            <a:extLst>
              <a:ext uri="{FF2B5EF4-FFF2-40B4-BE49-F238E27FC236}">
                <a16:creationId xmlns:a16="http://schemas.microsoft.com/office/drawing/2014/main" id="{74AB6FCF-248A-064E-8132-327D5086611F}"/>
              </a:ext>
            </a:extLst>
          </p:cNvPr>
          <p:cNvSpPr txBox="1"/>
          <p:nvPr/>
        </p:nvSpPr>
        <p:spPr>
          <a:xfrm>
            <a:off x="243130" y="4666965"/>
            <a:ext cx="5765684" cy="578300"/>
          </a:xfrm>
          <a:prstGeom prst="rect">
            <a:avLst/>
          </a:prstGeom>
          <a:noFill/>
        </p:spPr>
        <p:txBody>
          <a:bodyPr wrap="square" rtlCol="0">
            <a:spAutoFit/>
          </a:bodyPr>
          <a:lstStyle/>
          <a:p>
            <a:pPr lvl="0">
              <a:lnSpc>
                <a:spcPct val="140000"/>
              </a:lnSpc>
              <a:defRPr/>
            </a:pP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Tile Layout</a:t>
            </a:r>
          </a:p>
          <a:p>
            <a:pPr lvl="0">
              <a:lnSpc>
                <a:spcPct val="140000"/>
              </a:lnSpc>
              <a:defRPr/>
            </a:pP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Tile layout can be set from ’2</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x</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2’</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‘7</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x</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7’.</a:t>
            </a:r>
          </a:p>
        </p:txBody>
      </p:sp>
      <p:pic>
        <p:nvPicPr>
          <p:cNvPr id="4" name="그림 3">
            <a:extLst>
              <a:ext uri="{FF2B5EF4-FFF2-40B4-BE49-F238E27FC236}">
                <a16:creationId xmlns:a16="http://schemas.microsoft.com/office/drawing/2014/main" id="{A3BCF931-9AC3-D743-B82E-65D2A31577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0349" y="6879824"/>
            <a:ext cx="3675686" cy="2259434"/>
          </a:xfrm>
          <a:prstGeom prst="rect">
            <a:avLst/>
          </a:prstGeom>
        </p:spPr>
      </p:pic>
      <p:pic>
        <p:nvPicPr>
          <p:cNvPr id="32" name="그림 31">
            <a:extLst>
              <a:ext uri="{FF2B5EF4-FFF2-40B4-BE49-F238E27FC236}">
                <a16:creationId xmlns:a16="http://schemas.microsoft.com/office/drawing/2014/main" id="{452DF30A-D270-9A4E-9E5D-A61E03FDE4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1965" y="6879824"/>
            <a:ext cx="2492848" cy="2259434"/>
          </a:xfrm>
          <a:prstGeom prst="rect">
            <a:avLst/>
          </a:prstGeom>
        </p:spPr>
      </p:pic>
      <p:sp>
        <p:nvSpPr>
          <p:cNvPr id="34" name="TextBox 33">
            <a:extLst>
              <a:ext uri="{FF2B5EF4-FFF2-40B4-BE49-F238E27FC236}">
                <a16:creationId xmlns:a16="http://schemas.microsoft.com/office/drawing/2014/main" id="{390B079A-1468-5943-B81E-FF9DAB7DEF46}"/>
              </a:ext>
            </a:extLst>
          </p:cNvPr>
          <p:cNvSpPr txBox="1"/>
          <p:nvPr/>
        </p:nvSpPr>
        <p:spPr>
          <a:xfrm>
            <a:off x="945073" y="9139258"/>
            <a:ext cx="1146631" cy="319768"/>
          </a:xfrm>
          <a:prstGeom prst="rect">
            <a:avLst/>
          </a:prstGeom>
          <a:noFill/>
        </p:spPr>
        <p:txBody>
          <a:bodyPr wrap="square" rtlCol="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a:t>
            </a:r>
            <a:r>
              <a:rPr lang="en-US" altLang="ko-KR" sz="1200" b="1" dirty="0">
                <a:solidFill>
                  <a:prstClr val="black"/>
                </a:solidFill>
                <a:latin typeface="나눔바른고딕" panose="020B0603020101020101" pitchFamily="50" charset="-127"/>
                <a:ea typeface="나눔바른고딕" panose="020B0603020101020101" pitchFamily="50" charset="-127"/>
              </a:rPr>
              <a:t>x2]</a:t>
            </a:r>
            <a:endPar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35" name="TextBox 34">
            <a:extLst>
              <a:ext uri="{FF2B5EF4-FFF2-40B4-BE49-F238E27FC236}">
                <a16:creationId xmlns:a16="http://schemas.microsoft.com/office/drawing/2014/main" id="{2A093804-F396-CA45-97C9-D164CFFA4826}"/>
              </a:ext>
            </a:extLst>
          </p:cNvPr>
          <p:cNvSpPr txBox="1"/>
          <p:nvPr/>
        </p:nvSpPr>
        <p:spPr>
          <a:xfrm>
            <a:off x="4270147" y="9161811"/>
            <a:ext cx="1146631" cy="319768"/>
          </a:xfrm>
          <a:prstGeom prst="rect">
            <a:avLst/>
          </a:prstGeom>
          <a:noFill/>
        </p:spPr>
        <p:txBody>
          <a:bodyPr wrap="square" rtlCol="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[7</a:t>
            </a:r>
            <a:r>
              <a:rPr lang="en-US" altLang="ko-KR" sz="1200" b="1" dirty="0">
                <a:solidFill>
                  <a:prstClr val="black"/>
                </a:solidFill>
                <a:latin typeface="나눔바른고딕" panose="020B0603020101020101" pitchFamily="50" charset="-127"/>
                <a:ea typeface="나눔바른고딕" panose="020B0603020101020101" pitchFamily="50" charset="-127"/>
              </a:rPr>
              <a:t>x7]</a:t>
            </a:r>
            <a:endPar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36" name="TextBox 35">
            <a:extLst>
              <a:ext uri="{FF2B5EF4-FFF2-40B4-BE49-F238E27FC236}">
                <a16:creationId xmlns:a16="http://schemas.microsoft.com/office/drawing/2014/main" id="{0B5DCEB6-72DD-874E-BDC0-F7E184304C60}"/>
              </a:ext>
            </a:extLst>
          </p:cNvPr>
          <p:cNvSpPr txBox="1"/>
          <p:nvPr/>
        </p:nvSpPr>
        <p:spPr>
          <a:xfrm>
            <a:off x="243130" y="6527410"/>
            <a:ext cx="1036055" cy="319768"/>
          </a:xfrm>
          <a:prstGeom prst="rect">
            <a:avLst/>
          </a:prstGeom>
          <a:noFill/>
        </p:spPr>
        <p:txBody>
          <a:bodyPr wrap="square" rtlCol="0">
            <a:spAutoFit/>
          </a:bodyPr>
          <a:lstStyle/>
          <a:p>
            <a:pPr marR="0" lvl="0" algn="l" defTabSz="457200" rtl="0" eaLnBrk="1" fontAlgn="auto" latinLnBrk="0" hangingPunct="1">
              <a:lnSpc>
                <a:spcPct val="140000"/>
              </a:lnSpc>
              <a:spcBef>
                <a:spcPts val="0"/>
              </a:spcBef>
              <a:spcAft>
                <a:spcPts val="0"/>
              </a:spcAft>
              <a:buClrTx/>
              <a:buSzTx/>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Example)</a:t>
            </a:r>
          </a:p>
        </p:txBody>
      </p:sp>
      <p:pic>
        <p:nvPicPr>
          <p:cNvPr id="5" name="그림 4">
            <a:extLst>
              <a:ext uri="{FF2B5EF4-FFF2-40B4-BE49-F238E27FC236}">
                <a16:creationId xmlns:a16="http://schemas.microsoft.com/office/drawing/2014/main" id="{5414FAAD-CD87-7D4F-9253-63F8F6CFF1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684" y="5300252"/>
            <a:ext cx="4136865" cy="1157675"/>
          </a:xfrm>
          <a:prstGeom prst="rect">
            <a:avLst/>
          </a:prstGeom>
        </p:spPr>
      </p:pic>
      <p:pic>
        <p:nvPicPr>
          <p:cNvPr id="7" name="그림 6">
            <a:extLst>
              <a:ext uri="{FF2B5EF4-FFF2-40B4-BE49-F238E27FC236}">
                <a16:creationId xmlns:a16="http://schemas.microsoft.com/office/drawing/2014/main" id="{7A38BAB2-92B1-2E40-9A03-17EFC41E6B0B}"/>
              </a:ext>
            </a:extLst>
          </p:cNvPr>
          <p:cNvPicPr>
            <a:picLocks noChangeAspect="1"/>
          </p:cNvPicPr>
          <p:nvPr/>
        </p:nvPicPr>
        <p:blipFill rotWithShape="1">
          <a:blip r:embed="rId6">
            <a:extLst>
              <a:ext uri="{28A0092B-C50C-407E-A947-70E740481C1C}">
                <a14:useLocalDpi xmlns:a14="http://schemas.microsoft.com/office/drawing/2010/main" val="0"/>
              </a:ext>
            </a:extLst>
          </a:blip>
          <a:srcRect t="9274"/>
          <a:stretch/>
        </p:blipFill>
        <p:spPr>
          <a:xfrm>
            <a:off x="669684" y="3535836"/>
            <a:ext cx="3390183" cy="944521"/>
          </a:xfrm>
          <a:prstGeom prst="rect">
            <a:avLst/>
          </a:prstGeom>
        </p:spPr>
      </p:pic>
      <p:sp>
        <p:nvSpPr>
          <p:cNvPr id="28" name="직사각형 27">
            <a:extLst>
              <a:ext uri="{FF2B5EF4-FFF2-40B4-BE49-F238E27FC236}">
                <a16:creationId xmlns:a16="http://schemas.microsoft.com/office/drawing/2014/main" id="{152E5B09-4D7D-0844-A79C-83727B4CF7B1}"/>
              </a:ext>
            </a:extLst>
          </p:cNvPr>
          <p:cNvSpPr/>
          <p:nvPr/>
        </p:nvSpPr>
        <p:spPr>
          <a:xfrm>
            <a:off x="2297808" y="3915659"/>
            <a:ext cx="296537" cy="27356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grpSp>
        <p:nvGrpSpPr>
          <p:cNvPr id="33" name="Group 31">
            <a:extLst>
              <a:ext uri="{FF2B5EF4-FFF2-40B4-BE49-F238E27FC236}">
                <a16:creationId xmlns:a16="http://schemas.microsoft.com/office/drawing/2014/main" id="{7C653355-4FD0-BB47-954E-D783E706F973}"/>
              </a:ext>
            </a:extLst>
          </p:cNvPr>
          <p:cNvGrpSpPr/>
          <p:nvPr/>
        </p:nvGrpSpPr>
        <p:grpSpPr>
          <a:xfrm>
            <a:off x="1279185" y="107537"/>
            <a:ext cx="5561768" cy="281649"/>
            <a:chOff x="1279185" y="107537"/>
            <a:chExt cx="5561768" cy="281649"/>
          </a:xfrm>
        </p:grpSpPr>
        <p:sp>
          <p:nvSpPr>
            <p:cNvPr id="37" name="Rectangle 32">
              <a:extLst>
                <a:ext uri="{FF2B5EF4-FFF2-40B4-BE49-F238E27FC236}">
                  <a16:creationId xmlns:a16="http://schemas.microsoft.com/office/drawing/2014/main" id="{5E2C81BE-4600-0B47-92F0-26F507243A2F}"/>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38" name="Rectangle 33">
              <a:extLst>
                <a:ext uri="{FF2B5EF4-FFF2-40B4-BE49-F238E27FC236}">
                  <a16:creationId xmlns:a16="http://schemas.microsoft.com/office/drawing/2014/main" id="{D0435607-3B57-A74C-96FB-6E751C5526C5}"/>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39" name="Rectangle 34">
              <a:extLst>
                <a:ext uri="{FF2B5EF4-FFF2-40B4-BE49-F238E27FC236}">
                  <a16:creationId xmlns:a16="http://schemas.microsoft.com/office/drawing/2014/main" id="{409D0AEF-A8B7-CE41-8C3D-6E5E91B4BDBF}"/>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40" name="Rectangle 35">
              <a:extLst>
                <a:ext uri="{FF2B5EF4-FFF2-40B4-BE49-F238E27FC236}">
                  <a16:creationId xmlns:a16="http://schemas.microsoft.com/office/drawing/2014/main" id="{5D273D3D-EFF1-B141-B4EB-D06AE3F0ADF8}"/>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Tree>
    <p:extLst>
      <p:ext uri="{BB962C8B-B14F-4D97-AF65-F5344CB8AC3E}">
        <p14:creationId xmlns:p14="http://schemas.microsoft.com/office/powerpoint/2010/main" val="39685608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48</a:t>
            </a:fld>
            <a:endParaRPr lang="ko-KR" altLang="en-US"/>
          </a:p>
        </p:txBody>
      </p:sp>
      <p:sp>
        <p:nvSpPr>
          <p:cNvPr id="31" name="TextBox 30">
            <a:extLst>
              <a:ext uri="{FF2B5EF4-FFF2-40B4-BE49-F238E27FC236}">
                <a16:creationId xmlns:a16="http://schemas.microsoft.com/office/drawing/2014/main" id="{70880511-B465-7C41-928C-EBC936BF99C6}"/>
              </a:ext>
            </a:extLst>
          </p:cNvPr>
          <p:cNvSpPr txBox="1"/>
          <p:nvPr/>
        </p:nvSpPr>
        <p:spPr>
          <a:xfrm>
            <a:off x="295884" y="350506"/>
            <a:ext cx="5765684" cy="836832"/>
          </a:xfrm>
          <a:prstGeom prst="rect">
            <a:avLst/>
          </a:prstGeom>
          <a:noFill/>
        </p:spPr>
        <p:txBody>
          <a:bodyPr wrap="square" rtlCol="0">
            <a:spAutoFit/>
          </a:bodyPr>
          <a:lstStyle/>
          <a:p>
            <a:pPr lvl="0">
              <a:lnSpc>
                <a:spcPct val="140000"/>
              </a:lnSpc>
              <a:defRPr/>
            </a:pPr>
            <a:r>
              <a:rPr lang="en-US" altLang="ko-KR" sz="1200" b="1" dirty="0">
                <a:solidFill>
                  <a:prstClr val="black"/>
                </a:solidFill>
                <a:latin typeface="나눔바른고딕" panose="020B0603020101020101" pitchFamily="50" charset="-127"/>
                <a:ea typeface="나눔바른고딕" panose="020B0603020101020101" pitchFamily="50" charset="-127"/>
              </a:rPr>
              <a:t>- Pin participants</a:t>
            </a:r>
          </a:p>
          <a:p>
            <a:pPr lvl="0">
              <a:lnSpc>
                <a:spcPct val="140000"/>
              </a:lnSpc>
              <a:defRPr/>
            </a:pP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Users can select participants to lock from the participant list by ticking their name box. Once chosen, users can drag them to reorder.</a:t>
            </a:r>
          </a:p>
        </p:txBody>
      </p:sp>
      <p:sp>
        <p:nvSpPr>
          <p:cNvPr id="24" name="TextBox 23">
            <a:extLst>
              <a:ext uri="{FF2B5EF4-FFF2-40B4-BE49-F238E27FC236}">
                <a16:creationId xmlns:a16="http://schemas.microsoft.com/office/drawing/2014/main" id="{42AD5DA3-BFAF-9347-8704-DACC2D60F040}"/>
              </a:ext>
            </a:extLst>
          </p:cNvPr>
          <p:cNvSpPr txBox="1"/>
          <p:nvPr/>
        </p:nvSpPr>
        <p:spPr>
          <a:xfrm>
            <a:off x="607703" y="1247104"/>
            <a:ext cx="5580446" cy="1353897"/>
          </a:xfrm>
          <a:prstGeom prst="rect">
            <a:avLst/>
          </a:prstGeom>
          <a:noFill/>
        </p:spPr>
        <p:txBody>
          <a:bodyPr wrap="square" rtlCol="0">
            <a:spAutoFit/>
          </a:bodyPr>
          <a:lstStyle/>
          <a:p>
            <a:pPr lvl="0">
              <a:lnSpc>
                <a:spcPct val="140000"/>
              </a:lnSpc>
              <a:defRPr/>
            </a:pP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Lock method</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1.</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 altLang="ko-KR" sz="1200" dirty="0">
                <a:solidFill>
                  <a:prstClr val="black"/>
                </a:solidFill>
                <a:latin typeface="나눔바른고딕" panose="020B0603020101020101" pitchFamily="50" charset="-127"/>
                <a:ea typeface="나눔바른고딕" panose="020B0603020101020101" pitchFamily="50" charset="-127"/>
              </a:rPr>
              <a:t>Select a participant to pin from the participant list (check the checkbox)</a:t>
            </a:r>
          </a:p>
          <a:p>
            <a:pPr lvl="0">
              <a:lnSpc>
                <a:spcPct val="140000"/>
              </a:lnSpc>
              <a:defRPr/>
            </a:pPr>
            <a:r>
              <a:rPr lang="en" altLang="ko-KR" sz="1200" dirty="0">
                <a:solidFill>
                  <a:prstClr val="black"/>
                </a:solidFill>
                <a:latin typeface="나눔바른고딕" panose="020B0603020101020101" pitchFamily="50" charset="-127"/>
                <a:ea typeface="나눔바른고딕" panose="020B0603020101020101" pitchFamily="50" charset="-127"/>
              </a:rPr>
              <a:t>2. Selected participants change the order by dragging</a:t>
            </a:r>
          </a:p>
          <a:p>
            <a:pPr lvl="0">
              <a:lnSpc>
                <a:spcPct val="140000"/>
              </a:lnSpc>
              <a:defRPr/>
            </a:pPr>
            <a:r>
              <a:rPr lang="en" altLang="ko-KR" sz="1200" dirty="0">
                <a:solidFill>
                  <a:prstClr val="black"/>
                </a:solidFill>
                <a:latin typeface="나눔바른고딕" panose="020B0603020101020101" pitchFamily="50" charset="-127"/>
                <a:ea typeface="나눔바른고딕" panose="020B0603020101020101" pitchFamily="50" charset="-127"/>
              </a:rPr>
              <a:t>     (Deselect with [X], [Reset] button)</a:t>
            </a:r>
          </a:p>
          <a:p>
            <a:pPr lvl="0">
              <a:lnSpc>
                <a:spcPct val="140000"/>
              </a:lnSpc>
              <a:defRPr/>
            </a:pPr>
            <a:r>
              <a:rPr lang="en" altLang="ko-KR" sz="1200" dirty="0">
                <a:solidFill>
                  <a:prstClr val="black"/>
                </a:solidFill>
                <a:latin typeface="나눔바른고딕" panose="020B0603020101020101" pitchFamily="50" charset="-127"/>
                <a:ea typeface="나눔바른고딕" panose="020B0603020101020101" pitchFamily="50" charset="-127"/>
              </a:rPr>
              <a:t>3. Select the [Apply] button</a:t>
            </a:r>
            <a:endParaRPr lang="en-US" altLang="ko-KR" sz="1200" dirty="0">
              <a:solidFill>
                <a:prstClr val="black"/>
              </a:solidFill>
              <a:latin typeface="나눔바른고딕" panose="020B0603020101020101" pitchFamily="50" charset="-127"/>
              <a:ea typeface="나눔바른고딕" panose="020B0603020101020101" pitchFamily="50" charset="-127"/>
            </a:endParaRPr>
          </a:p>
        </p:txBody>
      </p:sp>
      <p:sp>
        <p:nvSpPr>
          <p:cNvPr id="25" name="TextBox 24">
            <a:extLst>
              <a:ext uri="{FF2B5EF4-FFF2-40B4-BE49-F238E27FC236}">
                <a16:creationId xmlns:a16="http://schemas.microsoft.com/office/drawing/2014/main" id="{2F33905D-80A2-8E46-8C93-6B8D84E649EA}"/>
              </a:ext>
            </a:extLst>
          </p:cNvPr>
          <p:cNvSpPr txBox="1"/>
          <p:nvPr/>
        </p:nvSpPr>
        <p:spPr>
          <a:xfrm>
            <a:off x="250694" y="8877795"/>
            <a:ext cx="6296367" cy="578300"/>
          </a:xfrm>
          <a:prstGeom prst="rect">
            <a:avLst/>
          </a:prstGeom>
          <a:noFill/>
        </p:spPr>
        <p:txBody>
          <a:bodyPr wrap="square" rtlCol="0">
            <a:spAutoFit/>
          </a:bodyPr>
          <a:lstStyle/>
          <a:p>
            <a:pPr lvl="0">
              <a:lnSpc>
                <a:spcPct val="140000"/>
              </a:lnSpc>
              <a:defRPr/>
            </a:pPr>
            <a:r>
              <a:rPr lang="en-US" altLang="ko-KR" sz="1200" dirty="0">
                <a:solidFill>
                  <a:srgbClr val="FF0000"/>
                </a:solidFill>
                <a:latin typeface="NanumGothic" panose="020D0604000000000000" pitchFamily="34" charset="-127"/>
                <a:ea typeface="NanumGothic" panose="020D0604000000000000" pitchFamily="34" charset="-127"/>
              </a:rPr>
              <a:t>※ The number of participants to be locked will automatically change accordingly.</a:t>
            </a:r>
          </a:p>
          <a:p>
            <a:pPr>
              <a:lnSpc>
                <a:spcPct val="140000"/>
              </a:lnSpc>
              <a:defRPr/>
            </a:pPr>
            <a:r>
              <a:rPr lang="en-US" altLang="ko-KR" sz="1200" dirty="0">
                <a:solidFill>
                  <a:srgbClr val="FF0000"/>
                </a:solidFill>
                <a:latin typeface="NanumGothic" panose="020D0604000000000000" pitchFamily="34" charset="-127"/>
                <a:ea typeface="NanumGothic" panose="020D0604000000000000" pitchFamily="34" charset="-127"/>
              </a:rPr>
              <a:t>※ Pinning is reflected to all other participants’ screen in the meeting room.</a:t>
            </a:r>
          </a:p>
        </p:txBody>
      </p:sp>
      <p:pic>
        <p:nvPicPr>
          <p:cNvPr id="34" name="그림 33">
            <a:extLst>
              <a:ext uri="{FF2B5EF4-FFF2-40B4-BE49-F238E27FC236}">
                <a16:creationId xmlns:a16="http://schemas.microsoft.com/office/drawing/2014/main" id="{CFDF20F2-9163-624A-888C-FB991F1650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8481" y="6036593"/>
            <a:ext cx="2839322" cy="2543760"/>
          </a:xfrm>
          <a:prstGeom prst="rect">
            <a:avLst/>
          </a:prstGeom>
        </p:spPr>
      </p:pic>
      <p:pic>
        <p:nvPicPr>
          <p:cNvPr id="35" name="그림 34">
            <a:extLst>
              <a:ext uri="{FF2B5EF4-FFF2-40B4-BE49-F238E27FC236}">
                <a16:creationId xmlns:a16="http://schemas.microsoft.com/office/drawing/2014/main" id="{929F8F5A-132E-A54B-ADFA-B3F357B192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290" y="6042416"/>
            <a:ext cx="2849011" cy="2543760"/>
          </a:xfrm>
          <a:prstGeom prst="rect">
            <a:avLst/>
          </a:prstGeom>
        </p:spPr>
      </p:pic>
      <p:sp>
        <p:nvSpPr>
          <p:cNvPr id="36" name="오른쪽 화살표[R] 35">
            <a:extLst>
              <a:ext uri="{FF2B5EF4-FFF2-40B4-BE49-F238E27FC236}">
                <a16:creationId xmlns:a16="http://schemas.microsoft.com/office/drawing/2014/main" id="{05116AFE-CF8C-764A-B4B8-43DE738E5F28}"/>
              </a:ext>
            </a:extLst>
          </p:cNvPr>
          <p:cNvSpPr/>
          <p:nvPr/>
        </p:nvSpPr>
        <p:spPr>
          <a:xfrm>
            <a:off x="3310321" y="7171871"/>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7" name="TextBox 36">
            <a:extLst>
              <a:ext uri="{FF2B5EF4-FFF2-40B4-BE49-F238E27FC236}">
                <a16:creationId xmlns:a16="http://schemas.microsoft.com/office/drawing/2014/main" id="{522D289E-E001-BA4B-BC1A-2A40BB69A4ED}"/>
              </a:ext>
            </a:extLst>
          </p:cNvPr>
          <p:cNvSpPr txBox="1"/>
          <p:nvPr/>
        </p:nvSpPr>
        <p:spPr>
          <a:xfrm>
            <a:off x="1120674" y="8542043"/>
            <a:ext cx="1299837" cy="319768"/>
          </a:xfrm>
          <a:prstGeom prst="rect">
            <a:avLst/>
          </a:prstGeom>
          <a:noFill/>
        </p:spPr>
        <p:txBody>
          <a:bodyPr wrap="square" rtlCol="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[before]</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p>
        </p:txBody>
      </p:sp>
      <p:sp>
        <p:nvSpPr>
          <p:cNvPr id="38" name="TextBox 37">
            <a:extLst>
              <a:ext uri="{FF2B5EF4-FFF2-40B4-BE49-F238E27FC236}">
                <a16:creationId xmlns:a16="http://schemas.microsoft.com/office/drawing/2014/main" id="{918CDBA8-B019-DC4F-BC4D-604518B4EF2C}"/>
              </a:ext>
            </a:extLst>
          </p:cNvPr>
          <p:cNvSpPr txBox="1"/>
          <p:nvPr/>
        </p:nvSpPr>
        <p:spPr>
          <a:xfrm>
            <a:off x="4230729" y="8526059"/>
            <a:ext cx="1299837" cy="319768"/>
          </a:xfrm>
          <a:prstGeom prst="rect">
            <a:avLst/>
          </a:prstGeom>
          <a:noFill/>
        </p:spPr>
        <p:txBody>
          <a:bodyPr wrap="square" rtlCol="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[after]</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p>
        </p:txBody>
      </p:sp>
      <p:sp>
        <p:nvSpPr>
          <p:cNvPr id="39" name="직사각형 38">
            <a:extLst>
              <a:ext uri="{FF2B5EF4-FFF2-40B4-BE49-F238E27FC236}">
                <a16:creationId xmlns:a16="http://schemas.microsoft.com/office/drawing/2014/main" id="{7311C56C-16DD-2649-B041-4B87397CA805}"/>
              </a:ext>
            </a:extLst>
          </p:cNvPr>
          <p:cNvSpPr/>
          <p:nvPr/>
        </p:nvSpPr>
        <p:spPr>
          <a:xfrm>
            <a:off x="3478379" y="6036593"/>
            <a:ext cx="2983331" cy="1276629"/>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3" name="그림 2">
            <a:extLst>
              <a:ext uri="{FF2B5EF4-FFF2-40B4-BE49-F238E27FC236}">
                <a16:creationId xmlns:a16="http://schemas.microsoft.com/office/drawing/2014/main" id="{A5EF911C-5BE3-5547-81C0-4967C220A0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1147" y="2686114"/>
            <a:ext cx="4895705" cy="2969422"/>
          </a:xfrm>
          <a:prstGeom prst="rect">
            <a:avLst/>
          </a:prstGeom>
        </p:spPr>
      </p:pic>
      <p:sp>
        <p:nvSpPr>
          <p:cNvPr id="17" name="TextBox 16">
            <a:extLst>
              <a:ext uri="{FF2B5EF4-FFF2-40B4-BE49-F238E27FC236}">
                <a16:creationId xmlns:a16="http://schemas.microsoft.com/office/drawing/2014/main" id="{5D92FEE6-AFB9-4545-9209-906F727880D3}"/>
              </a:ext>
            </a:extLst>
          </p:cNvPr>
          <p:cNvSpPr txBox="1"/>
          <p:nvPr/>
        </p:nvSpPr>
        <p:spPr>
          <a:xfrm>
            <a:off x="314562" y="5681483"/>
            <a:ext cx="1036055" cy="319768"/>
          </a:xfrm>
          <a:prstGeom prst="rect">
            <a:avLst/>
          </a:prstGeom>
          <a:noFill/>
        </p:spPr>
        <p:txBody>
          <a:bodyPr wrap="square" rtlCol="0">
            <a:spAutoFit/>
          </a:bodyPr>
          <a:lstStyle/>
          <a:p>
            <a:pPr marR="0" lvl="0" algn="l" defTabSz="457200" rtl="0" eaLnBrk="1" fontAlgn="auto" latinLnBrk="0" hangingPunct="1">
              <a:lnSpc>
                <a:spcPct val="140000"/>
              </a:lnSpc>
              <a:spcBef>
                <a:spcPts val="0"/>
              </a:spcBef>
              <a:spcAft>
                <a:spcPts val="0"/>
              </a:spcAft>
              <a:buClrTx/>
              <a:buSzTx/>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Example)</a:t>
            </a:r>
          </a:p>
        </p:txBody>
      </p:sp>
      <p:sp>
        <p:nvSpPr>
          <p:cNvPr id="14" name="타원 13">
            <a:extLst>
              <a:ext uri="{FF2B5EF4-FFF2-40B4-BE49-F238E27FC236}">
                <a16:creationId xmlns:a16="http://schemas.microsoft.com/office/drawing/2014/main" id="{D81A0C52-BADE-A246-A2F6-A38967D75BF9}"/>
              </a:ext>
            </a:extLst>
          </p:cNvPr>
          <p:cNvSpPr/>
          <p:nvPr/>
        </p:nvSpPr>
        <p:spPr>
          <a:xfrm>
            <a:off x="4040097" y="3235148"/>
            <a:ext cx="249323" cy="24465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ko-Kore-KR" sz="1200" dirty="0"/>
              <a:t>1</a:t>
            </a:r>
            <a:endParaRPr kumimoji="1" lang="ko-Kore-KR" altLang="en-US" sz="1200" dirty="0"/>
          </a:p>
        </p:txBody>
      </p:sp>
      <p:sp>
        <p:nvSpPr>
          <p:cNvPr id="15" name="타원 14">
            <a:extLst>
              <a:ext uri="{FF2B5EF4-FFF2-40B4-BE49-F238E27FC236}">
                <a16:creationId xmlns:a16="http://schemas.microsoft.com/office/drawing/2014/main" id="{F1674C32-936A-3E43-9107-DAFE3AC60B05}"/>
              </a:ext>
            </a:extLst>
          </p:cNvPr>
          <p:cNvSpPr/>
          <p:nvPr/>
        </p:nvSpPr>
        <p:spPr>
          <a:xfrm>
            <a:off x="2144939" y="3170278"/>
            <a:ext cx="249323" cy="24465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ko-KR" sz="1200" dirty="0"/>
              <a:t>2</a:t>
            </a:r>
            <a:endParaRPr kumimoji="1" lang="ko-Kore-KR" altLang="en-US" sz="1200" dirty="0"/>
          </a:p>
        </p:txBody>
      </p:sp>
      <p:sp>
        <p:nvSpPr>
          <p:cNvPr id="18" name="타원 17">
            <a:extLst>
              <a:ext uri="{FF2B5EF4-FFF2-40B4-BE49-F238E27FC236}">
                <a16:creationId xmlns:a16="http://schemas.microsoft.com/office/drawing/2014/main" id="{503B56BD-F757-CC48-AAF6-24D738D01892}"/>
              </a:ext>
            </a:extLst>
          </p:cNvPr>
          <p:cNvSpPr/>
          <p:nvPr/>
        </p:nvSpPr>
        <p:spPr>
          <a:xfrm>
            <a:off x="4847006" y="5173497"/>
            <a:ext cx="249323" cy="24465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ko-KR" sz="1200" dirty="0"/>
              <a:t>3</a:t>
            </a:r>
            <a:endParaRPr kumimoji="1" lang="ko-Kore-KR" altLang="en-US" sz="1200" dirty="0"/>
          </a:p>
        </p:txBody>
      </p:sp>
    </p:spTree>
    <p:extLst>
      <p:ext uri="{BB962C8B-B14F-4D97-AF65-F5344CB8AC3E}">
        <p14:creationId xmlns:p14="http://schemas.microsoft.com/office/powerpoint/2010/main" val="38736043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More</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24" name="TextBox 23">
            <a:extLst>
              <a:ext uri="{FF2B5EF4-FFF2-40B4-BE49-F238E27FC236}">
                <a16:creationId xmlns:a16="http://schemas.microsoft.com/office/drawing/2014/main" id="{0F4CF6ED-7E24-134F-8D64-E4C05231AE4B}"/>
              </a:ext>
            </a:extLst>
          </p:cNvPr>
          <p:cNvSpPr txBox="1"/>
          <p:nvPr/>
        </p:nvSpPr>
        <p:spPr>
          <a:xfrm>
            <a:off x="258222" y="3141497"/>
            <a:ext cx="6326079"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Hosts can set and change default audio/camera settings for participants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 - [Setting] - [Moderator]tab</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8" name="슬라이드 번호 개체 틀 1">
            <a:extLst>
              <a:ext uri="{FF2B5EF4-FFF2-40B4-BE49-F238E27FC236}">
                <a16:creationId xmlns:a16="http://schemas.microsoft.com/office/drawing/2014/main" id="{AF1550A6-5B47-EB4B-9DAC-D5F82C03D96F}"/>
              </a:ext>
            </a:extLst>
          </p:cNvPr>
          <p:cNvSpPr>
            <a:spLocks noGrp="1"/>
          </p:cNvSpPr>
          <p:nvPr>
            <p:ph type="sldNum" sz="quarter" idx="12"/>
          </p:nvPr>
        </p:nvSpPr>
        <p:spPr>
          <a:xfrm>
            <a:off x="4843463" y="9181397"/>
            <a:ext cx="1543050" cy="527403"/>
          </a:xfrm>
        </p:spPr>
        <p:txBody>
          <a:bodyPr/>
          <a:lstStyle/>
          <a:p>
            <a:fld id="{025F5712-77C1-483E-AF6C-501D64E640ED}" type="slidenum">
              <a:rPr lang="ko-KR" altLang="en-US" smtClean="0"/>
              <a:t>49</a:t>
            </a:fld>
            <a:endParaRPr lang="ko-KR" altLang="en-US" dirty="0"/>
          </a:p>
        </p:txBody>
      </p:sp>
      <p:grpSp>
        <p:nvGrpSpPr>
          <p:cNvPr id="16" name="Group 15">
            <a:extLst>
              <a:ext uri="{FF2B5EF4-FFF2-40B4-BE49-F238E27FC236}">
                <a16:creationId xmlns:a16="http://schemas.microsoft.com/office/drawing/2014/main" id="{96705EAE-3276-B744-AF47-9D0C316C9333}"/>
              </a:ext>
            </a:extLst>
          </p:cNvPr>
          <p:cNvGrpSpPr/>
          <p:nvPr/>
        </p:nvGrpSpPr>
        <p:grpSpPr>
          <a:xfrm>
            <a:off x="1279185" y="107537"/>
            <a:ext cx="5561768" cy="281649"/>
            <a:chOff x="1279185" y="107537"/>
            <a:chExt cx="5561768" cy="281649"/>
          </a:xfrm>
        </p:grpSpPr>
        <p:sp>
          <p:nvSpPr>
            <p:cNvPr id="22" name="Rectangle 21">
              <a:extLst>
                <a:ext uri="{FF2B5EF4-FFF2-40B4-BE49-F238E27FC236}">
                  <a16:creationId xmlns:a16="http://schemas.microsoft.com/office/drawing/2014/main" id="{DF4B61FF-006C-1D41-A505-61DA6AE6776F}"/>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3" name="Rectangle 22">
              <a:extLst>
                <a:ext uri="{FF2B5EF4-FFF2-40B4-BE49-F238E27FC236}">
                  <a16:creationId xmlns:a16="http://schemas.microsoft.com/office/drawing/2014/main" id="{3A64D9F8-E5BA-A84E-B2A2-0ADABC48516F}"/>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5" name="Rectangle 24">
              <a:extLst>
                <a:ext uri="{FF2B5EF4-FFF2-40B4-BE49-F238E27FC236}">
                  <a16:creationId xmlns:a16="http://schemas.microsoft.com/office/drawing/2014/main" id="{2A2B94F2-697F-254E-A600-C697BE00787B}"/>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7" name="Rectangle 26">
              <a:extLst>
                <a:ext uri="{FF2B5EF4-FFF2-40B4-BE49-F238E27FC236}">
                  <a16:creationId xmlns:a16="http://schemas.microsoft.com/office/drawing/2014/main" id="{9906449B-FC99-B747-8DB5-B81B94B87C52}"/>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20" name="TextBox 19">
            <a:extLst>
              <a:ext uri="{FF2B5EF4-FFF2-40B4-BE49-F238E27FC236}">
                <a16:creationId xmlns:a16="http://schemas.microsoft.com/office/drawing/2014/main" id="{ABF0B30D-6C51-F242-B6D3-DFFE0CD9A8C3}"/>
              </a:ext>
            </a:extLst>
          </p:cNvPr>
          <p:cNvSpPr txBox="1"/>
          <p:nvPr/>
        </p:nvSpPr>
        <p:spPr>
          <a:xfrm>
            <a:off x="258222" y="2786279"/>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Settings</a:t>
            </a:r>
            <a:r>
              <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 </a:t>
            </a: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a:t>
            </a:r>
            <a:r>
              <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 </a:t>
            </a: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Moderator</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30" name="TextBox 29">
            <a:extLst>
              <a:ext uri="{FF2B5EF4-FFF2-40B4-BE49-F238E27FC236}">
                <a16:creationId xmlns:a16="http://schemas.microsoft.com/office/drawing/2014/main" id="{F8C05427-3F36-9E4C-A12E-02A2F55F7CAC}"/>
              </a:ext>
            </a:extLst>
          </p:cNvPr>
          <p:cNvSpPr txBox="1"/>
          <p:nvPr/>
        </p:nvSpPr>
        <p:spPr>
          <a:xfrm>
            <a:off x="258222" y="6615459"/>
            <a:ext cx="6462767" cy="2960811"/>
          </a:xfrm>
          <a:prstGeom prst="rect">
            <a:avLst/>
          </a:prstGeom>
          <a:noFill/>
        </p:spPr>
        <p:txBody>
          <a:bodyPr wrap="square" rtlCol="0">
            <a:spAutoFit/>
          </a:bodyPr>
          <a:lstStyle/>
          <a:p>
            <a:pPr>
              <a:lnSpc>
                <a:spcPct val="140000"/>
              </a:lnSpc>
              <a:defRPr/>
            </a:pP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Everyone starts muted</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Everyone starts muted on joining the meeting.</a:t>
            </a:r>
          </a:p>
          <a:p>
            <a:pPr>
              <a:lnSpc>
                <a:spcPct val="140000"/>
              </a:lnSpc>
              <a:defRPr/>
            </a:pPr>
            <a:endParaRPr lang="en-US" altLang="ko-KR" sz="700" dirty="0">
              <a:solidFill>
                <a:prstClr val="black"/>
              </a:solidFill>
              <a:latin typeface="나눔바른고딕" panose="020B0603020101020101" pitchFamily="50" charset="-127"/>
              <a:ea typeface="나눔바른고딕" panose="020B0603020101020101" pitchFamily="50" charset="-127"/>
            </a:endParaRPr>
          </a:p>
          <a:p>
            <a:pPr>
              <a:lnSpc>
                <a:spcPct val="140000"/>
              </a:lnSpc>
              <a:defRPr/>
            </a:pP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Everyone starts hidden:</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Everyone starts with camera turned off on joining the meeting.</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7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Everyone follow me</a:t>
            </a:r>
            <a:r>
              <a:rPr lang="en-US" altLang="ko-KR" sz="1200" dirty="0">
                <a:solidFill>
                  <a:prstClr val="black"/>
                </a:solidFill>
                <a:latin typeface="나눔바른고딕" panose="020B0603020101020101" pitchFamily="50" charset="-127"/>
                <a:ea typeface="나눔바른고딕" panose="020B0603020101020101" pitchFamily="50" charset="-127"/>
              </a:rPr>
              <a:t>: Everyone’s screen follows that of the host. </a:t>
            </a:r>
          </a:p>
          <a:p>
            <a:pPr>
              <a:lnSpc>
                <a:spcPct val="140000"/>
              </a:lnSpc>
              <a:defRPr/>
            </a:pP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ex</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If a host toggles to tile view mode, it is reflected on everyone’s screen accordingly.</a:t>
            </a:r>
          </a:p>
          <a:p>
            <a:pPr>
              <a:lnSpc>
                <a:spcPct val="140000"/>
              </a:lnSpc>
              <a:defRPr/>
            </a:pPr>
            <a:endParaRPr lang="en-US" altLang="ko-KR" sz="1200" b="1" dirty="0">
              <a:solidFill>
                <a:prstClr val="black"/>
              </a:solidFill>
              <a:latin typeface="나눔바른고딕" panose="020B0603020101020101" pitchFamily="50" charset="-127"/>
              <a:ea typeface="나눔바른고딕" panose="020B0603020101020101" pitchFamily="50" charset="-127"/>
            </a:endParaRPr>
          </a:p>
          <a:p>
            <a:pPr marL="171450" indent="-171450">
              <a:lnSpc>
                <a:spcPct val="14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Mute reaction sounds for everyone</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Reactions sounds are muted for everyone</a:t>
            </a:r>
          </a:p>
          <a:p>
            <a:pPr marL="171450" indent="-171450">
              <a:lnSpc>
                <a:spcPct val="140000"/>
              </a:lnSpc>
              <a:buFontTx/>
              <a:buChar char="-"/>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171450" indent="-171450">
              <a:lnSpc>
                <a:spcPct val="14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Show user name of pointer in document sharing : </a:t>
            </a:r>
            <a:r>
              <a:rPr lang="en-US" altLang="ko-KR" sz="1200" dirty="0">
                <a:solidFill>
                  <a:prstClr val="black"/>
                </a:solidFill>
                <a:latin typeface="나눔바른고딕" panose="020B0603020101020101" pitchFamily="50" charset="-127"/>
                <a:ea typeface="나눔바른고딕" panose="020B0603020101020101" pitchFamily="50" charset="-127"/>
              </a:rPr>
              <a:t>Host can choose to display all user’s mouse pointer with each user’s name tagged along on a shared document. To enable/disable this option</a:t>
            </a:r>
          </a:p>
        </p:txBody>
      </p:sp>
      <p:pic>
        <p:nvPicPr>
          <p:cNvPr id="5" name="그림 4">
            <a:extLst>
              <a:ext uri="{FF2B5EF4-FFF2-40B4-BE49-F238E27FC236}">
                <a16:creationId xmlns:a16="http://schemas.microsoft.com/office/drawing/2014/main" id="{EAD74737-0047-02C6-6E63-985ED407C2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192" y="3922629"/>
            <a:ext cx="3500825" cy="2487692"/>
          </a:xfrm>
          <a:prstGeom prst="rect">
            <a:avLst/>
          </a:prstGeom>
        </p:spPr>
      </p:pic>
    </p:spTree>
    <p:extLst>
      <p:ext uri="{BB962C8B-B14F-4D97-AF65-F5344CB8AC3E}">
        <p14:creationId xmlns:p14="http://schemas.microsoft.com/office/powerpoint/2010/main" val="8381145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50</a:t>
            </a:fld>
            <a:endParaRPr lang="ko-KR" altLang="en-US" dirty="0"/>
          </a:p>
        </p:txBody>
      </p:sp>
      <p:sp>
        <p:nvSpPr>
          <p:cNvPr id="17" name="TextBox 16">
            <a:extLst>
              <a:ext uri="{FF2B5EF4-FFF2-40B4-BE49-F238E27FC236}">
                <a16:creationId xmlns:a16="http://schemas.microsoft.com/office/drawing/2014/main" id="{1DB6DF02-9932-4431-AF5B-93FB918A4E3D}"/>
              </a:ext>
            </a:extLst>
          </p:cNvPr>
          <p:cNvSpPr txBox="1"/>
          <p:nvPr/>
        </p:nvSpPr>
        <p:spPr>
          <a:xfrm>
            <a:off x="278348" y="3995135"/>
            <a:ext cx="3150652" cy="1612429"/>
          </a:xfrm>
          <a:prstGeom prst="rect">
            <a:avLst/>
          </a:prstGeom>
          <a:noFill/>
        </p:spPr>
        <p:txBody>
          <a:bodyPr wrap="square" rtlCol="0">
            <a:spAutoFit/>
          </a:bodyPr>
          <a:lstStyle/>
          <a:p>
            <a:pPr lvl="0">
              <a:lnSpc>
                <a:spcPct val="140000"/>
              </a:lnSpc>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Hosts can use</a:t>
            </a:r>
            <a:r>
              <a:rPr lang="en-US" altLang="ko-KR" sz="1200" b="1" dirty="0">
                <a:solidFill>
                  <a:prstClr val="black"/>
                </a:solidFill>
                <a:latin typeface="나눔바른고딕" panose="020B0603020101020101" pitchFamily="50" charset="-127"/>
                <a:ea typeface="나눔바른고딕" panose="020B0603020101020101" pitchFamily="50" charset="-127"/>
              </a:rPr>
              <a:t> [Participants]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Individual</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Settings(…)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[Mute]</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mute, or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[Stop Video]</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to disable video for specific users.</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b="0" dirty="0">
              <a:solidFill>
                <a:prstClr val="black"/>
              </a:solidFill>
              <a:latin typeface="나눔바른고딕" panose="020B0603020101020101" pitchFamily="50" charset="-127"/>
              <a:ea typeface="나눔바른고딕" panose="020B0603020101020101" pitchFamily="50" charset="-127"/>
            </a:endParaRP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This can be also done on [Settings(…)] on user tile-view.</a:t>
            </a:r>
          </a:p>
        </p:txBody>
      </p:sp>
      <p:sp>
        <p:nvSpPr>
          <p:cNvPr id="12" name="TextBox 11">
            <a:extLst>
              <a:ext uri="{FF2B5EF4-FFF2-40B4-BE49-F238E27FC236}">
                <a16:creationId xmlns:a16="http://schemas.microsoft.com/office/drawing/2014/main" id="{5C556A54-A3FF-E043-B132-BBCDF7C2B8D1}"/>
              </a:ext>
            </a:extLst>
          </p:cNvPr>
          <p:cNvSpPr txBox="1"/>
          <p:nvPr/>
        </p:nvSpPr>
        <p:spPr>
          <a:xfrm>
            <a:off x="3610103" y="905036"/>
            <a:ext cx="3007100" cy="1870961"/>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Hosts can use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Individual</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Settings(…)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[Mute everyone else]</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to turn OFF all audios except for that of a selected participant.</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This can be also done on [Settings(…)] on user tile-view.</a:t>
            </a:r>
          </a:p>
        </p:txBody>
      </p:sp>
      <p:sp>
        <p:nvSpPr>
          <p:cNvPr id="15" name="TextBox 14">
            <a:extLst>
              <a:ext uri="{FF2B5EF4-FFF2-40B4-BE49-F238E27FC236}">
                <a16:creationId xmlns:a16="http://schemas.microsoft.com/office/drawing/2014/main" id="{91568C3F-A84D-8642-A997-BC7839DE21B4}"/>
              </a:ext>
            </a:extLst>
          </p:cNvPr>
          <p:cNvSpPr txBox="1"/>
          <p:nvPr/>
        </p:nvSpPr>
        <p:spPr>
          <a:xfrm>
            <a:off x="245234" y="400862"/>
            <a:ext cx="5666467" cy="338554"/>
          </a:xfrm>
          <a:prstGeom prst="rect">
            <a:avLst/>
          </a:prstGeom>
          <a:noFill/>
        </p:spPr>
        <p:txBody>
          <a:bodyPr wrap="square" rtlCol="0">
            <a:spAutoFit/>
          </a:bodyPr>
          <a:lstStyle/>
          <a:p>
            <a:pPr lvl="0">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Mute/Disable Video for Everyone Else but a Specific User</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endParaRPr lang="ko-KR" altLang="en-US"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TextBox 15">
            <a:extLst>
              <a:ext uri="{FF2B5EF4-FFF2-40B4-BE49-F238E27FC236}">
                <a16:creationId xmlns:a16="http://schemas.microsoft.com/office/drawing/2014/main" id="{B51E839B-7F17-9349-8CCD-16B5D949CA69}"/>
              </a:ext>
            </a:extLst>
          </p:cNvPr>
          <p:cNvSpPr txBox="1"/>
          <p:nvPr/>
        </p:nvSpPr>
        <p:spPr>
          <a:xfrm>
            <a:off x="245235" y="3521956"/>
            <a:ext cx="6141278" cy="369332"/>
          </a:xfrm>
          <a:prstGeom prst="rect">
            <a:avLst/>
          </a:prstGeom>
          <a:noFill/>
        </p:spPr>
        <p:txBody>
          <a:bodyPr wrap="square" rtlCol="0">
            <a:spAutoFit/>
          </a:bodyPr>
          <a:lstStyle/>
          <a:p>
            <a:pPr lvl="0">
              <a:defRPr/>
            </a:pPr>
            <a:r>
              <a:rPr lang="en-US" altLang="ko-KR" dirty="0">
                <a:solidFill>
                  <a:srgbClr val="1D6B91"/>
                </a:solidFill>
                <a:latin typeface="나눔고딕 ExtraBold" panose="020D0904000000000000" pitchFamily="50" charset="-127"/>
                <a:ea typeface="나눔고딕 ExtraBold" panose="020D0904000000000000" pitchFamily="50" charset="-127"/>
              </a:rPr>
              <a:t>Mute/Stop Video for Specific User</a:t>
            </a:r>
            <a:endParaRPr lang="ko-KR" altLang="en-US" dirty="0">
              <a:solidFill>
                <a:srgbClr val="1D6B91"/>
              </a:solidFill>
              <a:latin typeface="나눔고딕 ExtraBold" panose="020D0904000000000000" pitchFamily="50" charset="-127"/>
              <a:ea typeface="나눔고딕 ExtraBold" panose="020D0904000000000000" pitchFamily="50" charset="-127"/>
            </a:endParaRPr>
          </a:p>
        </p:txBody>
      </p:sp>
      <p:sp>
        <p:nvSpPr>
          <p:cNvPr id="20" name="TextBox 19">
            <a:extLst>
              <a:ext uri="{FF2B5EF4-FFF2-40B4-BE49-F238E27FC236}">
                <a16:creationId xmlns:a16="http://schemas.microsoft.com/office/drawing/2014/main" id="{4F561708-A9CC-064B-8EB9-CD14F632E1E7}"/>
              </a:ext>
            </a:extLst>
          </p:cNvPr>
          <p:cNvSpPr txBox="1"/>
          <p:nvPr/>
        </p:nvSpPr>
        <p:spPr>
          <a:xfrm>
            <a:off x="3610102" y="7123986"/>
            <a:ext cx="2965757" cy="1353897"/>
          </a:xfrm>
          <a:prstGeom prst="rect">
            <a:avLst/>
          </a:prstGeom>
          <a:noFill/>
        </p:spPr>
        <p:txBody>
          <a:bodyPr wrap="square" rtlCol="0">
            <a:spAutoFit/>
          </a:bodyPr>
          <a:lstStyle/>
          <a:p>
            <a:pPr lvl="0">
              <a:lnSpc>
                <a:spcPct val="140000"/>
              </a:lnSpc>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Hosts can 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[Mute all]</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to mute all participants or </a:t>
            </a: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[Settings(…)] -</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[Stop everyone’s video] </a:t>
            </a:r>
            <a:r>
              <a:rPr lang="en-US" altLang="ko-KR" sz="1200" dirty="0">
                <a:solidFill>
                  <a:prstClr val="black"/>
                </a:solidFill>
                <a:latin typeface="나눔바른고딕" panose="020B0603020101020101" pitchFamily="50" charset="-127"/>
                <a:ea typeface="나눔바른고딕" panose="020B0603020101020101" pitchFamily="50" charset="-127"/>
              </a:rPr>
              <a:t>to turn all cameras off</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p>
        </p:txBody>
      </p:sp>
      <p:sp>
        <p:nvSpPr>
          <p:cNvPr id="21" name="TextBox 20">
            <a:extLst>
              <a:ext uri="{FF2B5EF4-FFF2-40B4-BE49-F238E27FC236}">
                <a16:creationId xmlns:a16="http://schemas.microsoft.com/office/drawing/2014/main" id="{26E86F6C-83EA-0443-B513-5073E3EAE0E7}"/>
              </a:ext>
            </a:extLst>
          </p:cNvPr>
          <p:cNvSpPr txBox="1"/>
          <p:nvPr/>
        </p:nvSpPr>
        <p:spPr>
          <a:xfrm>
            <a:off x="203891" y="6619812"/>
            <a:ext cx="5666467" cy="338554"/>
          </a:xfrm>
          <a:prstGeom prst="rect">
            <a:avLst/>
          </a:prstGeom>
          <a:noFill/>
        </p:spPr>
        <p:txBody>
          <a:bodyPr wrap="square" rtlCol="0">
            <a:spAutoFit/>
          </a:bodyPr>
          <a:lstStyle/>
          <a:p>
            <a:pPr lvl="0">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Mute All/Stop everyone’s video</a:t>
            </a:r>
            <a:endParaRPr lang="ko-KR" altLang="en-US" dirty="0">
              <a:solidFill>
                <a:srgbClr val="1D6B91"/>
              </a:solidFill>
              <a:latin typeface="나눔고딕 ExtraBold" panose="020D0904000000000000" pitchFamily="50" charset="-127"/>
              <a:ea typeface="나눔고딕 ExtraBold" panose="020D0904000000000000" pitchFamily="50" charset="-127"/>
            </a:endParaRPr>
          </a:p>
        </p:txBody>
      </p:sp>
      <p:pic>
        <p:nvPicPr>
          <p:cNvPr id="6" name="그림 5">
            <a:extLst>
              <a:ext uri="{FF2B5EF4-FFF2-40B4-BE49-F238E27FC236}">
                <a16:creationId xmlns:a16="http://schemas.microsoft.com/office/drawing/2014/main" id="{21B7ED75-1291-4E48-84E5-9465A7B3DB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452" y="843263"/>
            <a:ext cx="2824612" cy="2534908"/>
          </a:xfrm>
          <a:prstGeom prst="rect">
            <a:avLst/>
          </a:prstGeom>
        </p:spPr>
      </p:pic>
      <p:pic>
        <p:nvPicPr>
          <p:cNvPr id="19" name="그림 18">
            <a:extLst>
              <a:ext uri="{FF2B5EF4-FFF2-40B4-BE49-F238E27FC236}">
                <a16:creationId xmlns:a16="http://schemas.microsoft.com/office/drawing/2014/main" id="{A53A79F5-7A5A-BC46-803B-254D665591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7450" y="4035073"/>
            <a:ext cx="2824612" cy="2534908"/>
          </a:xfrm>
          <a:prstGeom prst="rect">
            <a:avLst/>
          </a:prstGeom>
        </p:spPr>
      </p:pic>
      <p:grpSp>
        <p:nvGrpSpPr>
          <p:cNvPr id="9" name="그룹 8">
            <a:extLst>
              <a:ext uri="{FF2B5EF4-FFF2-40B4-BE49-F238E27FC236}">
                <a16:creationId xmlns:a16="http://schemas.microsoft.com/office/drawing/2014/main" id="{8C10F802-5CA3-5A44-B37C-B05C7AD5437C}"/>
              </a:ext>
            </a:extLst>
          </p:cNvPr>
          <p:cNvGrpSpPr/>
          <p:nvPr/>
        </p:nvGrpSpPr>
        <p:grpSpPr>
          <a:xfrm>
            <a:off x="406814" y="7168680"/>
            <a:ext cx="2824612" cy="2089887"/>
            <a:chOff x="-501611" y="6956765"/>
            <a:chExt cx="4000500" cy="2565280"/>
          </a:xfrm>
        </p:grpSpPr>
        <p:pic>
          <p:nvPicPr>
            <p:cNvPr id="8" name="그림 7">
              <a:extLst>
                <a:ext uri="{FF2B5EF4-FFF2-40B4-BE49-F238E27FC236}">
                  <a16:creationId xmlns:a16="http://schemas.microsoft.com/office/drawing/2014/main" id="{143315F1-E9C0-CF43-851C-3E1D60D2B6C0}"/>
                </a:ext>
              </a:extLst>
            </p:cNvPr>
            <p:cNvPicPr>
              <a:picLocks noChangeAspect="1"/>
            </p:cNvPicPr>
            <p:nvPr/>
          </p:nvPicPr>
          <p:blipFill rotWithShape="1">
            <a:blip r:embed="rId3">
              <a:extLst>
                <a:ext uri="{28A0092B-C50C-407E-A947-70E740481C1C}">
                  <a14:useLocalDpi xmlns:a14="http://schemas.microsoft.com/office/drawing/2010/main" val="0"/>
                </a:ext>
              </a:extLst>
            </a:blip>
            <a:srcRect t="88780"/>
            <a:stretch/>
          </p:blipFill>
          <p:spPr>
            <a:xfrm>
              <a:off x="-501611" y="8782493"/>
              <a:ext cx="4000500" cy="739552"/>
            </a:xfrm>
            <a:prstGeom prst="rect">
              <a:avLst/>
            </a:prstGeom>
          </p:spPr>
        </p:pic>
        <p:pic>
          <p:nvPicPr>
            <p:cNvPr id="22" name="그림 21">
              <a:extLst>
                <a:ext uri="{FF2B5EF4-FFF2-40B4-BE49-F238E27FC236}">
                  <a16:creationId xmlns:a16="http://schemas.microsoft.com/office/drawing/2014/main" id="{3DCBEF29-176E-4046-B903-B74481E02B44}"/>
                </a:ext>
              </a:extLst>
            </p:cNvPr>
            <p:cNvPicPr>
              <a:picLocks noChangeAspect="1"/>
            </p:cNvPicPr>
            <p:nvPr/>
          </p:nvPicPr>
          <p:blipFill rotWithShape="1">
            <a:blip r:embed="rId3">
              <a:extLst>
                <a:ext uri="{28A0092B-C50C-407E-A947-70E740481C1C}">
                  <a14:useLocalDpi xmlns:a14="http://schemas.microsoft.com/office/drawing/2010/main" val="0"/>
                </a:ext>
              </a:extLst>
            </a:blip>
            <a:srcRect b="71615"/>
            <a:stretch/>
          </p:blipFill>
          <p:spPr>
            <a:xfrm>
              <a:off x="-501611" y="6956765"/>
              <a:ext cx="4000500" cy="1870961"/>
            </a:xfrm>
            <a:prstGeom prst="rect">
              <a:avLst/>
            </a:prstGeom>
          </p:spPr>
        </p:pic>
      </p:grpSp>
      <p:sp>
        <p:nvSpPr>
          <p:cNvPr id="26" name="직사각형 25">
            <a:extLst>
              <a:ext uri="{FF2B5EF4-FFF2-40B4-BE49-F238E27FC236}">
                <a16:creationId xmlns:a16="http://schemas.microsoft.com/office/drawing/2014/main" id="{96226730-3A32-6549-BA7C-565883AE917A}"/>
              </a:ext>
            </a:extLst>
          </p:cNvPr>
          <p:cNvSpPr/>
          <p:nvPr/>
        </p:nvSpPr>
        <p:spPr>
          <a:xfrm>
            <a:off x="939628" y="2276168"/>
            <a:ext cx="2165082"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7" name="직사각형 26">
            <a:extLst>
              <a:ext uri="{FF2B5EF4-FFF2-40B4-BE49-F238E27FC236}">
                <a16:creationId xmlns:a16="http://schemas.microsoft.com/office/drawing/2014/main" id="{EBA3CD73-FB90-2148-B165-C4D3093B5699}"/>
              </a:ext>
            </a:extLst>
          </p:cNvPr>
          <p:cNvSpPr/>
          <p:nvPr/>
        </p:nvSpPr>
        <p:spPr>
          <a:xfrm>
            <a:off x="939627" y="2974625"/>
            <a:ext cx="2165082"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8" name="직사각형 27">
            <a:extLst>
              <a:ext uri="{FF2B5EF4-FFF2-40B4-BE49-F238E27FC236}">
                <a16:creationId xmlns:a16="http://schemas.microsoft.com/office/drawing/2014/main" id="{9CC95C85-1DC6-8748-A0D3-B8CFD5529A60}"/>
              </a:ext>
            </a:extLst>
          </p:cNvPr>
          <p:cNvSpPr/>
          <p:nvPr/>
        </p:nvSpPr>
        <p:spPr>
          <a:xfrm>
            <a:off x="4157633" y="5110019"/>
            <a:ext cx="2165082"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9" name="직사각형 28">
            <a:extLst>
              <a:ext uri="{FF2B5EF4-FFF2-40B4-BE49-F238E27FC236}">
                <a16:creationId xmlns:a16="http://schemas.microsoft.com/office/drawing/2014/main" id="{6701395D-2077-0540-A7DC-6ECF7BF6E080}"/>
              </a:ext>
            </a:extLst>
          </p:cNvPr>
          <p:cNvSpPr/>
          <p:nvPr/>
        </p:nvSpPr>
        <p:spPr>
          <a:xfrm>
            <a:off x="4157632" y="5808476"/>
            <a:ext cx="2165082"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0" name="직사각형 29">
            <a:extLst>
              <a:ext uri="{FF2B5EF4-FFF2-40B4-BE49-F238E27FC236}">
                <a16:creationId xmlns:a16="http://schemas.microsoft.com/office/drawing/2014/main" id="{D3D9E111-6EAF-A844-92B0-B6057B28E947}"/>
              </a:ext>
            </a:extLst>
          </p:cNvPr>
          <p:cNvSpPr/>
          <p:nvPr/>
        </p:nvSpPr>
        <p:spPr>
          <a:xfrm>
            <a:off x="602931" y="7417287"/>
            <a:ext cx="2165082"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1" name="직사각형 30">
            <a:extLst>
              <a:ext uri="{FF2B5EF4-FFF2-40B4-BE49-F238E27FC236}">
                <a16:creationId xmlns:a16="http://schemas.microsoft.com/office/drawing/2014/main" id="{4C83C43B-C69C-AC43-B7A9-95963BC785A4}"/>
              </a:ext>
            </a:extLst>
          </p:cNvPr>
          <p:cNvSpPr/>
          <p:nvPr/>
        </p:nvSpPr>
        <p:spPr>
          <a:xfrm>
            <a:off x="1825674" y="8692918"/>
            <a:ext cx="811203" cy="48669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9813239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51</a:t>
            </a:fld>
            <a:endParaRPr lang="ko-KR" altLang="en-US" dirty="0"/>
          </a:p>
        </p:txBody>
      </p:sp>
      <p:sp>
        <p:nvSpPr>
          <p:cNvPr id="12" name="TextBox 11">
            <a:extLst>
              <a:ext uri="{FF2B5EF4-FFF2-40B4-BE49-F238E27FC236}">
                <a16:creationId xmlns:a16="http://schemas.microsoft.com/office/drawing/2014/main" id="{5C556A54-A3FF-E043-B132-BBCDF7C2B8D1}"/>
              </a:ext>
            </a:extLst>
          </p:cNvPr>
          <p:cNvSpPr txBox="1"/>
          <p:nvPr/>
        </p:nvSpPr>
        <p:spPr>
          <a:xfrm>
            <a:off x="245234" y="798700"/>
            <a:ext cx="6371969" cy="1353897"/>
          </a:xfrm>
          <a:prstGeom prst="rect">
            <a:avLst/>
          </a:prstGeom>
          <a:noFill/>
        </p:spPr>
        <p:txBody>
          <a:bodyPr wrap="square" rtlCol="0">
            <a:spAutoFit/>
          </a:bodyPr>
          <a:lstStyle/>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Host can ask to unmute selected participants from </a:t>
            </a:r>
            <a:r>
              <a:rPr lang="en-US" altLang="ko-KR" sz="1200" b="1" dirty="0">
                <a:solidFill>
                  <a:prstClr val="black"/>
                </a:solidFill>
                <a:latin typeface="나눔바른고딕" panose="020B0603020101020101" pitchFamily="50" charset="-127"/>
                <a:ea typeface="나눔바른고딕" panose="020B0603020101020101" pitchFamily="50" charset="-127"/>
              </a:rPr>
              <a:t>[Ask to unmute]</a:t>
            </a:r>
            <a:r>
              <a:rPr lang="en-US" altLang="ko-KR" sz="1200" dirty="0">
                <a:solidFill>
                  <a:prstClr val="black"/>
                </a:solidFill>
                <a:latin typeface="나눔바른고딕" panose="020B0603020101020101" pitchFamily="50" charset="-127"/>
                <a:ea typeface="나눔바른고딕" panose="020B0603020101020101" pitchFamily="50" charset="-127"/>
              </a:rPr>
              <a:t> button/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a:t>
            </a:r>
            <a:r>
              <a:rPr lang="en-US" altLang="ko-KR" sz="1200" dirty="0">
                <a:solidFill>
                  <a:prstClr val="black"/>
                </a:solidFill>
                <a:latin typeface="나눔바른고딕" panose="020B0603020101020101" pitchFamily="50" charset="-127"/>
                <a:ea typeface="나눔바른고딕" panose="020B0603020101020101" pitchFamily="50" charset="-127"/>
              </a:rPr>
              <a:t> - Individual</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Settings(…) - [Ask to unmute]</a:t>
            </a:r>
            <a:r>
              <a:rPr lang="en-US" altLang="ko-KR" sz="1200" dirty="0">
                <a:solidFill>
                  <a:prstClr val="black"/>
                </a:solidFill>
                <a:latin typeface="나눔바른고딕" panose="020B0603020101020101" pitchFamily="50" charset="-127"/>
                <a:ea typeface="나눔바른고딕" panose="020B0603020101020101" pitchFamily="50" charset="-127"/>
              </a:rPr>
              <a:t>.</a:t>
            </a:r>
          </a:p>
          <a:p>
            <a:pPr lvl="0">
              <a:lnSpc>
                <a:spcPct val="140000"/>
              </a:lnSpc>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Selected participants will receive an alert to unmute and will be unmuted on clicking </a:t>
            </a:r>
            <a:r>
              <a:rPr lang="en-US" altLang="ko-KR" sz="1200" b="1" dirty="0">
                <a:solidFill>
                  <a:prstClr val="black"/>
                </a:solidFill>
                <a:latin typeface="나눔바른고딕" panose="020B0603020101020101" pitchFamily="50" charset="-127"/>
                <a:ea typeface="나눔바른고딕" panose="020B0603020101020101" pitchFamily="50" charset="-127"/>
              </a:rPr>
              <a:t>[Unmute].</a:t>
            </a:r>
          </a:p>
        </p:txBody>
      </p:sp>
      <p:sp>
        <p:nvSpPr>
          <p:cNvPr id="15" name="TextBox 14">
            <a:extLst>
              <a:ext uri="{FF2B5EF4-FFF2-40B4-BE49-F238E27FC236}">
                <a16:creationId xmlns:a16="http://schemas.microsoft.com/office/drawing/2014/main" id="{91568C3F-A84D-8642-A997-BC7839DE21B4}"/>
              </a:ext>
            </a:extLst>
          </p:cNvPr>
          <p:cNvSpPr txBox="1"/>
          <p:nvPr/>
        </p:nvSpPr>
        <p:spPr>
          <a:xfrm>
            <a:off x="245234" y="368957"/>
            <a:ext cx="5666467" cy="338554"/>
          </a:xfrm>
          <a:prstGeom prst="rect">
            <a:avLst/>
          </a:prstGeom>
          <a:noFill/>
        </p:spPr>
        <p:txBody>
          <a:bodyPr wrap="square" rtlCol="0">
            <a:spAutoFit/>
          </a:bodyPr>
          <a:lstStyle/>
          <a:p>
            <a:pPr lvl="0">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Ask to unmute</a:t>
            </a:r>
            <a:endParaRPr lang="ko-KR" altLang="en-US"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TextBox 15">
            <a:extLst>
              <a:ext uri="{FF2B5EF4-FFF2-40B4-BE49-F238E27FC236}">
                <a16:creationId xmlns:a16="http://schemas.microsoft.com/office/drawing/2014/main" id="{B51E839B-7F17-9349-8CCD-16B5D949CA69}"/>
              </a:ext>
            </a:extLst>
          </p:cNvPr>
          <p:cNvSpPr txBox="1"/>
          <p:nvPr/>
        </p:nvSpPr>
        <p:spPr>
          <a:xfrm>
            <a:off x="245235" y="4952103"/>
            <a:ext cx="6141278" cy="338554"/>
          </a:xfrm>
          <a:prstGeom prst="rect">
            <a:avLst/>
          </a:prstGeom>
          <a:noFill/>
        </p:spPr>
        <p:txBody>
          <a:bodyPr wrap="square" rtlCol="0">
            <a:spAutoFit/>
          </a:bodyPr>
          <a:lstStyle/>
          <a:p>
            <a:pPr lvl="0">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Allow Video</a:t>
            </a:r>
            <a:endParaRPr lang="ko-KR" altLang="en-US" dirty="0">
              <a:solidFill>
                <a:srgbClr val="1D6B91"/>
              </a:solidFill>
              <a:latin typeface="나눔고딕 ExtraBold" panose="020D0904000000000000" pitchFamily="50" charset="-127"/>
              <a:ea typeface="나눔고딕 ExtraBold" panose="020D0904000000000000" pitchFamily="50" charset="-127"/>
            </a:endParaRPr>
          </a:p>
        </p:txBody>
      </p:sp>
      <p:sp>
        <p:nvSpPr>
          <p:cNvPr id="22" name="TextBox 21">
            <a:extLst>
              <a:ext uri="{FF2B5EF4-FFF2-40B4-BE49-F238E27FC236}">
                <a16:creationId xmlns:a16="http://schemas.microsoft.com/office/drawing/2014/main" id="{AABBE5ED-6552-D045-8D53-D3CAC95B2BC9}"/>
              </a:ext>
            </a:extLst>
          </p:cNvPr>
          <p:cNvSpPr txBox="1"/>
          <p:nvPr/>
        </p:nvSpPr>
        <p:spPr>
          <a:xfrm>
            <a:off x="245235" y="5349382"/>
            <a:ext cx="6371969" cy="1353897"/>
          </a:xfrm>
          <a:prstGeom prst="rect">
            <a:avLst/>
          </a:prstGeom>
          <a:noFill/>
        </p:spPr>
        <p:txBody>
          <a:bodyPr wrap="square" rtlCol="0">
            <a:spAutoFit/>
          </a:bodyPr>
          <a:lstStyle/>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Host can ask to unmute video for selected participants from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a:t>
            </a:r>
            <a:r>
              <a:rPr lang="en-US" altLang="ko-KR" sz="1200" dirty="0">
                <a:solidFill>
                  <a:prstClr val="black"/>
                </a:solidFill>
                <a:latin typeface="나눔바른고딕" panose="020B0603020101020101" pitchFamily="50" charset="-127"/>
                <a:ea typeface="나눔바른고딕" panose="020B0603020101020101" pitchFamily="50" charset="-127"/>
              </a:rPr>
              <a:t> - Individual</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Settings(…) - [Allow video]</a:t>
            </a:r>
            <a:r>
              <a:rPr lang="en-US" altLang="ko-KR" sz="1200" dirty="0">
                <a:solidFill>
                  <a:prstClr val="black"/>
                </a:solidFill>
                <a:latin typeface="나눔바른고딕" panose="020B0603020101020101" pitchFamily="50" charset="-127"/>
                <a:ea typeface="나눔바른고딕" panose="020B0603020101020101" pitchFamily="50" charset="-127"/>
              </a:rPr>
              <a:t>.</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Selected participants will receive an alert to unmute video. Video will be turned on if the participants click on </a:t>
            </a:r>
            <a:r>
              <a:rPr lang="en-US" altLang="ko-KR" sz="1200" b="1" dirty="0">
                <a:solidFill>
                  <a:prstClr val="black"/>
                </a:solidFill>
                <a:latin typeface="나눔바른고딕" panose="020B0603020101020101" pitchFamily="50" charset="-127"/>
                <a:ea typeface="나눔바른고딕" panose="020B0603020101020101" pitchFamily="50" charset="-127"/>
              </a:rPr>
              <a:t>[Unmute video].</a:t>
            </a:r>
          </a:p>
        </p:txBody>
      </p:sp>
      <p:pic>
        <p:nvPicPr>
          <p:cNvPr id="5" name="그림 4">
            <a:extLst>
              <a:ext uri="{FF2B5EF4-FFF2-40B4-BE49-F238E27FC236}">
                <a16:creationId xmlns:a16="http://schemas.microsoft.com/office/drawing/2014/main" id="{8B985F2A-3E16-8F4A-A086-7A1E17B44D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821" y="2313554"/>
            <a:ext cx="2640904" cy="2307463"/>
          </a:xfrm>
          <a:prstGeom prst="rect">
            <a:avLst/>
          </a:prstGeom>
        </p:spPr>
      </p:pic>
      <p:pic>
        <p:nvPicPr>
          <p:cNvPr id="9" name="그림 8">
            <a:extLst>
              <a:ext uri="{FF2B5EF4-FFF2-40B4-BE49-F238E27FC236}">
                <a16:creationId xmlns:a16="http://schemas.microsoft.com/office/drawing/2014/main" id="{BCCB14D3-7616-B140-A5FA-B254B77C4F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4971" y="3109484"/>
            <a:ext cx="2820432" cy="877883"/>
          </a:xfrm>
          <a:prstGeom prst="rect">
            <a:avLst/>
          </a:prstGeom>
          <a:ln>
            <a:solidFill>
              <a:schemeClr val="bg1">
                <a:lumMod val="75000"/>
              </a:schemeClr>
            </a:solidFill>
          </a:ln>
        </p:spPr>
      </p:pic>
      <p:pic>
        <p:nvPicPr>
          <p:cNvPr id="11" name="그림 10">
            <a:extLst>
              <a:ext uri="{FF2B5EF4-FFF2-40B4-BE49-F238E27FC236}">
                <a16:creationId xmlns:a16="http://schemas.microsoft.com/office/drawing/2014/main" id="{778E2B09-A52E-E248-B7F8-4F91A6C810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28999" y="7717069"/>
            <a:ext cx="2820431" cy="836442"/>
          </a:xfrm>
          <a:prstGeom prst="rect">
            <a:avLst/>
          </a:prstGeom>
          <a:ln>
            <a:solidFill>
              <a:schemeClr val="bg1">
                <a:lumMod val="75000"/>
              </a:schemeClr>
            </a:solidFill>
          </a:ln>
        </p:spPr>
      </p:pic>
      <p:sp>
        <p:nvSpPr>
          <p:cNvPr id="17" name="오른쪽 화살표[R] 16">
            <a:extLst>
              <a:ext uri="{FF2B5EF4-FFF2-40B4-BE49-F238E27FC236}">
                <a16:creationId xmlns:a16="http://schemas.microsoft.com/office/drawing/2014/main" id="{8A92D90F-21FF-1641-A03A-0AC208EF5E61}"/>
              </a:ext>
            </a:extLst>
          </p:cNvPr>
          <p:cNvSpPr/>
          <p:nvPr/>
        </p:nvSpPr>
        <p:spPr>
          <a:xfrm>
            <a:off x="3217819" y="3467285"/>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9" name="직사각형 18">
            <a:extLst>
              <a:ext uri="{FF2B5EF4-FFF2-40B4-BE49-F238E27FC236}">
                <a16:creationId xmlns:a16="http://schemas.microsoft.com/office/drawing/2014/main" id="{911D0B76-ED62-0748-917D-F0B49D516D27}"/>
              </a:ext>
            </a:extLst>
          </p:cNvPr>
          <p:cNvSpPr/>
          <p:nvPr/>
        </p:nvSpPr>
        <p:spPr>
          <a:xfrm>
            <a:off x="1622611" y="2783325"/>
            <a:ext cx="1013013" cy="36333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dirty="0"/>
          </a:p>
        </p:txBody>
      </p:sp>
      <p:sp>
        <p:nvSpPr>
          <p:cNvPr id="20" name="직사각형 19">
            <a:extLst>
              <a:ext uri="{FF2B5EF4-FFF2-40B4-BE49-F238E27FC236}">
                <a16:creationId xmlns:a16="http://schemas.microsoft.com/office/drawing/2014/main" id="{785ED3C2-8B10-F14B-A030-A61EE62CBA34}"/>
              </a:ext>
            </a:extLst>
          </p:cNvPr>
          <p:cNvSpPr/>
          <p:nvPr/>
        </p:nvSpPr>
        <p:spPr>
          <a:xfrm>
            <a:off x="829341" y="3218368"/>
            <a:ext cx="2007168"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21" name="그림 20">
            <a:extLst>
              <a:ext uri="{FF2B5EF4-FFF2-40B4-BE49-F238E27FC236}">
                <a16:creationId xmlns:a16="http://schemas.microsoft.com/office/drawing/2014/main" id="{2D286B55-72F5-2F43-A317-ECC909F8E2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159" y="6910883"/>
            <a:ext cx="2640904" cy="2307463"/>
          </a:xfrm>
          <a:prstGeom prst="rect">
            <a:avLst/>
          </a:prstGeom>
        </p:spPr>
      </p:pic>
      <p:sp>
        <p:nvSpPr>
          <p:cNvPr id="23" name="오른쪽 화살표[R] 22">
            <a:extLst>
              <a:ext uri="{FF2B5EF4-FFF2-40B4-BE49-F238E27FC236}">
                <a16:creationId xmlns:a16="http://schemas.microsoft.com/office/drawing/2014/main" id="{9D6F9257-2C5C-5D44-9AF8-EA3F6489AE51}"/>
              </a:ext>
            </a:extLst>
          </p:cNvPr>
          <p:cNvSpPr/>
          <p:nvPr/>
        </p:nvSpPr>
        <p:spPr>
          <a:xfrm>
            <a:off x="3102002" y="8064614"/>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5" name="직사각형 24">
            <a:extLst>
              <a:ext uri="{FF2B5EF4-FFF2-40B4-BE49-F238E27FC236}">
                <a16:creationId xmlns:a16="http://schemas.microsoft.com/office/drawing/2014/main" id="{A520C3CC-B0A2-BD46-88AD-847D38CAFFF3}"/>
              </a:ext>
            </a:extLst>
          </p:cNvPr>
          <p:cNvSpPr/>
          <p:nvPr/>
        </p:nvSpPr>
        <p:spPr>
          <a:xfrm>
            <a:off x="829341" y="8424225"/>
            <a:ext cx="2007168"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9811389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52</a:t>
            </a:fld>
            <a:endParaRPr lang="ko-KR" altLang="en-US"/>
          </a:p>
        </p:txBody>
      </p:sp>
      <p:sp>
        <p:nvSpPr>
          <p:cNvPr id="12" name="TextBox 11">
            <a:extLst>
              <a:ext uri="{FF2B5EF4-FFF2-40B4-BE49-F238E27FC236}">
                <a16:creationId xmlns:a16="http://schemas.microsoft.com/office/drawing/2014/main" id="{B0228F1F-B5FA-41D8-AB84-D0423B074852}"/>
              </a:ext>
            </a:extLst>
          </p:cNvPr>
          <p:cNvSpPr txBox="1"/>
          <p:nvPr/>
        </p:nvSpPr>
        <p:spPr>
          <a:xfrm>
            <a:off x="141263" y="339581"/>
            <a:ext cx="4026394"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Kick-out User</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8" name="TextBox 17">
            <a:extLst>
              <a:ext uri="{FF2B5EF4-FFF2-40B4-BE49-F238E27FC236}">
                <a16:creationId xmlns:a16="http://schemas.microsoft.com/office/drawing/2014/main" id="{BC5D7A2B-3132-44D5-BCBD-D7FEBC8FE8E1}"/>
              </a:ext>
            </a:extLst>
          </p:cNvPr>
          <p:cNvSpPr txBox="1"/>
          <p:nvPr/>
        </p:nvSpPr>
        <p:spPr>
          <a:xfrm>
            <a:off x="3324952" y="1572577"/>
            <a:ext cx="3391786" cy="578300"/>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Open Chat - </a:t>
            </a:r>
            <a:r>
              <a:rPr lang="en-US" altLang="ko-KR" sz="1200" b="1" dirty="0">
                <a:solidFill>
                  <a:prstClr val="black"/>
                </a:solidFill>
                <a:latin typeface="나눔바른고딕" panose="020B0603020101020101" pitchFamily="50" charset="-127"/>
                <a:ea typeface="나눔바른고딕" panose="020B0603020101020101" pitchFamily="50" charset="-127"/>
              </a:rPr>
              <a:t>Setting</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[Kick-out] </a:t>
            </a:r>
            <a:r>
              <a:rPr lang="en-US" altLang="ko-KR" sz="1200" dirty="0">
                <a:solidFill>
                  <a:prstClr val="black"/>
                </a:solidFill>
                <a:latin typeface="나눔바른고딕" panose="020B0603020101020101" pitchFamily="50" charset="-127"/>
                <a:ea typeface="나눔바른고딕" panose="020B0603020101020101" pitchFamily="50" charset="-127"/>
              </a:rPr>
              <a:t>to remove user from meeting.</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9" name="TextBox 18">
            <a:extLst>
              <a:ext uri="{FF2B5EF4-FFF2-40B4-BE49-F238E27FC236}">
                <a16:creationId xmlns:a16="http://schemas.microsoft.com/office/drawing/2014/main" id="{C84B0D95-37E4-4D96-9C98-8B379A1F0D20}"/>
              </a:ext>
            </a:extLst>
          </p:cNvPr>
          <p:cNvSpPr txBox="1"/>
          <p:nvPr/>
        </p:nvSpPr>
        <p:spPr>
          <a:xfrm>
            <a:off x="3324951" y="4428978"/>
            <a:ext cx="3391786" cy="836832"/>
          </a:xfrm>
          <a:prstGeom prst="rect">
            <a:avLst/>
          </a:prstGeom>
          <a:noFill/>
        </p:spPr>
        <p:txBody>
          <a:bodyPr wrap="square" rtlCol="0">
            <a:spAutoFit/>
          </a:bodyPr>
          <a:lstStyle/>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Setting(…)</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-[Kick</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out] </a:t>
            </a:r>
            <a:r>
              <a:rPr lang="en-US" altLang="ko-KR" sz="1200" dirty="0">
                <a:solidFill>
                  <a:prstClr val="black"/>
                </a:solidFill>
                <a:latin typeface="나눔바른고딕" panose="020B0603020101020101" pitchFamily="50" charset="-127"/>
                <a:ea typeface="나눔바른고딕" panose="020B0603020101020101" pitchFamily="50" charset="-127"/>
              </a:rPr>
              <a:t>to remove user from meeting.</a:t>
            </a:r>
          </a:p>
          <a:p>
            <a:pPr lvl="0">
              <a:lnSpc>
                <a:spcPct val="140000"/>
              </a:lnSpc>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1" name="TextBox 10">
            <a:extLst>
              <a:ext uri="{FF2B5EF4-FFF2-40B4-BE49-F238E27FC236}">
                <a16:creationId xmlns:a16="http://schemas.microsoft.com/office/drawing/2014/main" id="{8221C287-2068-294D-9712-62F8BF5A6B31}"/>
              </a:ext>
            </a:extLst>
          </p:cNvPr>
          <p:cNvSpPr txBox="1"/>
          <p:nvPr/>
        </p:nvSpPr>
        <p:spPr>
          <a:xfrm>
            <a:off x="3324951" y="7253277"/>
            <a:ext cx="3391786" cy="578300"/>
          </a:xfrm>
          <a:prstGeom prst="rect">
            <a:avLst/>
          </a:prstGeom>
          <a:noFill/>
        </p:spPr>
        <p:txBody>
          <a:bodyPr wrap="square" rtlCol="0">
            <a:spAutoFit/>
          </a:bodyPr>
          <a:lstStyle/>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lang="en-US" altLang="ko-KR" sz="1200" b="1" dirty="0">
                <a:solidFill>
                  <a:prstClr val="black"/>
                </a:solidFill>
                <a:latin typeface="나눔바른고딕" panose="020B0603020101020101" pitchFamily="50" charset="-127"/>
                <a:ea typeface="나눔바른고딕" panose="020B0603020101020101" pitchFamily="50" charset="-127"/>
              </a:rPr>
              <a:t>Setting(…)</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-[Kick</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out] </a:t>
            </a:r>
            <a:r>
              <a:rPr lang="en-US" altLang="ko-KR" sz="1200" dirty="0">
                <a:solidFill>
                  <a:prstClr val="black"/>
                </a:solidFill>
                <a:latin typeface="나눔바른고딕" panose="020B0603020101020101" pitchFamily="50" charset="-127"/>
                <a:ea typeface="나눔바른고딕" panose="020B0603020101020101" pitchFamily="50" charset="-127"/>
              </a:rPr>
              <a:t>from user tile-view to remove user from meeting.</a:t>
            </a:r>
          </a:p>
        </p:txBody>
      </p:sp>
      <p:sp>
        <p:nvSpPr>
          <p:cNvPr id="20" name="TextBox 19">
            <a:extLst>
              <a:ext uri="{FF2B5EF4-FFF2-40B4-BE49-F238E27FC236}">
                <a16:creationId xmlns:a16="http://schemas.microsoft.com/office/drawing/2014/main" id="{2B0716DF-D03E-4547-9B1C-2DF6503D729A}"/>
              </a:ext>
            </a:extLst>
          </p:cNvPr>
          <p:cNvSpPr txBox="1"/>
          <p:nvPr/>
        </p:nvSpPr>
        <p:spPr>
          <a:xfrm>
            <a:off x="230936" y="1246323"/>
            <a:ext cx="3391786"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Chat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1" name="TextBox 20">
            <a:extLst>
              <a:ext uri="{FF2B5EF4-FFF2-40B4-BE49-F238E27FC236}">
                <a16:creationId xmlns:a16="http://schemas.microsoft.com/office/drawing/2014/main" id="{D441B0D2-9344-9C47-84BB-CF8F51A80F03}"/>
              </a:ext>
            </a:extLst>
          </p:cNvPr>
          <p:cNvSpPr txBox="1"/>
          <p:nvPr/>
        </p:nvSpPr>
        <p:spPr>
          <a:xfrm>
            <a:off x="230936" y="4018781"/>
            <a:ext cx="3391786"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2" name="TextBox 21">
            <a:extLst>
              <a:ext uri="{FF2B5EF4-FFF2-40B4-BE49-F238E27FC236}">
                <a16:creationId xmlns:a16="http://schemas.microsoft.com/office/drawing/2014/main" id="{0A3BF415-4FCE-FC48-86C4-7EF83F699FCF}"/>
              </a:ext>
            </a:extLst>
          </p:cNvPr>
          <p:cNvSpPr txBox="1"/>
          <p:nvPr/>
        </p:nvSpPr>
        <p:spPr>
          <a:xfrm>
            <a:off x="245057" y="6843076"/>
            <a:ext cx="3391786"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 Tile-View</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4" name="TextBox 13">
            <a:extLst>
              <a:ext uri="{FF2B5EF4-FFF2-40B4-BE49-F238E27FC236}">
                <a16:creationId xmlns:a16="http://schemas.microsoft.com/office/drawing/2014/main" id="{49C8678B-101A-BB4C-A5B8-7733B5694D9E}"/>
              </a:ext>
            </a:extLst>
          </p:cNvPr>
          <p:cNvSpPr txBox="1"/>
          <p:nvPr/>
        </p:nvSpPr>
        <p:spPr>
          <a:xfrm>
            <a:off x="230937" y="662879"/>
            <a:ext cx="6276188" cy="578300"/>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Host can remove participants from meeting. This can be done from Chat, Participants or User Tile-View.</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4" name="그림 3">
            <a:extLst>
              <a:ext uri="{FF2B5EF4-FFF2-40B4-BE49-F238E27FC236}">
                <a16:creationId xmlns:a16="http://schemas.microsoft.com/office/drawing/2014/main" id="{D4011776-643A-124E-A164-3412209C30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58" y="1592123"/>
            <a:ext cx="2611121" cy="2234582"/>
          </a:xfrm>
          <a:prstGeom prst="rect">
            <a:avLst/>
          </a:prstGeom>
        </p:spPr>
      </p:pic>
      <p:pic>
        <p:nvPicPr>
          <p:cNvPr id="6" name="그림 5">
            <a:extLst>
              <a:ext uri="{FF2B5EF4-FFF2-40B4-BE49-F238E27FC236}">
                <a16:creationId xmlns:a16="http://schemas.microsoft.com/office/drawing/2014/main" id="{E7A5748F-2CFD-4840-A298-3DABB4C4A8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58" y="4428978"/>
            <a:ext cx="2611121" cy="2232766"/>
          </a:xfrm>
          <a:prstGeom prst="rect">
            <a:avLst/>
          </a:prstGeom>
        </p:spPr>
      </p:pic>
      <p:pic>
        <p:nvPicPr>
          <p:cNvPr id="8" name="그림 7">
            <a:extLst>
              <a:ext uri="{FF2B5EF4-FFF2-40B4-BE49-F238E27FC236}">
                <a16:creationId xmlns:a16="http://schemas.microsoft.com/office/drawing/2014/main" id="{3DE18DF2-1809-944F-B40C-FA6D5E2070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158" y="7237492"/>
            <a:ext cx="2611121" cy="2292476"/>
          </a:xfrm>
          <a:prstGeom prst="rect">
            <a:avLst/>
          </a:prstGeom>
        </p:spPr>
      </p:pic>
      <p:sp>
        <p:nvSpPr>
          <p:cNvPr id="25" name="직사각형 24">
            <a:extLst>
              <a:ext uri="{FF2B5EF4-FFF2-40B4-BE49-F238E27FC236}">
                <a16:creationId xmlns:a16="http://schemas.microsoft.com/office/drawing/2014/main" id="{A9FC4BCB-1B6A-D94B-B591-E649B7BCEC7A}"/>
              </a:ext>
            </a:extLst>
          </p:cNvPr>
          <p:cNvSpPr/>
          <p:nvPr/>
        </p:nvSpPr>
        <p:spPr>
          <a:xfrm>
            <a:off x="538452" y="2630348"/>
            <a:ext cx="1311613" cy="27234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6" name="직사각형 25">
            <a:extLst>
              <a:ext uri="{FF2B5EF4-FFF2-40B4-BE49-F238E27FC236}">
                <a16:creationId xmlns:a16="http://schemas.microsoft.com/office/drawing/2014/main" id="{3C976FEF-6BA2-3045-833A-47B0FEBD32FD}"/>
              </a:ext>
            </a:extLst>
          </p:cNvPr>
          <p:cNvSpPr/>
          <p:nvPr/>
        </p:nvSpPr>
        <p:spPr>
          <a:xfrm>
            <a:off x="842847" y="6195062"/>
            <a:ext cx="1964148" cy="36522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7" name="직사각형 26">
            <a:extLst>
              <a:ext uri="{FF2B5EF4-FFF2-40B4-BE49-F238E27FC236}">
                <a16:creationId xmlns:a16="http://schemas.microsoft.com/office/drawing/2014/main" id="{F86A2125-AD4B-A342-8BA9-154FF5EB48D9}"/>
              </a:ext>
            </a:extLst>
          </p:cNvPr>
          <p:cNvSpPr/>
          <p:nvPr/>
        </p:nvSpPr>
        <p:spPr>
          <a:xfrm>
            <a:off x="419158" y="7727305"/>
            <a:ext cx="1601028" cy="33217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6078958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53</a:t>
            </a:fld>
            <a:endParaRPr lang="ko-KR" altLang="en-US"/>
          </a:p>
        </p:txBody>
      </p:sp>
      <p:sp>
        <p:nvSpPr>
          <p:cNvPr id="11" name="TextBox 10">
            <a:extLst>
              <a:ext uri="{FF2B5EF4-FFF2-40B4-BE49-F238E27FC236}">
                <a16:creationId xmlns:a16="http://schemas.microsoft.com/office/drawing/2014/main" id="{5CFBBD40-65EA-4AEA-87E6-E1D96D447371}"/>
              </a:ext>
            </a:extLst>
          </p:cNvPr>
          <p:cNvSpPr txBox="1"/>
          <p:nvPr/>
        </p:nvSpPr>
        <p:spPr>
          <a:xfrm>
            <a:off x="205059" y="338676"/>
            <a:ext cx="4026394"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Assign new host</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4" name="TextBox 13">
            <a:extLst>
              <a:ext uri="{FF2B5EF4-FFF2-40B4-BE49-F238E27FC236}">
                <a16:creationId xmlns:a16="http://schemas.microsoft.com/office/drawing/2014/main" id="{E7B76FC9-7D1C-4270-8412-505F8644A922}"/>
              </a:ext>
            </a:extLst>
          </p:cNvPr>
          <p:cNvSpPr txBox="1"/>
          <p:nvPr/>
        </p:nvSpPr>
        <p:spPr>
          <a:xfrm>
            <a:off x="247395" y="702131"/>
            <a:ext cx="6256883" cy="332399"/>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Hosts can assign new host for current meeting.</a:t>
            </a:r>
          </a:p>
        </p:txBody>
      </p:sp>
      <p:sp>
        <p:nvSpPr>
          <p:cNvPr id="9" name="TextBox 8">
            <a:extLst>
              <a:ext uri="{FF2B5EF4-FFF2-40B4-BE49-F238E27FC236}">
                <a16:creationId xmlns:a16="http://schemas.microsoft.com/office/drawing/2014/main" id="{BDFE4EDA-E78C-4575-ACA5-648908299A14}"/>
              </a:ext>
            </a:extLst>
          </p:cNvPr>
          <p:cNvSpPr txBox="1"/>
          <p:nvPr/>
        </p:nvSpPr>
        <p:spPr>
          <a:xfrm>
            <a:off x="3306726" y="1538364"/>
            <a:ext cx="3303879"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a:t>
            </a:r>
            <a:r>
              <a:rPr lang="en-US" altLang="ko-KR" sz="1200" b="1" dirty="0">
                <a:solidFill>
                  <a:prstClr val="black"/>
                </a:solidFill>
                <a:latin typeface="나눔바른고딕" panose="020B0603020101020101" pitchFamily="50" charset="-127"/>
                <a:ea typeface="나눔바른고딕" panose="020B0603020101020101" pitchFamily="50" charset="-127"/>
              </a:rPr>
              <a:t>- Setting(…)</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[Grant Moderator] </a:t>
            </a:r>
            <a:r>
              <a:rPr lang="en-US" altLang="ko-KR" sz="1200" dirty="0">
                <a:solidFill>
                  <a:prstClr val="black"/>
                </a:solidFill>
                <a:latin typeface="나눔바른고딕" panose="020B0603020101020101" pitchFamily="50" charset="-127"/>
                <a:ea typeface="나눔바른고딕" panose="020B0603020101020101" pitchFamily="50" charset="-127"/>
              </a:rPr>
              <a:t>to assign user as new host.</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0" name="TextBox 9">
            <a:extLst>
              <a:ext uri="{FF2B5EF4-FFF2-40B4-BE49-F238E27FC236}">
                <a16:creationId xmlns:a16="http://schemas.microsoft.com/office/drawing/2014/main" id="{6066E2D5-08CB-4D30-B2CD-36054239D509}"/>
              </a:ext>
            </a:extLst>
          </p:cNvPr>
          <p:cNvSpPr txBox="1"/>
          <p:nvPr/>
        </p:nvSpPr>
        <p:spPr>
          <a:xfrm>
            <a:off x="3306726" y="4613781"/>
            <a:ext cx="3303879" cy="836832"/>
          </a:xfrm>
          <a:prstGeom prst="rect">
            <a:avLst/>
          </a:prstGeom>
          <a:noFill/>
        </p:spPr>
        <p:txBody>
          <a:bodyPr wrap="square" rtlCol="0">
            <a:spAutoFit/>
          </a:bodyPr>
          <a:lstStyle/>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lang="en-US" altLang="ko-KR" sz="1200" b="1" dirty="0">
                <a:solidFill>
                  <a:prstClr val="black"/>
                </a:solidFill>
                <a:latin typeface="나눔바른고딕" panose="020B0603020101020101" pitchFamily="50" charset="-127"/>
                <a:ea typeface="나눔바른고딕" panose="020B0603020101020101" pitchFamily="50" charset="-127"/>
              </a:rPr>
              <a:t>Setting(…)</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[Grant Moderator] </a:t>
            </a:r>
            <a:r>
              <a:rPr lang="en-US" altLang="ko-KR" sz="1200" dirty="0">
                <a:solidFill>
                  <a:prstClr val="black"/>
                </a:solidFill>
                <a:latin typeface="나눔바른고딕" panose="020B0603020101020101" pitchFamily="50" charset="-127"/>
                <a:ea typeface="나눔바른고딕" panose="020B0603020101020101" pitchFamily="50" charset="-127"/>
              </a:rPr>
              <a:t>from user tile-view to assign user as new host.</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2" name="TextBox 11">
            <a:extLst>
              <a:ext uri="{FF2B5EF4-FFF2-40B4-BE49-F238E27FC236}">
                <a16:creationId xmlns:a16="http://schemas.microsoft.com/office/drawing/2014/main" id="{3F6B880C-1A4E-9B4D-BA3C-B854B632CF9A}"/>
              </a:ext>
            </a:extLst>
          </p:cNvPr>
          <p:cNvSpPr txBox="1"/>
          <p:nvPr/>
        </p:nvSpPr>
        <p:spPr>
          <a:xfrm>
            <a:off x="247395" y="1126563"/>
            <a:ext cx="3391786"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3" name="TextBox 12">
            <a:extLst>
              <a:ext uri="{FF2B5EF4-FFF2-40B4-BE49-F238E27FC236}">
                <a16:creationId xmlns:a16="http://schemas.microsoft.com/office/drawing/2014/main" id="{26EE434C-EF7F-F24D-8DB7-01412162C965}"/>
              </a:ext>
            </a:extLst>
          </p:cNvPr>
          <p:cNvSpPr txBox="1"/>
          <p:nvPr/>
        </p:nvSpPr>
        <p:spPr>
          <a:xfrm>
            <a:off x="247395" y="4200211"/>
            <a:ext cx="3391786"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 Tile-view</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4" name="그림 3">
            <a:extLst>
              <a:ext uri="{FF2B5EF4-FFF2-40B4-BE49-F238E27FC236}">
                <a16:creationId xmlns:a16="http://schemas.microsoft.com/office/drawing/2014/main" id="{694997CC-7FF9-A642-9693-E2067B46A1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554" y="1538364"/>
            <a:ext cx="2463062" cy="2568045"/>
          </a:xfrm>
          <a:prstGeom prst="rect">
            <a:avLst/>
          </a:prstGeom>
        </p:spPr>
      </p:pic>
      <p:pic>
        <p:nvPicPr>
          <p:cNvPr id="6" name="그림 5">
            <a:extLst>
              <a:ext uri="{FF2B5EF4-FFF2-40B4-BE49-F238E27FC236}">
                <a16:creationId xmlns:a16="http://schemas.microsoft.com/office/drawing/2014/main" id="{FC6D0D9C-7DB0-0D4E-9EB5-995960249A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554" y="4613781"/>
            <a:ext cx="2463062" cy="2513158"/>
          </a:xfrm>
          <a:prstGeom prst="rect">
            <a:avLst/>
          </a:prstGeom>
        </p:spPr>
      </p:pic>
      <p:sp>
        <p:nvSpPr>
          <p:cNvPr id="15" name="직사각형 14">
            <a:extLst>
              <a:ext uri="{FF2B5EF4-FFF2-40B4-BE49-F238E27FC236}">
                <a16:creationId xmlns:a16="http://schemas.microsoft.com/office/drawing/2014/main" id="{C63E41E1-CFDF-904E-B47F-EB8519024CB8}"/>
              </a:ext>
            </a:extLst>
          </p:cNvPr>
          <p:cNvSpPr/>
          <p:nvPr/>
        </p:nvSpPr>
        <p:spPr>
          <a:xfrm>
            <a:off x="882176" y="3036388"/>
            <a:ext cx="1964148" cy="36522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6" name="직사각형 15">
            <a:extLst>
              <a:ext uri="{FF2B5EF4-FFF2-40B4-BE49-F238E27FC236}">
                <a16:creationId xmlns:a16="http://schemas.microsoft.com/office/drawing/2014/main" id="{E5CD0E8E-E245-CF4A-AD2B-6DF5DC2E87A3}"/>
              </a:ext>
            </a:extLst>
          </p:cNvPr>
          <p:cNvSpPr/>
          <p:nvPr/>
        </p:nvSpPr>
        <p:spPr>
          <a:xfrm>
            <a:off x="555554" y="5044016"/>
            <a:ext cx="1964148" cy="36522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42319376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258222" y="362055"/>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End Meeting for </a:t>
            </a:r>
            <a:r>
              <a:rPr lang="en-US" altLang="ko-KR" sz="1600" dirty="0">
                <a:solidFill>
                  <a:srgbClr val="1D6B91"/>
                </a:solidFill>
                <a:latin typeface="나눔고딕 ExtraBold" panose="020D0904000000000000" pitchFamily="50" charset="-127"/>
                <a:ea typeface="나눔고딕 ExtraBold" panose="020D0904000000000000" pitchFamily="50" charset="-127"/>
              </a:rPr>
              <a:t>All</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3" name="TextBox 12">
            <a:extLst>
              <a:ext uri="{FF2B5EF4-FFF2-40B4-BE49-F238E27FC236}">
                <a16:creationId xmlns:a16="http://schemas.microsoft.com/office/drawing/2014/main" id="{108C5B30-94D0-4740-BD9A-C4DA44377678}"/>
              </a:ext>
            </a:extLst>
          </p:cNvPr>
          <p:cNvSpPr txBox="1"/>
          <p:nvPr/>
        </p:nvSpPr>
        <p:spPr>
          <a:xfrm>
            <a:off x="258219" y="3089035"/>
            <a:ext cx="6341557" cy="578300"/>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Hosts can 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[End for All]</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 end meeting at exit. All participants are automatically dismissed from meeting.</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54</a:t>
            </a:fld>
            <a:endParaRPr lang="ko-KR" altLang="en-US"/>
          </a:p>
        </p:txBody>
      </p:sp>
      <p:sp>
        <p:nvSpPr>
          <p:cNvPr id="7" name="TextBox 6">
            <a:extLst>
              <a:ext uri="{FF2B5EF4-FFF2-40B4-BE49-F238E27FC236}">
                <a16:creationId xmlns:a16="http://schemas.microsoft.com/office/drawing/2014/main" id="{4DC74073-C5A2-40F1-8078-3BE7720AB870}"/>
              </a:ext>
            </a:extLst>
          </p:cNvPr>
          <p:cNvSpPr txBox="1"/>
          <p:nvPr/>
        </p:nvSpPr>
        <p:spPr>
          <a:xfrm>
            <a:off x="258222" y="3916163"/>
            <a:ext cx="3086862"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Select and Leave</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8" name="TextBox 7">
            <a:extLst>
              <a:ext uri="{FF2B5EF4-FFF2-40B4-BE49-F238E27FC236}">
                <a16:creationId xmlns:a16="http://schemas.microsoft.com/office/drawing/2014/main" id="{D540489C-ACED-4161-A3FD-CB2E49991727}"/>
              </a:ext>
            </a:extLst>
          </p:cNvPr>
          <p:cNvSpPr txBox="1"/>
          <p:nvPr/>
        </p:nvSpPr>
        <p:spPr>
          <a:xfrm>
            <a:off x="319507" y="6579870"/>
            <a:ext cx="6341557" cy="578300"/>
          </a:xfrm>
          <a:prstGeom prst="rect">
            <a:avLst/>
          </a:prstGeom>
          <a:noFill/>
        </p:spPr>
        <p:txBody>
          <a:bodyPr wrap="square" rtlCol="0">
            <a:spAutoFit/>
          </a:bodyPr>
          <a:lstStyle/>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Hosts can also select </a:t>
            </a:r>
            <a:r>
              <a:rPr lang="en-US" altLang="ko-KR" sz="1200" b="1" dirty="0">
                <a:solidFill>
                  <a:prstClr val="black"/>
                </a:solidFill>
                <a:latin typeface="나눔바른고딕" panose="020B0603020101020101" pitchFamily="50" charset="-127"/>
                <a:ea typeface="나눔바른고딕" panose="020B0603020101020101" pitchFamily="50" charset="-127"/>
              </a:rPr>
              <a:t>[Leave]</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 assign a new host before exiting the meeting room. Remaining participants may continue the meeting with the newly assigned host.</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4" name="그림 3">
            <a:extLst>
              <a:ext uri="{FF2B5EF4-FFF2-40B4-BE49-F238E27FC236}">
                <a16:creationId xmlns:a16="http://schemas.microsoft.com/office/drawing/2014/main" id="{E3C8CBCE-A2D5-9B4E-B446-2CA3C9A79A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6853" y="4360072"/>
            <a:ext cx="2449660" cy="2114443"/>
          </a:xfrm>
          <a:prstGeom prst="rect">
            <a:avLst/>
          </a:prstGeom>
        </p:spPr>
      </p:pic>
      <p:pic>
        <p:nvPicPr>
          <p:cNvPr id="6" name="그림 5">
            <a:extLst>
              <a:ext uri="{FF2B5EF4-FFF2-40B4-BE49-F238E27FC236}">
                <a16:creationId xmlns:a16="http://schemas.microsoft.com/office/drawing/2014/main" id="{E4420B25-F1D3-8644-8697-15E854C6F8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400" y="824217"/>
            <a:ext cx="3059263" cy="2105188"/>
          </a:xfrm>
          <a:prstGeom prst="rect">
            <a:avLst/>
          </a:prstGeom>
        </p:spPr>
      </p:pic>
      <p:pic>
        <p:nvPicPr>
          <p:cNvPr id="14" name="그림 13">
            <a:extLst>
              <a:ext uri="{FF2B5EF4-FFF2-40B4-BE49-F238E27FC236}">
                <a16:creationId xmlns:a16="http://schemas.microsoft.com/office/drawing/2014/main" id="{A7AA1774-645F-C24B-B9C8-59EC47B345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023" y="4360072"/>
            <a:ext cx="3059263" cy="2105188"/>
          </a:xfrm>
          <a:prstGeom prst="rect">
            <a:avLst/>
          </a:prstGeom>
        </p:spPr>
      </p:pic>
      <p:sp>
        <p:nvSpPr>
          <p:cNvPr id="15" name="오른쪽 화살표[R] 14">
            <a:extLst>
              <a:ext uri="{FF2B5EF4-FFF2-40B4-BE49-F238E27FC236}">
                <a16:creationId xmlns:a16="http://schemas.microsoft.com/office/drawing/2014/main" id="{5C26BCFE-D3A3-DA45-80E6-1A702D2F84E2}"/>
              </a:ext>
            </a:extLst>
          </p:cNvPr>
          <p:cNvSpPr/>
          <p:nvPr/>
        </p:nvSpPr>
        <p:spPr>
          <a:xfrm>
            <a:off x="3668865" y="5341990"/>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6" name="직사각형 15">
            <a:extLst>
              <a:ext uri="{FF2B5EF4-FFF2-40B4-BE49-F238E27FC236}">
                <a16:creationId xmlns:a16="http://schemas.microsoft.com/office/drawing/2014/main" id="{117E0324-B946-AF41-BE99-F9057556F0EA}"/>
              </a:ext>
            </a:extLst>
          </p:cNvPr>
          <p:cNvSpPr/>
          <p:nvPr/>
        </p:nvSpPr>
        <p:spPr>
          <a:xfrm>
            <a:off x="1137684" y="1208222"/>
            <a:ext cx="2228665" cy="48235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7" name="직사각형 16">
            <a:extLst>
              <a:ext uri="{FF2B5EF4-FFF2-40B4-BE49-F238E27FC236}">
                <a16:creationId xmlns:a16="http://schemas.microsoft.com/office/drawing/2014/main" id="{41E42BCB-CE67-EE4C-BCFE-950B272669FA}"/>
              </a:ext>
            </a:extLst>
          </p:cNvPr>
          <p:cNvSpPr/>
          <p:nvPr/>
        </p:nvSpPr>
        <p:spPr>
          <a:xfrm>
            <a:off x="1091825" y="5176162"/>
            <a:ext cx="2285157" cy="48036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9121848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258222" y="362055"/>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Moderation Controls</a:t>
            </a:r>
          </a:p>
        </p:txBody>
      </p:sp>
      <p:sp>
        <p:nvSpPr>
          <p:cNvPr id="18" name="TextBox 17">
            <a:extLst>
              <a:ext uri="{FF2B5EF4-FFF2-40B4-BE49-F238E27FC236}">
                <a16:creationId xmlns:a16="http://schemas.microsoft.com/office/drawing/2014/main" id="{E1FFEEA7-6247-445C-AA13-A13A2E6C5FF5}"/>
              </a:ext>
            </a:extLst>
          </p:cNvPr>
          <p:cNvSpPr txBox="1"/>
          <p:nvPr/>
        </p:nvSpPr>
        <p:spPr>
          <a:xfrm>
            <a:off x="274860" y="670354"/>
            <a:ext cx="6344590" cy="966098"/>
          </a:xfrm>
          <a:prstGeom prst="rect">
            <a:avLst/>
          </a:prstGeom>
          <a:noFill/>
        </p:spPr>
        <p:txBody>
          <a:bodyPr wrap="square" rtlCol="0">
            <a:spAutoFit/>
          </a:bodyPr>
          <a:lstStyle/>
          <a:p>
            <a:pPr lvl="0">
              <a:lnSpc>
                <a:spcPct val="140000"/>
              </a:lnSpc>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Host can allow certain rights to attendees for meetings.</a:t>
            </a:r>
          </a:p>
          <a:p>
            <a:pPr lvl="0">
              <a:lnSpc>
                <a:spcPct val="140000"/>
              </a:lnSpc>
              <a:defRPr/>
            </a:pPr>
            <a:endParaRPr kumimoji="0" lang="en-US" altLang="ko-KR" sz="6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Moderation controls can be set from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 – More(…)</a:t>
            </a:r>
            <a:r>
              <a:rPr lang="en-US" altLang="ko-KR" sz="1200" dirty="0">
                <a:solidFill>
                  <a:prstClr val="black"/>
                </a:solidFill>
                <a:latin typeface="나눔바른고딕" panose="020B0603020101020101" pitchFamily="50" charset="-127"/>
                <a:ea typeface="나눔바른고딕" panose="020B0603020101020101" pitchFamily="50" charset="-127"/>
              </a:rPr>
              <a:t>.</a:t>
            </a:r>
          </a:p>
          <a:p>
            <a:pPr lvl="0">
              <a:lnSpc>
                <a:spcPct val="140000"/>
              </a:lnSpc>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 name="슬라이드 번호 개체 틀 1">
            <a:extLst>
              <a:ext uri="{FF2B5EF4-FFF2-40B4-BE49-F238E27FC236}">
                <a16:creationId xmlns:a16="http://schemas.microsoft.com/office/drawing/2014/main" id="{14B7D34A-6655-4D0B-B24D-60C1FDB7C27E}"/>
              </a:ext>
            </a:extLst>
          </p:cNvPr>
          <p:cNvSpPr>
            <a:spLocks noGrp="1"/>
          </p:cNvSpPr>
          <p:nvPr>
            <p:ph type="sldNum" sz="quarter" idx="12"/>
          </p:nvPr>
        </p:nvSpPr>
        <p:spPr/>
        <p:txBody>
          <a:bodyPr/>
          <a:lstStyle/>
          <a:p>
            <a:fld id="{025F5712-77C1-483E-AF6C-501D64E640ED}" type="slidenum">
              <a:rPr lang="ko-KR" altLang="en-US" smtClean="0"/>
              <a:t>55</a:t>
            </a:fld>
            <a:endParaRPr lang="ko-KR" altLang="en-US"/>
          </a:p>
        </p:txBody>
      </p:sp>
      <p:sp>
        <p:nvSpPr>
          <p:cNvPr id="13" name="TextBox 12">
            <a:extLst>
              <a:ext uri="{FF2B5EF4-FFF2-40B4-BE49-F238E27FC236}">
                <a16:creationId xmlns:a16="http://schemas.microsoft.com/office/drawing/2014/main" id="{C1FF75FB-D8AB-A14A-ACDB-8641FA6E7FBF}"/>
              </a:ext>
            </a:extLst>
          </p:cNvPr>
          <p:cNvSpPr txBox="1"/>
          <p:nvPr/>
        </p:nvSpPr>
        <p:spPr>
          <a:xfrm>
            <a:off x="3268344" y="1401118"/>
            <a:ext cx="3208606" cy="7418954"/>
          </a:xfrm>
          <a:prstGeom prst="rect">
            <a:avLst/>
          </a:prstGeom>
          <a:noFill/>
        </p:spPr>
        <p:txBody>
          <a:bodyPr wrap="square" rtlCol="0">
            <a:spAutoFit/>
          </a:bodyPr>
          <a:lstStyle/>
          <a:p>
            <a:pPr>
              <a:lnSpc>
                <a:spcPct val="140000"/>
              </a:lnSpc>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5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Screen share</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allows attendees to share their screens.</a:t>
            </a:r>
          </a:p>
          <a:p>
            <a:pPr marL="171450" lvl="0" indent="-171450">
              <a:lnSpc>
                <a:spcPct val="150000"/>
              </a:lnSpc>
              <a:buFontTx/>
              <a:buChar char="-"/>
              <a:defRPr/>
            </a:pPr>
            <a:endParaRPr lang="en-US" altLang="ko-KR" sz="7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5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Unmute themselves</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allows attendees to unmute without host’s approval.</a:t>
            </a:r>
          </a:p>
          <a:p>
            <a:pPr marL="171450" lvl="0" indent="-171450">
              <a:lnSpc>
                <a:spcPct val="150000"/>
              </a:lnSpc>
              <a:buFontTx/>
              <a:buChar char="-"/>
              <a:defRPr/>
            </a:pPr>
            <a:endParaRPr lang="en-US" altLang="ko-KR" sz="7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5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Start their video</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allows attendees to turn their video on without host’s approval.</a:t>
            </a:r>
          </a:p>
          <a:p>
            <a:pPr marL="171450" lvl="0" indent="-171450">
              <a:lnSpc>
                <a:spcPct val="150000"/>
              </a:lnSpc>
              <a:buFontTx/>
              <a:buChar char="-"/>
              <a:defRPr/>
            </a:pPr>
            <a:endParaRPr lang="en-US" altLang="ko-KR" sz="7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5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Chatting</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allows attendees to chat.</a:t>
            </a:r>
          </a:p>
          <a:p>
            <a:pPr marL="171450" lvl="0" indent="-171450">
              <a:lnSpc>
                <a:spcPct val="150000"/>
              </a:lnSpc>
              <a:buFontTx/>
              <a:buChar char="-"/>
              <a:defRPr/>
            </a:pPr>
            <a:endParaRPr lang="en-US" altLang="ko-KR" sz="7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5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Create poll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allows attendees to create polls.</a:t>
            </a:r>
          </a:p>
          <a:p>
            <a:pPr marL="171450" lvl="0" indent="-171450">
              <a:lnSpc>
                <a:spcPct val="150000"/>
              </a:lnSpc>
              <a:buFontTx/>
              <a:buChar char="-"/>
              <a:defRPr/>
            </a:pPr>
            <a:endParaRPr lang="en-US" altLang="ko-KR" sz="7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5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Change name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allows attendees to rename themselves. </a:t>
            </a:r>
          </a:p>
          <a:p>
            <a:pPr marL="171450" lvl="0" indent="-171450">
              <a:lnSpc>
                <a:spcPct val="150000"/>
              </a:lnSpc>
              <a:buFontTx/>
              <a:buChar char="-"/>
              <a:defRPr/>
            </a:pPr>
            <a:endParaRPr lang="en-US" altLang="ko-KR" sz="7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5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Join breakout rooms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allows attendees to join breakout rooms themselves.</a:t>
            </a:r>
          </a:p>
          <a:p>
            <a:pPr marL="171450" lvl="0" indent="-171450">
              <a:lnSpc>
                <a:spcPct val="150000"/>
              </a:lnSpc>
              <a:buFontTx/>
              <a:buChar char="-"/>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4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Document share : </a:t>
            </a:r>
            <a:r>
              <a:rPr lang="en-US" altLang="ko-KR" sz="1200" dirty="0">
                <a:solidFill>
                  <a:prstClr val="black"/>
                </a:solidFill>
                <a:latin typeface="나눔바른고딕" panose="020B0603020101020101" pitchFamily="50" charset="-127"/>
                <a:ea typeface="나눔바른고딕" panose="020B0603020101020101" pitchFamily="50" charset="-127"/>
              </a:rPr>
              <a:t>allow participants to share documents.</a:t>
            </a:r>
            <a:r>
              <a:rPr lang="en-US" altLang="ko-KR" sz="1200" dirty="0">
                <a:solidFill>
                  <a:schemeClr val="accent5">
                    <a:lumMod val="75000"/>
                  </a:schemeClr>
                </a:solidFill>
                <a:latin typeface="나눔바른고딕" panose="020B0603020101020101" pitchFamily="50" charset="-127"/>
                <a:ea typeface="나눔바른고딕" panose="020B0603020101020101" pitchFamily="50" charset="-127"/>
              </a:rPr>
              <a:t> </a:t>
            </a:r>
          </a:p>
          <a:p>
            <a:pPr lvl="0">
              <a:lnSpc>
                <a:spcPct val="140000"/>
              </a:lnSpc>
              <a:defRPr/>
            </a:pPr>
            <a:r>
              <a:rPr lang="en-US" altLang="ko-KR" sz="1200" dirty="0">
                <a:solidFill>
                  <a:schemeClr val="accent5">
                    <a:lumMod val="75000"/>
                  </a:schemeClr>
                </a:solidFill>
                <a:latin typeface="나눔바른고딕" panose="020B0603020101020101" pitchFamily="50" charset="-127"/>
                <a:ea typeface="나눔바른고딕" panose="020B0603020101020101" pitchFamily="50" charset="-127"/>
              </a:rPr>
              <a:t>     </a:t>
            </a:r>
            <a:r>
              <a:rPr lang="en-US" altLang="ko-KR" sz="1100" dirty="0">
                <a:latin typeface="나눔바른고딕" panose="020B0603020101020101" pitchFamily="50" charset="-127"/>
                <a:ea typeface="나눔바른고딕" panose="020B0603020101020101" pitchFamily="50" charset="-127"/>
              </a:rPr>
              <a:t>Once disabled, all other participants will    </a:t>
            </a:r>
          </a:p>
          <a:p>
            <a:pPr lvl="0">
              <a:lnSpc>
                <a:spcPct val="140000"/>
              </a:lnSpc>
              <a:defRPr/>
            </a:pPr>
            <a:r>
              <a:rPr lang="en-US" altLang="ko-KR" sz="1100" dirty="0">
                <a:latin typeface="나눔바른고딕" panose="020B0603020101020101" pitchFamily="50" charset="-127"/>
                <a:ea typeface="나눔바른고딕" panose="020B0603020101020101" pitchFamily="50" charset="-127"/>
              </a:rPr>
              <a:t>     only be able to view the document and </a:t>
            </a:r>
          </a:p>
          <a:p>
            <a:pPr lvl="0">
              <a:lnSpc>
                <a:spcPct val="140000"/>
              </a:lnSpc>
              <a:defRPr/>
            </a:pPr>
            <a:r>
              <a:rPr lang="en-US" altLang="ko-KR" sz="1100" dirty="0">
                <a:latin typeface="나눔바른고딕" panose="020B0603020101020101" pitchFamily="50" charset="-127"/>
                <a:ea typeface="나눔바른고딕" panose="020B0603020101020101" pitchFamily="50" charset="-127"/>
              </a:rPr>
              <a:t>     will not be able to start and end </a:t>
            </a:r>
          </a:p>
          <a:p>
            <a:pPr lvl="0">
              <a:lnSpc>
                <a:spcPct val="140000"/>
              </a:lnSpc>
              <a:defRPr/>
            </a:pPr>
            <a:r>
              <a:rPr lang="en-US" altLang="ko-KR" sz="1100" dirty="0">
                <a:latin typeface="나눔바른고딕" panose="020B0603020101020101" pitchFamily="50" charset="-127"/>
                <a:ea typeface="나눔바른고딕" panose="020B0603020101020101" pitchFamily="50" charset="-127"/>
              </a:rPr>
              <a:t>     document sharing.</a:t>
            </a:r>
          </a:p>
          <a:p>
            <a:pPr lvl="0">
              <a:lnSpc>
                <a:spcPct val="140000"/>
              </a:lnSpc>
              <a:defRPr/>
            </a:pPr>
            <a:r>
              <a:rPr lang="ko-KR" altLang="en-US" sz="1100" dirty="0">
                <a:latin typeface="나눔바른고딕" panose="020B0603020101020101" pitchFamily="50" charset="-127"/>
                <a:ea typeface="나눔바른고딕" panose="020B0603020101020101" pitchFamily="50" charset="-127"/>
              </a:rPr>
              <a:t> </a:t>
            </a:r>
            <a:r>
              <a:rPr lang="en-US" altLang="ko-KR" sz="1100" dirty="0">
                <a:latin typeface="나눔바른고딕" panose="020B0603020101020101" pitchFamily="50" charset="-127"/>
                <a:ea typeface="나눔바른고딕" panose="020B0603020101020101" pitchFamily="50" charset="-127"/>
              </a:rPr>
              <a:t>  </a:t>
            </a:r>
            <a:r>
              <a:rPr lang="ko-KR" altLang="en-US" sz="1100" dirty="0">
                <a:latin typeface="나눔바른고딕" panose="020B0603020101020101" pitchFamily="50" charset="-127"/>
                <a:ea typeface="나눔바른고딕" panose="020B0603020101020101" pitchFamily="50" charset="-127"/>
              </a:rPr>
              <a:t>  </a:t>
            </a:r>
            <a:r>
              <a:rPr lang="en-US" altLang="ko-KR" sz="1100" dirty="0">
                <a:latin typeface="나눔바른고딕" panose="020B0603020101020101" pitchFamily="50" charset="-127"/>
                <a:ea typeface="나눔바른고딕" panose="020B0603020101020101" pitchFamily="50" charset="-127"/>
              </a:rPr>
              <a:t>(Disable Upload Document,</a:t>
            </a:r>
            <a:r>
              <a:rPr lang="ko-KR" altLang="en-US" sz="1100" dirty="0">
                <a:latin typeface="나눔바른고딕" panose="020B0603020101020101" pitchFamily="50" charset="-127"/>
                <a:ea typeface="나눔바른고딕" panose="020B0603020101020101" pitchFamily="50" charset="-127"/>
              </a:rPr>
              <a:t> </a:t>
            </a:r>
            <a:r>
              <a:rPr lang="en-US" altLang="ko-KR" sz="1100" dirty="0">
                <a:latin typeface="나눔바른고딕" panose="020B0603020101020101" pitchFamily="50" charset="-127"/>
                <a:ea typeface="나눔바른고딕" panose="020B0603020101020101" pitchFamily="50" charset="-127"/>
              </a:rPr>
              <a:t>Download,</a:t>
            </a:r>
            <a:r>
              <a:rPr lang="ko-KR" altLang="en-US" sz="1100" dirty="0">
                <a:latin typeface="나눔바른고딕" panose="020B0603020101020101" pitchFamily="50" charset="-127"/>
                <a:ea typeface="나눔바른고딕" panose="020B0603020101020101" pitchFamily="50" charset="-127"/>
              </a:rPr>
              <a:t> </a:t>
            </a:r>
            <a:endParaRPr lang="en-US" altLang="ko-KR" sz="1100" dirty="0">
              <a:latin typeface="나눔바른고딕" panose="020B0603020101020101" pitchFamily="50" charset="-127"/>
              <a:ea typeface="나눔바른고딕" panose="020B0603020101020101" pitchFamily="50" charset="-127"/>
            </a:endParaRPr>
          </a:p>
          <a:p>
            <a:pPr lvl="0">
              <a:lnSpc>
                <a:spcPct val="140000"/>
              </a:lnSpc>
              <a:defRPr/>
            </a:pPr>
            <a:r>
              <a:rPr lang="en-US" altLang="ko-KR" sz="1100" dirty="0">
                <a:latin typeface="나눔바른고딕" panose="020B0603020101020101" pitchFamily="50" charset="-127"/>
                <a:ea typeface="나눔바른고딕" panose="020B0603020101020101" pitchFamily="50" charset="-127"/>
              </a:rPr>
              <a:t>      Delete,</a:t>
            </a:r>
            <a:r>
              <a:rPr lang="ko-KR" altLang="en-US" sz="1100" dirty="0">
                <a:latin typeface="나눔바른고딕" panose="020B0603020101020101" pitchFamily="50" charset="-127"/>
                <a:ea typeface="나눔바른고딕" panose="020B0603020101020101" pitchFamily="50" charset="-127"/>
              </a:rPr>
              <a:t> </a:t>
            </a:r>
            <a:r>
              <a:rPr lang="en-US" altLang="ko-KR" sz="1100" dirty="0">
                <a:latin typeface="나눔바른고딕" panose="020B0603020101020101" pitchFamily="50" charset="-127"/>
                <a:ea typeface="나눔바른고딕" panose="020B0603020101020101" pitchFamily="50" charset="-127"/>
              </a:rPr>
              <a:t>Whiteboard)</a:t>
            </a:r>
          </a:p>
        </p:txBody>
      </p:sp>
      <p:pic>
        <p:nvPicPr>
          <p:cNvPr id="5" name="그림 4">
            <a:extLst>
              <a:ext uri="{FF2B5EF4-FFF2-40B4-BE49-F238E27FC236}">
                <a16:creationId xmlns:a16="http://schemas.microsoft.com/office/drawing/2014/main" id="{01AC283F-5635-636E-E62B-BB32E967E99E}"/>
              </a:ext>
            </a:extLst>
          </p:cNvPr>
          <p:cNvPicPr>
            <a:picLocks noChangeAspect="1"/>
          </p:cNvPicPr>
          <p:nvPr/>
        </p:nvPicPr>
        <p:blipFill rotWithShape="1">
          <a:blip r:embed="rId2">
            <a:extLst>
              <a:ext uri="{28A0092B-C50C-407E-A947-70E740481C1C}">
                <a14:useLocalDpi xmlns:a14="http://schemas.microsoft.com/office/drawing/2010/main" val="0"/>
              </a:ext>
            </a:extLst>
          </a:blip>
          <a:srcRect t="1186"/>
          <a:stretch/>
        </p:blipFill>
        <p:spPr>
          <a:xfrm>
            <a:off x="370223" y="1697412"/>
            <a:ext cx="2802758" cy="6115657"/>
          </a:xfrm>
          <a:prstGeom prst="rect">
            <a:avLst/>
          </a:prstGeom>
        </p:spPr>
      </p:pic>
      <p:sp>
        <p:nvSpPr>
          <p:cNvPr id="8" name="직사각형 7">
            <a:extLst>
              <a:ext uri="{FF2B5EF4-FFF2-40B4-BE49-F238E27FC236}">
                <a16:creationId xmlns:a16="http://schemas.microsoft.com/office/drawing/2014/main" id="{91136321-136F-6E4A-9CFF-E3BFE27BF524}"/>
              </a:ext>
            </a:extLst>
          </p:cNvPr>
          <p:cNvSpPr/>
          <p:nvPr/>
        </p:nvSpPr>
        <p:spPr>
          <a:xfrm>
            <a:off x="502506" y="3185160"/>
            <a:ext cx="2366126" cy="340906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1" name="직사각형 10">
            <a:extLst>
              <a:ext uri="{FF2B5EF4-FFF2-40B4-BE49-F238E27FC236}">
                <a16:creationId xmlns:a16="http://schemas.microsoft.com/office/drawing/2014/main" id="{FE7102FC-98F1-6B70-4743-6FCE230CF8D4}"/>
              </a:ext>
            </a:extLst>
          </p:cNvPr>
          <p:cNvSpPr/>
          <p:nvPr/>
        </p:nvSpPr>
        <p:spPr>
          <a:xfrm>
            <a:off x="2673752" y="7284828"/>
            <a:ext cx="499229" cy="5050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25012031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4445D6AD-A2C9-8C41-92B3-5F0738FEBC1A}"/>
              </a:ext>
            </a:extLst>
          </p:cNvPr>
          <p:cNvGrpSpPr/>
          <p:nvPr/>
        </p:nvGrpSpPr>
        <p:grpSpPr>
          <a:xfrm>
            <a:off x="379571" y="2070639"/>
            <a:ext cx="2809592" cy="2171385"/>
            <a:chOff x="4506705" y="2695923"/>
            <a:chExt cx="2809592" cy="2171385"/>
          </a:xfrm>
        </p:grpSpPr>
        <p:pic>
          <p:nvPicPr>
            <p:cNvPr id="26" name="그림 25">
              <a:extLst>
                <a:ext uri="{FF2B5EF4-FFF2-40B4-BE49-F238E27FC236}">
                  <a16:creationId xmlns:a16="http://schemas.microsoft.com/office/drawing/2014/main" id="{1C0D5159-5503-1644-B1AA-5A2D332640E6}"/>
                </a:ext>
              </a:extLst>
            </p:cNvPr>
            <p:cNvPicPr>
              <a:picLocks noChangeAspect="1"/>
            </p:cNvPicPr>
            <p:nvPr/>
          </p:nvPicPr>
          <p:blipFill rotWithShape="1">
            <a:blip r:embed="rId3">
              <a:extLst>
                <a:ext uri="{28A0092B-C50C-407E-A947-70E740481C1C}">
                  <a14:useLocalDpi xmlns:a14="http://schemas.microsoft.com/office/drawing/2010/main" val="0"/>
                </a:ext>
              </a:extLst>
            </a:blip>
            <a:srcRect b="72382"/>
            <a:stretch/>
          </p:blipFill>
          <p:spPr>
            <a:xfrm>
              <a:off x="4506705" y="2695923"/>
              <a:ext cx="2809591" cy="1605423"/>
            </a:xfrm>
            <a:prstGeom prst="rect">
              <a:avLst/>
            </a:prstGeom>
          </p:spPr>
        </p:pic>
        <p:pic>
          <p:nvPicPr>
            <p:cNvPr id="27" name="그림 26">
              <a:extLst>
                <a:ext uri="{FF2B5EF4-FFF2-40B4-BE49-F238E27FC236}">
                  <a16:creationId xmlns:a16="http://schemas.microsoft.com/office/drawing/2014/main" id="{92331B8C-F32E-BD4E-8614-38A25E311702}"/>
                </a:ext>
              </a:extLst>
            </p:cNvPr>
            <p:cNvPicPr>
              <a:picLocks noChangeAspect="1"/>
            </p:cNvPicPr>
            <p:nvPr/>
          </p:nvPicPr>
          <p:blipFill rotWithShape="1">
            <a:blip r:embed="rId3">
              <a:extLst>
                <a:ext uri="{28A0092B-C50C-407E-A947-70E740481C1C}">
                  <a14:useLocalDpi xmlns:a14="http://schemas.microsoft.com/office/drawing/2010/main" val="0"/>
                </a:ext>
              </a:extLst>
            </a:blip>
            <a:srcRect t="89670"/>
            <a:stretch/>
          </p:blipFill>
          <p:spPr>
            <a:xfrm>
              <a:off x="4506706" y="4266846"/>
              <a:ext cx="2809591" cy="600462"/>
            </a:xfrm>
            <a:prstGeom prst="rect">
              <a:avLst/>
            </a:prstGeom>
          </p:spPr>
        </p:pic>
      </p:grpSp>
      <p:grpSp>
        <p:nvGrpSpPr>
          <p:cNvPr id="29" name="그룹 28">
            <a:extLst>
              <a:ext uri="{FF2B5EF4-FFF2-40B4-BE49-F238E27FC236}">
                <a16:creationId xmlns:a16="http://schemas.microsoft.com/office/drawing/2014/main" id="{ED59B867-ACFA-FD4D-9193-7E5682BCCFF0}"/>
              </a:ext>
            </a:extLst>
          </p:cNvPr>
          <p:cNvGrpSpPr/>
          <p:nvPr/>
        </p:nvGrpSpPr>
        <p:grpSpPr>
          <a:xfrm>
            <a:off x="326214" y="6173555"/>
            <a:ext cx="2809592" cy="2171385"/>
            <a:chOff x="4506705" y="2695923"/>
            <a:chExt cx="2809592" cy="2171385"/>
          </a:xfrm>
        </p:grpSpPr>
        <p:pic>
          <p:nvPicPr>
            <p:cNvPr id="30" name="그림 29">
              <a:extLst>
                <a:ext uri="{FF2B5EF4-FFF2-40B4-BE49-F238E27FC236}">
                  <a16:creationId xmlns:a16="http://schemas.microsoft.com/office/drawing/2014/main" id="{6EA943B4-FF34-0F42-9003-9FA1B72CD89F}"/>
                </a:ext>
              </a:extLst>
            </p:cNvPr>
            <p:cNvPicPr>
              <a:picLocks noChangeAspect="1"/>
            </p:cNvPicPr>
            <p:nvPr/>
          </p:nvPicPr>
          <p:blipFill rotWithShape="1">
            <a:blip r:embed="rId3">
              <a:extLst>
                <a:ext uri="{28A0092B-C50C-407E-A947-70E740481C1C}">
                  <a14:useLocalDpi xmlns:a14="http://schemas.microsoft.com/office/drawing/2010/main" val="0"/>
                </a:ext>
              </a:extLst>
            </a:blip>
            <a:srcRect b="72382"/>
            <a:stretch/>
          </p:blipFill>
          <p:spPr>
            <a:xfrm>
              <a:off x="4506705" y="2695923"/>
              <a:ext cx="2809591" cy="1605423"/>
            </a:xfrm>
            <a:prstGeom prst="rect">
              <a:avLst/>
            </a:prstGeom>
          </p:spPr>
        </p:pic>
        <p:pic>
          <p:nvPicPr>
            <p:cNvPr id="31" name="그림 30">
              <a:extLst>
                <a:ext uri="{FF2B5EF4-FFF2-40B4-BE49-F238E27FC236}">
                  <a16:creationId xmlns:a16="http://schemas.microsoft.com/office/drawing/2014/main" id="{B73C3041-F339-784A-A2C5-4010CB15A62C}"/>
                </a:ext>
              </a:extLst>
            </p:cNvPr>
            <p:cNvPicPr>
              <a:picLocks noChangeAspect="1"/>
            </p:cNvPicPr>
            <p:nvPr/>
          </p:nvPicPr>
          <p:blipFill rotWithShape="1">
            <a:blip r:embed="rId3">
              <a:extLst>
                <a:ext uri="{28A0092B-C50C-407E-A947-70E740481C1C}">
                  <a14:useLocalDpi xmlns:a14="http://schemas.microsoft.com/office/drawing/2010/main" val="0"/>
                </a:ext>
              </a:extLst>
            </a:blip>
            <a:srcRect t="89670"/>
            <a:stretch/>
          </p:blipFill>
          <p:spPr>
            <a:xfrm>
              <a:off x="4506706" y="4266846"/>
              <a:ext cx="2809591" cy="600462"/>
            </a:xfrm>
            <a:prstGeom prst="rect">
              <a:avLst/>
            </a:prstGeom>
          </p:spPr>
        </p:pic>
      </p:grpSp>
      <p:sp>
        <p:nvSpPr>
          <p:cNvPr id="10" name="TextBox 9">
            <a:extLst>
              <a:ext uri="{FF2B5EF4-FFF2-40B4-BE49-F238E27FC236}">
                <a16:creationId xmlns:a16="http://schemas.microsoft.com/office/drawing/2014/main" id="{F0EDA30D-8D62-4343-B990-02CA2FCC437A}"/>
              </a:ext>
            </a:extLst>
          </p:cNvPr>
          <p:cNvSpPr txBox="1"/>
          <p:nvPr/>
        </p:nvSpPr>
        <p:spPr>
          <a:xfrm>
            <a:off x="258222" y="362055"/>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Random Selection</a:t>
            </a:r>
            <a:endPar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 name="슬라이드 번호 개체 틀 1">
            <a:extLst>
              <a:ext uri="{FF2B5EF4-FFF2-40B4-BE49-F238E27FC236}">
                <a16:creationId xmlns:a16="http://schemas.microsoft.com/office/drawing/2014/main" id="{14B7D34A-6655-4D0B-B24D-60C1FDB7C27E}"/>
              </a:ext>
            </a:extLst>
          </p:cNvPr>
          <p:cNvSpPr>
            <a:spLocks noGrp="1"/>
          </p:cNvSpPr>
          <p:nvPr>
            <p:ph type="sldNum" sz="quarter" idx="12"/>
          </p:nvPr>
        </p:nvSpPr>
        <p:spPr/>
        <p:txBody>
          <a:bodyPr/>
          <a:lstStyle/>
          <a:p>
            <a:fld id="{025F5712-77C1-483E-AF6C-501D64E640ED}" type="slidenum">
              <a:rPr lang="ko-KR" altLang="en-US" smtClean="0"/>
              <a:t>56</a:t>
            </a:fld>
            <a:endParaRPr lang="ko-KR" altLang="en-US"/>
          </a:p>
        </p:txBody>
      </p:sp>
      <p:sp>
        <p:nvSpPr>
          <p:cNvPr id="5" name="TextBox 4">
            <a:extLst>
              <a:ext uri="{FF2B5EF4-FFF2-40B4-BE49-F238E27FC236}">
                <a16:creationId xmlns:a16="http://schemas.microsoft.com/office/drawing/2014/main" id="{1164FA7A-0955-FC4F-8BCE-A3F30E51C099}"/>
              </a:ext>
            </a:extLst>
          </p:cNvPr>
          <p:cNvSpPr txBox="1"/>
          <p:nvPr/>
        </p:nvSpPr>
        <p:spPr>
          <a:xfrm>
            <a:off x="258221" y="4614446"/>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Timer</a:t>
            </a:r>
            <a:endPar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5" name="TextBox 14">
            <a:extLst>
              <a:ext uri="{FF2B5EF4-FFF2-40B4-BE49-F238E27FC236}">
                <a16:creationId xmlns:a16="http://schemas.microsoft.com/office/drawing/2014/main" id="{E471462D-7DB0-E24B-9003-CA8ADDF0124C}"/>
              </a:ext>
            </a:extLst>
          </p:cNvPr>
          <p:cNvSpPr txBox="1"/>
          <p:nvPr/>
        </p:nvSpPr>
        <p:spPr>
          <a:xfrm>
            <a:off x="274860" y="699229"/>
            <a:ext cx="6344590" cy="836832"/>
          </a:xfrm>
          <a:prstGeom prst="rect">
            <a:avLst/>
          </a:prstGeom>
          <a:noFill/>
        </p:spPr>
        <p:txBody>
          <a:bodyPr wrap="square" rtlCol="0">
            <a:spAutoFit/>
          </a:bodyPr>
          <a:lstStyle/>
          <a:p>
            <a:pPr lvl="0">
              <a:lnSpc>
                <a:spcPct val="140000"/>
              </a:lnSpc>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randomly select one participant. On completion, the selected participant’s screen will be pinned. </a:t>
            </a:r>
            <a:r>
              <a:rPr lang="en-US" altLang="ko-KR" sz="1200" dirty="0">
                <a:solidFill>
                  <a:prstClr val="black"/>
                </a:solidFill>
                <a:latin typeface="나눔바른고딕" panose="020B0603020101020101" pitchFamily="50" charset="-127"/>
                <a:ea typeface="나눔바른고딕" panose="020B0603020101020101" pitchFamily="50" charset="-127"/>
              </a:rPr>
              <a:t>This can be used to assign a presenter, play games, etc. and is only active and when 3 or more users are present.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7" name="직사각형 16">
            <a:extLst>
              <a:ext uri="{FF2B5EF4-FFF2-40B4-BE49-F238E27FC236}">
                <a16:creationId xmlns:a16="http://schemas.microsoft.com/office/drawing/2014/main" id="{8E198D36-430F-2140-9F36-B9EACC8629E8}"/>
              </a:ext>
            </a:extLst>
          </p:cNvPr>
          <p:cNvSpPr/>
          <p:nvPr/>
        </p:nvSpPr>
        <p:spPr>
          <a:xfrm>
            <a:off x="2668659" y="3731217"/>
            <a:ext cx="509173" cy="50281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9" name="직사각형 18">
            <a:extLst>
              <a:ext uri="{FF2B5EF4-FFF2-40B4-BE49-F238E27FC236}">
                <a16:creationId xmlns:a16="http://schemas.microsoft.com/office/drawing/2014/main" id="{9EC267D4-301C-4540-9873-F2E60ECD7BE8}"/>
              </a:ext>
            </a:extLst>
          </p:cNvPr>
          <p:cNvSpPr/>
          <p:nvPr/>
        </p:nvSpPr>
        <p:spPr>
          <a:xfrm>
            <a:off x="458947" y="2125847"/>
            <a:ext cx="1734152" cy="42865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0" name="TextBox 19">
            <a:extLst>
              <a:ext uri="{FF2B5EF4-FFF2-40B4-BE49-F238E27FC236}">
                <a16:creationId xmlns:a16="http://schemas.microsoft.com/office/drawing/2014/main" id="{C01DAE72-AD1C-0A46-A65C-4043936F0A59}"/>
              </a:ext>
            </a:extLst>
          </p:cNvPr>
          <p:cNvSpPr txBox="1"/>
          <p:nvPr/>
        </p:nvSpPr>
        <p:spPr>
          <a:xfrm>
            <a:off x="274860" y="1582778"/>
            <a:ext cx="6344590" cy="319768"/>
          </a:xfrm>
          <a:prstGeom prst="rect">
            <a:avLst/>
          </a:prstGeom>
          <a:noFill/>
        </p:spPr>
        <p:txBody>
          <a:bodyPr wrap="square" rtlCol="0">
            <a:spAutoFit/>
          </a:bodyPr>
          <a:lstStyle/>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Use random selection from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 – More(…) –</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Random Selection</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p:txBody>
      </p:sp>
      <p:sp>
        <p:nvSpPr>
          <p:cNvPr id="21" name="직사각형 20">
            <a:extLst>
              <a:ext uri="{FF2B5EF4-FFF2-40B4-BE49-F238E27FC236}">
                <a16:creationId xmlns:a16="http://schemas.microsoft.com/office/drawing/2014/main" id="{231624DE-DF0D-0542-87CC-176141CB13B2}"/>
              </a:ext>
            </a:extLst>
          </p:cNvPr>
          <p:cNvSpPr/>
          <p:nvPr/>
        </p:nvSpPr>
        <p:spPr>
          <a:xfrm>
            <a:off x="2633919" y="7833803"/>
            <a:ext cx="509173" cy="50281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2" name="직사각형 21">
            <a:extLst>
              <a:ext uri="{FF2B5EF4-FFF2-40B4-BE49-F238E27FC236}">
                <a16:creationId xmlns:a16="http://schemas.microsoft.com/office/drawing/2014/main" id="{B6DE77DA-9FE5-8A40-BFEB-3F820832B471}"/>
              </a:ext>
            </a:extLst>
          </p:cNvPr>
          <p:cNvSpPr/>
          <p:nvPr/>
        </p:nvSpPr>
        <p:spPr>
          <a:xfrm>
            <a:off x="413569" y="6597257"/>
            <a:ext cx="1734152" cy="42865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3" name="TextBox 22">
            <a:extLst>
              <a:ext uri="{FF2B5EF4-FFF2-40B4-BE49-F238E27FC236}">
                <a16:creationId xmlns:a16="http://schemas.microsoft.com/office/drawing/2014/main" id="{48D39067-A6AF-7948-9213-05B063D93EC2}"/>
              </a:ext>
            </a:extLst>
          </p:cNvPr>
          <p:cNvSpPr txBox="1"/>
          <p:nvPr/>
        </p:nvSpPr>
        <p:spPr>
          <a:xfrm>
            <a:off x="274860" y="4962669"/>
            <a:ext cx="6344590" cy="578300"/>
          </a:xfrm>
          <a:prstGeom prst="rect">
            <a:avLst/>
          </a:prstGeom>
          <a:noFill/>
        </p:spPr>
        <p:txBody>
          <a:bodyPr wrap="square" rtlCol="0">
            <a:spAutoFit/>
          </a:bodyPr>
          <a:lstStyle/>
          <a:p>
            <a:pPr lvl="0">
              <a:lnSpc>
                <a:spcPct val="140000"/>
              </a:lnSpc>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can set a timer. </a:t>
            </a:r>
            <a:r>
              <a:rPr lang="en-US" altLang="ko-KR" sz="1200" dirty="0">
                <a:solidFill>
                  <a:prstClr val="black"/>
                </a:solidFill>
                <a:latin typeface="나눔바른고딕" panose="020B0603020101020101" pitchFamily="50" charset="-127"/>
                <a:ea typeface="나눔바른고딕" panose="020B0603020101020101" pitchFamily="50" charset="-127"/>
              </a:rPr>
              <a:t>A notification is displayed when it ends.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This can be used to set a presentation duration, self study times etc.</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4" name="TextBox 23">
            <a:extLst>
              <a:ext uri="{FF2B5EF4-FFF2-40B4-BE49-F238E27FC236}">
                <a16:creationId xmlns:a16="http://schemas.microsoft.com/office/drawing/2014/main" id="{70F3551B-8C86-6C46-8CD7-27C1A7EAFD6A}"/>
              </a:ext>
            </a:extLst>
          </p:cNvPr>
          <p:cNvSpPr txBox="1"/>
          <p:nvPr/>
        </p:nvSpPr>
        <p:spPr>
          <a:xfrm>
            <a:off x="274860" y="5578228"/>
            <a:ext cx="6344590" cy="319768"/>
          </a:xfrm>
          <a:prstGeom prst="rect">
            <a:avLst/>
          </a:prstGeom>
          <a:noFill/>
        </p:spPr>
        <p:txBody>
          <a:bodyPr wrap="square" rtlCol="0">
            <a:spAutoFit/>
          </a:bodyPr>
          <a:lstStyle/>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Use timer from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 – More (…) –</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Timer</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p:txBody>
      </p:sp>
      <p:sp>
        <p:nvSpPr>
          <p:cNvPr id="25" name="오른쪽 화살표[R] 24">
            <a:extLst>
              <a:ext uri="{FF2B5EF4-FFF2-40B4-BE49-F238E27FC236}">
                <a16:creationId xmlns:a16="http://schemas.microsoft.com/office/drawing/2014/main" id="{41E618EB-55B2-1742-851F-9D1467562EE7}"/>
              </a:ext>
            </a:extLst>
          </p:cNvPr>
          <p:cNvSpPr/>
          <p:nvPr/>
        </p:nvSpPr>
        <p:spPr>
          <a:xfrm>
            <a:off x="3260942" y="7182509"/>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7" name="그림 6">
            <a:extLst>
              <a:ext uri="{FF2B5EF4-FFF2-40B4-BE49-F238E27FC236}">
                <a16:creationId xmlns:a16="http://schemas.microsoft.com/office/drawing/2014/main" id="{753672BC-5F2F-A240-B628-F34136A845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4138" y="6163610"/>
            <a:ext cx="2909719" cy="2660759"/>
          </a:xfrm>
          <a:prstGeom prst="rect">
            <a:avLst/>
          </a:prstGeom>
        </p:spPr>
      </p:pic>
    </p:spTree>
    <p:extLst>
      <p:ext uri="{BB962C8B-B14F-4D97-AF65-F5344CB8AC3E}">
        <p14:creationId xmlns:p14="http://schemas.microsoft.com/office/powerpoint/2010/main" val="36138412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75411308-7D7C-441F-8B2D-9DB7103780D2}"/>
              </a:ext>
            </a:extLst>
          </p:cNvPr>
          <p:cNvSpPr/>
          <p:nvPr/>
        </p:nvSpPr>
        <p:spPr>
          <a:xfrm>
            <a:off x="-13063" y="1947511"/>
            <a:ext cx="6871063" cy="2638182"/>
          </a:xfrm>
          <a:prstGeom prst="rect">
            <a:avLst/>
          </a:prstGeom>
          <a:solidFill>
            <a:srgbClr val="343E44">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직사각형 21">
            <a:extLst>
              <a:ext uri="{FF2B5EF4-FFF2-40B4-BE49-F238E27FC236}">
                <a16:creationId xmlns:a16="http://schemas.microsoft.com/office/drawing/2014/main" id="{8915DFC7-E78B-4447-B0FA-E8D2921A2909}"/>
              </a:ext>
            </a:extLst>
          </p:cNvPr>
          <p:cNvSpPr/>
          <p:nvPr/>
        </p:nvSpPr>
        <p:spPr>
          <a:xfrm>
            <a:off x="-6239" y="1626687"/>
            <a:ext cx="6871063" cy="2638182"/>
          </a:xfrm>
          <a:prstGeom prst="rect">
            <a:avLst/>
          </a:prstGeom>
          <a:solidFill>
            <a:srgbClr val="3848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TextBox 22">
            <a:extLst>
              <a:ext uri="{FF2B5EF4-FFF2-40B4-BE49-F238E27FC236}">
                <a16:creationId xmlns:a16="http://schemas.microsoft.com/office/drawing/2014/main" id="{31246B28-A183-4D21-ABA2-4A95AACCDCE1}"/>
              </a:ext>
            </a:extLst>
          </p:cNvPr>
          <p:cNvSpPr txBox="1"/>
          <p:nvPr/>
        </p:nvSpPr>
        <p:spPr>
          <a:xfrm>
            <a:off x="1243749" y="2530279"/>
            <a:ext cx="4370502" cy="830997"/>
          </a:xfrm>
          <a:prstGeom prst="rect">
            <a:avLst/>
          </a:prstGeom>
          <a:noFill/>
        </p:spPr>
        <p:txBody>
          <a:bodyPr wrap="square" rtlCol="0">
            <a:spAutoFit/>
          </a:bodyPr>
          <a:lstStyle/>
          <a:p>
            <a:pPr algn="ctr"/>
            <a:r>
              <a:rPr lang="en-US" altLang="ko-KR" sz="4800" dirty="0">
                <a:solidFill>
                  <a:schemeClr val="bg1"/>
                </a:solidFill>
                <a:latin typeface="나눔고딕 ExtraBold" panose="020D0904000000000000" pitchFamily="50" charset="-127"/>
                <a:ea typeface="나눔고딕 ExtraBold" panose="020D0904000000000000" pitchFamily="50" charset="-127"/>
              </a:rPr>
              <a:t>Etc.</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Tree>
    <p:extLst>
      <p:ext uri="{BB962C8B-B14F-4D97-AF65-F5344CB8AC3E}">
        <p14:creationId xmlns:p14="http://schemas.microsoft.com/office/powerpoint/2010/main" val="14927670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4040" y="-6980"/>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FAQ</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28" name="슬라이드 번호 개체 틀 1">
            <a:extLst>
              <a:ext uri="{FF2B5EF4-FFF2-40B4-BE49-F238E27FC236}">
                <a16:creationId xmlns:a16="http://schemas.microsoft.com/office/drawing/2014/main" id="{AF1550A6-5B47-EB4B-9DAC-D5F82C03D96F}"/>
              </a:ext>
            </a:extLst>
          </p:cNvPr>
          <p:cNvSpPr>
            <a:spLocks noGrp="1"/>
          </p:cNvSpPr>
          <p:nvPr>
            <p:ph type="sldNum" sz="quarter" idx="12"/>
          </p:nvPr>
        </p:nvSpPr>
        <p:spPr>
          <a:xfrm>
            <a:off x="4843463" y="9181397"/>
            <a:ext cx="1543050" cy="527403"/>
          </a:xfrm>
        </p:spPr>
        <p:txBody>
          <a:bodyPr/>
          <a:lstStyle/>
          <a:p>
            <a:fld id="{025F5712-77C1-483E-AF6C-501D64E640ED}" type="slidenum">
              <a:rPr lang="ko-KR" altLang="en-US" smtClean="0"/>
              <a:t>58</a:t>
            </a:fld>
            <a:endParaRPr lang="ko-KR" altLang="en-US" dirty="0"/>
          </a:p>
        </p:txBody>
      </p:sp>
      <p:grpSp>
        <p:nvGrpSpPr>
          <p:cNvPr id="11" name="Group 10">
            <a:extLst>
              <a:ext uri="{FF2B5EF4-FFF2-40B4-BE49-F238E27FC236}">
                <a16:creationId xmlns:a16="http://schemas.microsoft.com/office/drawing/2014/main" id="{AF4317C2-98C8-9142-A5B9-D38464D88472}"/>
              </a:ext>
            </a:extLst>
          </p:cNvPr>
          <p:cNvGrpSpPr/>
          <p:nvPr/>
        </p:nvGrpSpPr>
        <p:grpSpPr>
          <a:xfrm>
            <a:off x="256705" y="2739047"/>
            <a:ext cx="6344590" cy="916854"/>
            <a:chOff x="258222" y="2786279"/>
            <a:chExt cx="6344590" cy="916854"/>
          </a:xfrm>
        </p:grpSpPr>
        <p:sp>
          <p:nvSpPr>
            <p:cNvPr id="21" name="TextBox 20">
              <a:extLst>
                <a:ext uri="{FF2B5EF4-FFF2-40B4-BE49-F238E27FC236}">
                  <a16:creationId xmlns:a16="http://schemas.microsoft.com/office/drawing/2014/main" id="{7659CF19-357B-D640-8D63-452E17B694B4}"/>
                </a:ext>
              </a:extLst>
            </p:cNvPr>
            <p:cNvSpPr txBox="1"/>
            <p:nvPr/>
          </p:nvSpPr>
          <p:spPr>
            <a:xfrm>
              <a:off x="258222" y="2786279"/>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Do you need an account to use </a:t>
              </a:r>
              <a:r>
                <a:rPr kumimoji="0" lang="en-US" altLang="ko-KR" sz="1600" b="0" i="0" u="none" strike="noStrike" kern="1200" cap="none" spc="0" normalizeH="0" baseline="0" noProof="0" dirty="0" err="1">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Vmeeting</a:t>
              </a: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4" name="TextBox 13">
              <a:extLst>
                <a:ext uri="{FF2B5EF4-FFF2-40B4-BE49-F238E27FC236}">
                  <a16:creationId xmlns:a16="http://schemas.microsoft.com/office/drawing/2014/main" id="{371494B2-3051-354D-9E93-9FF76629349D}"/>
                </a:ext>
              </a:extLst>
            </p:cNvPr>
            <p:cNvSpPr txBox="1"/>
            <p:nvPr/>
          </p:nvSpPr>
          <p:spPr>
            <a:xfrm>
              <a:off x="258222" y="3124833"/>
              <a:ext cx="6344590" cy="578300"/>
            </a:xfrm>
            <a:prstGeom prst="rect">
              <a:avLst/>
            </a:prstGeom>
            <a:noFill/>
          </p:spPr>
          <p:txBody>
            <a:bodyPr wrap="square" rtlCol="0">
              <a:spAutoFit/>
            </a:bodyPr>
            <a:lstStyle/>
            <a:p>
              <a:pPr marL="171450" marR="0" lvl="0" indent="-171450" algn="l" defTabSz="457200" rtl="0" eaLnBrk="1" fontAlgn="auto" latinLnBrk="0" hangingPunct="1">
                <a:lnSpc>
                  <a:spcPct val="140000"/>
                </a:lnSpc>
                <a:spcBef>
                  <a:spcPts val="0"/>
                </a:spcBef>
                <a:spcAft>
                  <a:spcPts val="0"/>
                </a:spcAft>
                <a:buClrTx/>
                <a:buSzTx/>
                <a:buFontTx/>
                <a:buChar char="-"/>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Vmeeting</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account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i</a:t>
              </a:r>
              <a:r>
                <a:rPr lang="en-US" altLang="ko-KR" sz="1200" dirty="0">
                  <a:solidFill>
                    <a:prstClr val="black"/>
                  </a:solidFill>
                  <a:latin typeface="나눔바른고딕" panose="020B0603020101020101" pitchFamily="50" charset="-127"/>
                  <a:ea typeface="나눔바른고딕" panose="020B0603020101020101" pitchFamily="50" charset="-127"/>
                </a:rPr>
                <a:t>s not required for those who only participate in a meeting. However, an account is necessary to host or start a new meeting.</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grpSp>
      <p:grpSp>
        <p:nvGrpSpPr>
          <p:cNvPr id="5" name="Group 4">
            <a:extLst>
              <a:ext uri="{FF2B5EF4-FFF2-40B4-BE49-F238E27FC236}">
                <a16:creationId xmlns:a16="http://schemas.microsoft.com/office/drawing/2014/main" id="{EC871FC1-01FE-1545-BF87-E2D3F4D66580}"/>
              </a:ext>
            </a:extLst>
          </p:cNvPr>
          <p:cNvGrpSpPr/>
          <p:nvPr/>
        </p:nvGrpSpPr>
        <p:grpSpPr>
          <a:xfrm>
            <a:off x="256705" y="4574244"/>
            <a:ext cx="6344590" cy="916854"/>
            <a:chOff x="258222" y="5685204"/>
            <a:chExt cx="6344590" cy="916854"/>
          </a:xfrm>
        </p:grpSpPr>
        <p:sp>
          <p:nvSpPr>
            <p:cNvPr id="22" name="TextBox 21">
              <a:extLst>
                <a:ext uri="{FF2B5EF4-FFF2-40B4-BE49-F238E27FC236}">
                  <a16:creationId xmlns:a16="http://schemas.microsoft.com/office/drawing/2014/main" id="{30052CFD-5AAD-4446-98B4-0E34C54A0BBE}"/>
                </a:ext>
              </a:extLst>
            </p:cNvPr>
            <p:cNvSpPr txBox="1"/>
            <p:nvPr/>
          </p:nvSpPr>
          <p:spPr>
            <a:xfrm>
              <a:off x="258222" y="5685204"/>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How do you join a meeting?</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3" name="TextBox 22">
              <a:extLst>
                <a:ext uri="{FF2B5EF4-FFF2-40B4-BE49-F238E27FC236}">
                  <a16:creationId xmlns:a16="http://schemas.microsoft.com/office/drawing/2014/main" id="{5885FADD-A9C8-5942-BA61-9BD48601CE35}"/>
                </a:ext>
              </a:extLst>
            </p:cNvPr>
            <p:cNvSpPr txBox="1"/>
            <p:nvPr/>
          </p:nvSpPr>
          <p:spPr>
            <a:xfrm>
              <a:off x="258222" y="6023758"/>
              <a:ext cx="6344590" cy="578300"/>
            </a:xfrm>
            <a:prstGeom prst="rect">
              <a:avLst/>
            </a:prstGeom>
            <a:noFill/>
          </p:spPr>
          <p:txBody>
            <a:bodyPr wrap="square" rtlCol="0">
              <a:spAutoFit/>
            </a:bodyPr>
            <a:lstStyle/>
            <a:p>
              <a:pPr marL="171450" marR="0" lvl="0" indent="-171450" algn="l" defTabSz="457200" rtl="0" eaLnBrk="1" fontAlgn="auto" latinLnBrk="0" hangingPunct="1">
                <a:lnSpc>
                  <a:spcPct val="140000"/>
                </a:lnSpc>
                <a:spcBef>
                  <a:spcPts val="0"/>
                </a:spcBef>
                <a:spcAft>
                  <a:spcPts val="0"/>
                </a:spcAft>
                <a:buClrTx/>
                <a:buSzTx/>
                <a:buFontTx/>
                <a:buChar char="-"/>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You can simply join by clicking on a meeting URL or entering a meeting name at </a:t>
              </a:r>
              <a:r>
                <a:rPr lang="en-US" altLang="ko-KR" sz="1200" dirty="0" err="1">
                  <a:solidFill>
                    <a:prstClr val="black"/>
                  </a:solidFill>
                  <a:latin typeface="나눔바른고딕" panose="020B0603020101020101" pitchFamily="50" charset="-127"/>
                  <a:ea typeface="나눔바른고딕" panose="020B0603020101020101" pitchFamily="50" charset="-127"/>
                </a:rPr>
                <a:t>vmeeting.io</a:t>
              </a:r>
              <a:r>
                <a:rPr lang="en-US" altLang="ko-KR" sz="1200" dirty="0">
                  <a:solidFill>
                    <a:prstClr val="black"/>
                  </a:solidFill>
                  <a:latin typeface="나눔바른고딕" panose="020B0603020101020101" pitchFamily="50" charset="-127"/>
                  <a:ea typeface="나눔바른고딕" panose="020B0603020101020101" pitchFamily="50" charset="-127"/>
                </a:rPr>
                <a:t>.</a:t>
              </a:r>
            </a:p>
          </p:txBody>
        </p:sp>
      </p:grpSp>
      <p:grpSp>
        <p:nvGrpSpPr>
          <p:cNvPr id="6" name="Group 5">
            <a:extLst>
              <a:ext uri="{FF2B5EF4-FFF2-40B4-BE49-F238E27FC236}">
                <a16:creationId xmlns:a16="http://schemas.microsoft.com/office/drawing/2014/main" id="{9599AF78-B31D-5B48-B76B-C4B441C182B6}"/>
              </a:ext>
            </a:extLst>
          </p:cNvPr>
          <p:cNvGrpSpPr/>
          <p:nvPr/>
        </p:nvGrpSpPr>
        <p:grpSpPr>
          <a:xfrm>
            <a:off x="256705" y="5466050"/>
            <a:ext cx="6344590" cy="916854"/>
            <a:chOff x="258222" y="6472960"/>
            <a:chExt cx="6344590" cy="916854"/>
          </a:xfrm>
        </p:grpSpPr>
        <p:sp>
          <p:nvSpPr>
            <p:cNvPr id="25" name="TextBox 24">
              <a:extLst>
                <a:ext uri="{FF2B5EF4-FFF2-40B4-BE49-F238E27FC236}">
                  <a16:creationId xmlns:a16="http://schemas.microsoft.com/office/drawing/2014/main" id="{AAB9BFD7-55E1-1147-9155-0669F4C6332A}"/>
                </a:ext>
              </a:extLst>
            </p:cNvPr>
            <p:cNvSpPr txBox="1"/>
            <p:nvPr/>
          </p:nvSpPr>
          <p:spPr>
            <a:xfrm>
              <a:off x="258222" y="6472960"/>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Do you need a webcam to join a meeting?</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7" name="TextBox 26">
              <a:extLst>
                <a:ext uri="{FF2B5EF4-FFF2-40B4-BE49-F238E27FC236}">
                  <a16:creationId xmlns:a16="http://schemas.microsoft.com/office/drawing/2014/main" id="{A03932D9-F114-5544-BFCB-370F823363D4}"/>
                </a:ext>
              </a:extLst>
            </p:cNvPr>
            <p:cNvSpPr txBox="1"/>
            <p:nvPr/>
          </p:nvSpPr>
          <p:spPr>
            <a:xfrm>
              <a:off x="258222" y="6811514"/>
              <a:ext cx="6344590" cy="578300"/>
            </a:xfrm>
            <a:prstGeom prst="rect">
              <a:avLst/>
            </a:prstGeom>
            <a:noFill/>
          </p:spPr>
          <p:txBody>
            <a:bodyPr wrap="square" rtlCol="0">
              <a:spAutoFit/>
            </a:bodyPr>
            <a:lstStyle/>
            <a:p>
              <a:pPr marL="171450" marR="0" lvl="0" indent="-171450" algn="l" defTabSz="457200" rtl="0" eaLnBrk="1" fontAlgn="auto" latinLnBrk="0" hangingPunct="1">
                <a:lnSpc>
                  <a:spcPct val="140000"/>
                </a:lnSpc>
                <a:spcBef>
                  <a:spcPts val="0"/>
                </a:spcBef>
                <a:spcAft>
                  <a:spcPts val="0"/>
                </a:spcAft>
                <a:buClrTx/>
                <a:buSzTx/>
                <a:buFontTx/>
                <a:buChar char="-"/>
                <a:tabLst/>
                <a:defRPr/>
              </a:pPr>
              <a:r>
                <a:rPr lang="en-US" altLang="ko-KR" sz="1200" dirty="0" err="1">
                  <a:solidFill>
                    <a:prstClr val="black"/>
                  </a:solidFill>
                  <a:latin typeface="나눔바른고딕" panose="020B0603020101020101" pitchFamily="50" charset="-127"/>
                  <a:ea typeface="나눔바른고딕" panose="020B0603020101020101" pitchFamily="50" charset="-127"/>
                </a:rPr>
                <a:t>Vmeeting</a:t>
              </a:r>
              <a:r>
                <a:rPr lang="en-US" altLang="ko-KR" sz="1200" dirty="0">
                  <a:solidFill>
                    <a:prstClr val="black"/>
                  </a:solidFill>
                  <a:latin typeface="나눔바른고딕" panose="020B0603020101020101" pitchFamily="50" charset="-127"/>
                  <a:ea typeface="나눔바른고딕" panose="020B0603020101020101" pitchFamily="50" charset="-127"/>
                </a:rPr>
                <a:t> does not require users to connect webcam device to participate in a meeting. </a:t>
              </a:r>
            </a:p>
          </p:txBody>
        </p:sp>
      </p:grpSp>
      <p:grpSp>
        <p:nvGrpSpPr>
          <p:cNvPr id="4" name="Group 3">
            <a:extLst>
              <a:ext uri="{FF2B5EF4-FFF2-40B4-BE49-F238E27FC236}">
                <a16:creationId xmlns:a16="http://schemas.microsoft.com/office/drawing/2014/main" id="{0FC241FF-A89D-3B48-A7C2-819A84F10B93}"/>
              </a:ext>
            </a:extLst>
          </p:cNvPr>
          <p:cNvGrpSpPr/>
          <p:nvPr/>
        </p:nvGrpSpPr>
        <p:grpSpPr>
          <a:xfrm>
            <a:off x="256705" y="3732497"/>
            <a:ext cx="6344590" cy="665718"/>
            <a:chOff x="209468" y="4863926"/>
            <a:chExt cx="6344590" cy="665718"/>
          </a:xfrm>
        </p:grpSpPr>
        <p:sp>
          <p:nvSpPr>
            <p:cNvPr id="30" name="TextBox 29">
              <a:extLst>
                <a:ext uri="{FF2B5EF4-FFF2-40B4-BE49-F238E27FC236}">
                  <a16:creationId xmlns:a16="http://schemas.microsoft.com/office/drawing/2014/main" id="{C15D0F00-8C2D-1D40-985F-F73E2000C71E}"/>
                </a:ext>
              </a:extLst>
            </p:cNvPr>
            <p:cNvSpPr txBox="1"/>
            <p:nvPr/>
          </p:nvSpPr>
          <p:spPr>
            <a:xfrm>
              <a:off x="258222" y="4863926"/>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How do you purchase a license for </a:t>
              </a:r>
              <a:r>
                <a:rPr kumimoji="0" lang="en-US" altLang="ko-KR" sz="1600" b="0" i="0" u="none" strike="noStrike" kern="1200" cap="none" spc="0" normalizeH="0" baseline="0" noProof="0" dirty="0" err="1">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Vmeeting</a:t>
              </a: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31" name="TextBox 30">
              <a:extLst>
                <a:ext uri="{FF2B5EF4-FFF2-40B4-BE49-F238E27FC236}">
                  <a16:creationId xmlns:a16="http://schemas.microsoft.com/office/drawing/2014/main" id="{FDFC28FA-AB1D-444E-B8D1-3A211E7C56A6}"/>
                </a:ext>
              </a:extLst>
            </p:cNvPr>
            <p:cNvSpPr txBox="1"/>
            <p:nvPr/>
          </p:nvSpPr>
          <p:spPr>
            <a:xfrm>
              <a:off x="209468" y="5209876"/>
              <a:ext cx="6344590" cy="319768"/>
            </a:xfrm>
            <a:prstGeom prst="rect">
              <a:avLst/>
            </a:prstGeom>
            <a:noFill/>
          </p:spPr>
          <p:txBody>
            <a:bodyPr wrap="square" rtlCol="0">
              <a:spAutoFit/>
            </a:bodyPr>
            <a:lstStyle/>
            <a:p>
              <a:pPr marL="171450" lvl="0" indent="-171450">
                <a:lnSpc>
                  <a:spcPct val="140000"/>
                </a:lnSpc>
                <a:buFontTx/>
                <a:buChar char="-"/>
                <a:defRPr/>
              </a:pPr>
              <a:r>
                <a:rPr lang="en-US" altLang="ko-KR" sz="1200" dirty="0">
                  <a:solidFill>
                    <a:prstClr val="black"/>
                  </a:solidFill>
                  <a:latin typeface="나눔바른고딕" panose="020B0603020101020101" pitchFamily="50" charset="-127"/>
                  <a:ea typeface="나눔바른고딕" panose="020B0603020101020101" pitchFamily="50" charset="-127"/>
                </a:rPr>
                <a:t>Contact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hlinkClick r:id="rId3"/>
                </a:rPr>
                <a:t>vmeeting-info@kedutech.kr</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for support.</a:t>
              </a:r>
            </a:p>
          </p:txBody>
        </p:sp>
      </p:grpSp>
      <p:grpSp>
        <p:nvGrpSpPr>
          <p:cNvPr id="7" name="Group 6">
            <a:extLst>
              <a:ext uri="{FF2B5EF4-FFF2-40B4-BE49-F238E27FC236}">
                <a16:creationId xmlns:a16="http://schemas.microsoft.com/office/drawing/2014/main" id="{EA8312E6-927B-804B-9BD8-FB3C4D2D3995}"/>
              </a:ext>
            </a:extLst>
          </p:cNvPr>
          <p:cNvGrpSpPr/>
          <p:nvPr/>
        </p:nvGrpSpPr>
        <p:grpSpPr>
          <a:xfrm>
            <a:off x="256705" y="6447324"/>
            <a:ext cx="6344590" cy="1133156"/>
            <a:chOff x="256705" y="7517172"/>
            <a:chExt cx="6344590" cy="1133156"/>
          </a:xfrm>
        </p:grpSpPr>
        <p:sp>
          <p:nvSpPr>
            <p:cNvPr id="32" name="TextBox 31">
              <a:extLst>
                <a:ext uri="{FF2B5EF4-FFF2-40B4-BE49-F238E27FC236}">
                  <a16:creationId xmlns:a16="http://schemas.microsoft.com/office/drawing/2014/main" id="{BF6B15D8-AF34-444C-B291-AD0CDE26A205}"/>
                </a:ext>
              </a:extLst>
            </p:cNvPr>
            <p:cNvSpPr txBox="1"/>
            <p:nvPr/>
          </p:nvSpPr>
          <p:spPr>
            <a:xfrm>
              <a:off x="258222" y="7517172"/>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How many participants can join the meeting?</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33" name="TextBox 32">
              <a:extLst>
                <a:ext uri="{FF2B5EF4-FFF2-40B4-BE49-F238E27FC236}">
                  <a16:creationId xmlns:a16="http://schemas.microsoft.com/office/drawing/2014/main" id="{3AC2D43D-D051-264D-81CA-D096CB13520D}"/>
                </a:ext>
              </a:extLst>
            </p:cNvPr>
            <p:cNvSpPr txBox="1"/>
            <p:nvPr/>
          </p:nvSpPr>
          <p:spPr>
            <a:xfrm>
              <a:off x="256705" y="7813496"/>
              <a:ext cx="6344590" cy="836832"/>
            </a:xfrm>
            <a:prstGeom prst="rect">
              <a:avLst/>
            </a:prstGeom>
            <a:noFill/>
          </p:spPr>
          <p:txBody>
            <a:bodyPr wrap="square" rtlCol="0">
              <a:spAutoFit/>
            </a:bodyPr>
            <a:lstStyle/>
            <a:p>
              <a:pPr marL="171450" lvl="0" indent="-171450">
                <a:lnSpc>
                  <a:spcPct val="140000"/>
                </a:lnSpc>
                <a:buFontTx/>
                <a:buChar char="-"/>
                <a:defRPr/>
              </a:pPr>
              <a:r>
                <a:rPr lang="en-US" altLang="ko-KR" sz="1200" dirty="0" err="1">
                  <a:solidFill>
                    <a:prstClr val="black"/>
                  </a:solidFill>
                  <a:latin typeface="나눔바른고딕" panose="020B0603020101020101" pitchFamily="50" charset="-127"/>
                  <a:ea typeface="나눔바른고딕" panose="020B0603020101020101" pitchFamily="50" charset="-127"/>
                </a:rPr>
                <a:t>Vmeeting</a:t>
              </a:r>
              <a:r>
                <a:rPr lang="en-US" altLang="ko-KR" sz="1200" dirty="0">
                  <a:solidFill>
                    <a:prstClr val="black"/>
                  </a:solidFill>
                  <a:latin typeface="나눔바른고딕" panose="020B0603020101020101" pitchFamily="50" charset="-127"/>
                  <a:ea typeface="나눔바른고딕" panose="020B0603020101020101" pitchFamily="50" charset="-127"/>
                </a:rPr>
                <a:t> supports up to 10 participants for free. To host larger meetings, you must purchase a license for </a:t>
              </a:r>
              <a:r>
                <a:rPr lang="en-US" altLang="ko-KR" sz="1200" dirty="0" err="1">
                  <a:solidFill>
                    <a:prstClr val="black"/>
                  </a:solidFill>
                  <a:latin typeface="나눔바른고딕" panose="020B0603020101020101" pitchFamily="50" charset="-127"/>
                  <a:ea typeface="나눔바른고딕" panose="020B0603020101020101" pitchFamily="50" charset="-127"/>
                </a:rPr>
                <a:t>Vmeeting</a:t>
              </a:r>
              <a:r>
                <a:rPr lang="en-US" altLang="ko-KR" sz="1200" dirty="0">
                  <a:solidFill>
                    <a:prstClr val="black"/>
                  </a:solidFill>
                  <a:latin typeface="나눔바른고딕" panose="020B0603020101020101" pitchFamily="50" charset="-127"/>
                  <a:ea typeface="나눔바른고딕" panose="020B0603020101020101" pitchFamily="50" charset="-127"/>
                </a:rPr>
                <a:t> which can support up to 500 participants. Please contact </a:t>
              </a:r>
              <a:r>
                <a:rPr lang="en-US" altLang="ko-KR" sz="1200" dirty="0">
                  <a:solidFill>
                    <a:prstClr val="black"/>
                  </a:solidFill>
                  <a:latin typeface="나눔바른고딕" panose="020B0603020101020101" pitchFamily="50" charset="-127"/>
                  <a:ea typeface="나눔바른고딕" panose="020B0603020101020101" pitchFamily="50" charset="-127"/>
                  <a:hlinkClick r:id="rId3"/>
                </a:rPr>
                <a:t>vmeeting-info@kedutech.kr</a:t>
              </a:r>
              <a:r>
                <a:rPr lang="en-US" altLang="ko-KR" sz="1200" dirty="0">
                  <a:solidFill>
                    <a:prstClr val="black"/>
                  </a:solidFill>
                  <a:latin typeface="나눔바른고딕" panose="020B0603020101020101" pitchFamily="50" charset="-127"/>
                  <a:ea typeface="나눔바른고딕" panose="020B0603020101020101" pitchFamily="50" charset="-127"/>
                </a:rPr>
                <a:t> for more information.</a:t>
              </a:r>
            </a:p>
          </p:txBody>
        </p:sp>
      </p:grpSp>
      <p:grpSp>
        <p:nvGrpSpPr>
          <p:cNvPr id="10" name="Group 9">
            <a:extLst>
              <a:ext uri="{FF2B5EF4-FFF2-40B4-BE49-F238E27FC236}">
                <a16:creationId xmlns:a16="http://schemas.microsoft.com/office/drawing/2014/main" id="{06A04940-9F18-9D4F-AC6A-2D6A9444F9B4}"/>
              </a:ext>
            </a:extLst>
          </p:cNvPr>
          <p:cNvGrpSpPr/>
          <p:nvPr/>
        </p:nvGrpSpPr>
        <p:grpSpPr>
          <a:xfrm>
            <a:off x="256705" y="7612063"/>
            <a:ext cx="6344590" cy="658322"/>
            <a:chOff x="256705" y="8769722"/>
            <a:chExt cx="6344590" cy="658322"/>
          </a:xfrm>
        </p:grpSpPr>
        <p:sp>
          <p:nvSpPr>
            <p:cNvPr id="34" name="TextBox 33">
              <a:extLst>
                <a:ext uri="{FF2B5EF4-FFF2-40B4-BE49-F238E27FC236}">
                  <a16:creationId xmlns:a16="http://schemas.microsoft.com/office/drawing/2014/main" id="{55CC902B-C056-6243-BDA4-5ABA8D24FF87}"/>
                </a:ext>
              </a:extLst>
            </p:cNvPr>
            <p:cNvSpPr txBox="1"/>
            <p:nvPr/>
          </p:nvSpPr>
          <p:spPr>
            <a:xfrm>
              <a:off x="256705" y="8769722"/>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How do I reset my password?</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35" name="TextBox 34">
              <a:extLst>
                <a:ext uri="{FF2B5EF4-FFF2-40B4-BE49-F238E27FC236}">
                  <a16:creationId xmlns:a16="http://schemas.microsoft.com/office/drawing/2014/main" id="{CC40FEA8-013A-784F-BAE2-F794811B642A}"/>
                </a:ext>
              </a:extLst>
            </p:cNvPr>
            <p:cNvSpPr txBox="1"/>
            <p:nvPr/>
          </p:nvSpPr>
          <p:spPr>
            <a:xfrm>
              <a:off x="256705" y="9108276"/>
              <a:ext cx="6344590" cy="319768"/>
            </a:xfrm>
            <a:prstGeom prst="rect">
              <a:avLst/>
            </a:prstGeom>
            <a:noFill/>
          </p:spPr>
          <p:txBody>
            <a:bodyPr wrap="square" rtlCol="0">
              <a:spAutoFit/>
            </a:bodyPr>
            <a:lstStyle/>
            <a:p>
              <a:pPr marL="171450" marR="0" lvl="0" indent="-171450" algn="l" defTabSz="457200" rtl="0" eaLnBrk="1" fontAlgn="auto" latinLnBrk="0" hangingPunct="1">
                <a:lnSpc>
                  <a:spcPct val="140000"/>
                </a:lnSpc>
                <a:spcBef>
                  <a:spcPts val="0"/>
                </a:spcBef>
                <a:spcAft>
                  <a:spcPts val="0"/>
                </a:spcAft>
                <a:buClrTx/>
                <a:buSzTx/>
                <a:buFontTx/>
                <a:buChar char="-"/>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You can reset your password at [Login]</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[Reset Password].</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p:txBody>
        </p:sp>
      </p:grpSp>
      <p:grpSp>
        <p:nvGrpSpPr>
          <p:cNvPr id="24" name="Group 23">
            <a:extLst>
              <a:ext uri="{FF2B5EF4-FFF2-40B4-BE49-F238E27FC236}">
                <a16:creationId xmlns:a16="http://schemas.microsoft.com/office/drawing/2014/main" id="{42F91CB5-7738-5A41-8560-6B49A36C14CA}"/>
              </a:ext>
            </a:extLst>
          </p:cNvPr>
          <p:cNvGrpSpPr/>
          <p:nvPr/>
        </p:nvGrpSpPr>
        <p:grpSpPr>
          <a:xfrm>
            <a:off x="1279185" y="107537"/>
            <a:ext cx="5561768" cy="281649"/>
            <a:chOff x="1279185" y="107537"/>
            <a:chExt cx="5561768" cy="281649"/>
          </a:xfrm>
        </p:grpSpPr>
        <p:sp>
          <p:nvSpPr>
            <p:cNvPr id="26" name="Rectangle 25">
              <a:extLst>
                <a:ext uri="{FF2B5EF4-FFF2-40B4-BE49-F238E27FC236}">
                  <a16:creationId xmlns:a16="http://schemas.microsoft.com/office/drawing/2014/main" id="{FF4967A4-FD80-EC42-B4F0-D94C14EA3306}"/>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9" name="Rectangle 28">
              <a:extLst>
                <a:ext uri="{FF2B5EF4-FFF2-40B4-BE49-F238E27FC236}">
                  <a16:creationId xmlns:a16="http://schemas.microsoft.com/office/drawing/2014/main" id="{566C7BC3-1D6D-5A45-AE59-AAAD6AF4C7F7}"/>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36" name="Rectangle 35">
              <a:extLst>
                <a:ext uri="{FF2B5EF4-FFF2-40B4-BE49-F238E27FC236}">
                  <a16:creationId xmlns:a16="http://schemas.microsoft.com/office/drawing/2014/main" id="{1AFC1DA4-6599-1649-B082-93FF47A95B14}"/>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7" name="Rectangle 36">
              <a:extLst>
                <a:ext uri="{FF2B5EF4-FFF2-40B4-BE49-F238E27FC236}">
                  <a16:creationId xmlns:a16="http://schemas.microsoft.com/office/drawing/2014/main" id="{46DE50B8-2931-144C-AAC3-5BBED2D5CB8D}"/>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grpSp>
        <p:nvGrpSpPr>
          <p:cNvPr id="38" name="Group 9">
            <a:extLst>
              <a:ext uri="{FF2B5EF4-FFF2-40B4-BE49-F238E27FC236}">
                <a16:creationId xmlns:a16="http://schemas.microsoft.com/office/drawing/2014/main" id="{98975757-3D97-E446-AC5F-01D3DF69C156}"/>
              </a:ext>
            </a:extLst>
          </p:cNvPr>
          <p:cNvGrpSpPr/>
          <p:nvPr/>
        </p:nvGrpSpPr>
        <p:grpSpPr>
          <a:xfrm>
            <a:off x="256705" y="8396730"/>
            <a:ext cx="6344590" cy="916854"/>
            <a:chOff x="256705" y="8769722"/>
            <a:chExt cx="6344590" cy="916854"/>
          </a:xfrm>
        </p:grpSpPr>
        <p:sp>
          <p:nvSpPr>
            <p:cNvPr id="39" name="TextBox 38">
              <a:extLst>
                <a:ext uri="{FF2B5EF4-FFF2-40B4-BE49-F238E27FC236}">
                  <a16:creationId xmlns:a16="http://schemas.microsoft.com/office/drawing/2014/main" id="{CBBB1596-83E1-F747-AFAC-DEABBC214D34}"/>
                </a:ext>
              </a:extLst>
            </p:cNvPr>
            <p:cNvSpPr txBox="1"/>
            <p:nvPr/>
          </p:nvSpPr>
          <p:spPr>
            <a:xfrm>
              <a:off x="256705" y="8769722"/>
              <a:ext cx="5802336" cy="338554"/>
            </a:xfrm>
            <a:prstGeom prst="rect">
              <a:avLst/>
            </a:prstGeom>
            <a:noFill/>
          </p:spPr>
          <p:txBody>
            <a:bodyPr wrap="square" rtlCol="0">
              <a:spAutoFit/>
            </a:bodyPr>
            <a:lstStyle/>
            <a:p>
              <a:pPr lvl="0">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Why can’t I use some features?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40" name="TextBox 39">
              <a:extLst>
                <a:ext uri="{FF2B5EF4-FFF2-40B4-BE49-F238E27FC236}">
                  <a16:creationId xmlns:a16="http://schemas.microsoft.com/office/drawing/2014/main" id="{72CD1B8F-C5A4-3B4C-A770-2D48252F0633}"/>
                </a:ext>
              </a:extLst>
            </p:cNvPr>
            <p:cNvSpPr txBox="1"/>
            <p:nvPr/>
          </p:nvSpPr>
          <p:spPr>
            <a:xfrm>
              <a:off x="256705" y="9108276"/>
              <a:ext cx="6344590" cy="578300"/>
            </a:xfrm>
            <a:prstGeom prst="rect">
              <a:avLst/>
            </a:prstGeom>
            <a:noFill/>
          </p:spPr>
          <p:txBody>
            <a:bodyPr wrap="square" rtlCol="0">
              <a:spAutoFit/>
            </a:bodyPr>
            <a:lstStyle/>
            <a:p>
              <a:pPr marL="171450" lvl="0" indent="-171450">
                <a:lnSpc>
                  <a:spcPct val="140000"/>
                </a:lnSpc>
                <a:buFontTx/>
                <a:buChar char="-"/>
                <a:defRPr/>
              </a:pPr>
              <a:r>
                <a:rPr lang="en-US" altLang="ko-KR" sz="1200" dirty="0">
                  <a:solidFill>
                    <a:prstClr val="black"/>
                  </a:solidFill>
                  <a:latin typeface="나눔바른고딕" panose="020B0603020101020101" pitchFamily="50" charset="-127"/>
                  <a:ea typeface="나눔바른고딕" panose="020B0603020101020101" pitchFamily="50" charset="-127"/>
                </a:rPr>
                <a:t>Some features may not be available depending on your OS or web browser. Features may also vary between web and application.</a:t>
              </a:r>
            </a:p>
          </p:txBody>
        </p:sp>
      </p:grpSp>
    </p:spTree>
    <p:extLst>
      <p:ext uri="{BB962C8B-B14F-4D97-AF65-F5344CB8AC3E}">
        <p14:creationId xmlns:p14="http://schemas.microsoft.com/office/powerpoint/2010/main" val="37619907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14B7D34A-6655-4D0B-B24D-60C1FDB7C27E}"/>
              </a:ext>
            </a:extLst>
          </p:cNvPr>
          <p:cNvSpPr>
            <a:spLocks noGrp="1"/>
          </p:cNvSpPr>
          <p:nvPr>
            <p:ph type="sldNum" sz="quarter" idx="12"/>
          </p:nvPr>
        </p:nvSpPr>
        <p:spPr/>
        <p:txBody>
          <a:bodyPr/>
          <a:lstStyle/>
          <a:p>
            <a:fld id="{025F5712-77C1-483E-AF6C-501D64E640ED}" type="slidenum">
              <a:rPr lang="ko-KR" altLang="en-US" smtClean="0"/>
              <a:t>59</a:t>
            </a:fld>
            <a:endParaRPr lang="ko-KR" altLang="en-US"/>
          </a:p>
        </p:txBody>
      </p:sp>
      <p:sp>
        <p:nvSpPr>
          <p:cNvPr id="11" name="TextBox 10">
            <a:extLst>
              <a:ext uri="{FF2B5EF4-FFF2-40B4-BE49-F238E27FC236}">
                <a16:creationId xmlns:a16="http://schemas.microsoft.com/office/drawing/2014/main" id="{571E5368-D75B-D143-8107-8C30A64A55CF}"/>
              </a:ext>
            </a:extLst>
          </p:cNvPr>
          <p:cNvSpPr txBox="1"/>
          <p:nvPr/>
        </p:nvSpPr>
        <p:spPr>
          <a:xfrm>
            <a:off x="258222" y="513317"/>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My camera/microphone is not working.</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2" name="TextBox 11">
            <a:extLst>
              <a:ext uri="{FF2B5EF4-FFF2-40B4-BE49-F238E27FC236}">
                <a16:creationId xmlns:a16="http://schemas.microsoft.com/office/drawing/2014/main" id="{3EBFDB98-ABA1-9148-AD74-2CF2A6DFBED5}"/>
              </a:ext>
            </a:extLst>
          </p:cNvPr>
          <p:cNvSpPr txBox="1"/>
          <p:nvPr/>
        </p:nvSpPr>
        <p:spPr>
          <a:xfrm>
            <a:off x="258222" y="851871"/>
            <a:ext cx="6344590" cy="1102481"/>
          </a:xfrm>
          <a:prstGeom prst="rect">
            <a:avLst/>
          </a:prstGeom>
          <a:noFill/>
        </p:spPr>
        <p:txBody>
          <a:bodyPr wrap="square" rtlCol="0">
            <a:spAutoFit/>
          </a:bodyPr>
          <a:lstStyle/>
          <a:p>
            <a:pPr marL="171450" lvl="0" indent="-171450">
              <a:lnSpc>
                <a:spcPct val="140000"/>
              </a:lnSpc>
              <a:buFontTx/>
              <a:buChar char="-"/>
              <a:defRPr/>
            </a:pPr>
            <a:r>
              <a:rPr lang="en-US" altLang="ko-KR" sz="1200" dirty="0">
                <a:solidFill>
                  <a:prstClr val="black"/>
                </a:solidFill>
                <a:ea typeface="나눔바른고딕" panose="020B0603020101020101" pitchFamily="50" charset="-127"/>
              </a:rPr>
              <a:t>Make sure that your device is connected to your PC and selected as the main video/audio input. If device is still not working, please check if it is already being used. Devices cannot be used in multiple applications concurrently. If it is not being used, please check the device accessibility at settings as instructed as below:</a:t>
            </a:r>
          </a:p>
        </p:txBody>
      </p:sp>
      <p:sp>
        <p:nvSpPr>
          <p:cNvPr id="13" name="TextBox 12">
            <a:extLst>
              <a:ext uri="{FF2B5EF4-FFF2-40B4-BE49-F238E27FC236}">
                <a16:creationId xmlns:a16="http://schemas.microsoft.com/office/drawing/2014/main" id="{3D6317BA-A9CE-D942-9BF2-DF6C93D9AA53}"/>
              </a:ext>
            </a:extLst>
          </p:cNvPr>
          <p:cNvSpPr txBox="1"/>
          <p:nvPr/>
        </p:nvSpPr>
        <p:spPr>
          <a:xfrm>
            <a:off x="258222" y="4614446"/>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How can I prevent echo during meeting?</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4" name="TextBox 13">
            <a:extLst>
              <a:ext uri="{FF2B5EF4-FFF2-40B4-BE49-F238E27FC236}">
                <a16:creationId xmlns:a16="http://schemas.microsoft.com/office/drawing/2014/main" id="{E0EB94FF-D56E-2E4B-AC56-8D19ABCEF336}"/>
              </a:ext>
            </a:extLst>
          </p:cNvPr>
          <p:cNvSpPr txBox="1"/>
          <p:nvPr/>
        </p:nvSpPr>
        <p:spPr>
          <a:xfrm>
            <a:off x="258222" y="4953000"/>
            <a:ext cx="6344590" cy="1102481"/>
          </a:xfrm>
          <a:prstGeom prst="rect">
            <a:avLst/>
          </a:prstGeom>
          <a:noFill/>
        </p:spPr>
        <p:txBody>
          <a:bodyPr wrap="square" rtlCol="0">
            <a:spAutoFit/>
          </a:bodyPr>
          <a:lstStyle/>
          <a:p>
            <a:pPr marL="171450" lvl="0" indent="-171450">
              <a:lnSpc>
                <a:spcPct val="140000"/>
              </a:lnSpc>
              <a:buFontTx/>
              <a:buChar char="-"/>
              <a:defRPr/>
            </a:pPr>
            <a:r>
              <a:rPr lang="en-US" altLang="ko-KR" sz="1200" dirty="0">
                <a:solidFill>
                  <a:prstClr val="black"/>
                </a:solidFill>
                <a:ea typeface="나눔바른고딕" panose="020B0603020101020101" pitchFamily="50" charset="-127"/>
              </a:rPr>
              <a:t>Echo can occur when users connect meeting audio with multiple devices or when multiple users join meeting at the same location. To prevent this, make sure to leave only microphone and speaker on per meeting.</a:t>
            </a:r>
          </a:p>
          <a:p>
            <a:pPr marL="171450" lvl="0" indent="-171450">
              <a:lnSpc>
                <a:spcPct val="140000"/>
              </a:lnSpc>
              <a:buFontTx/>
              <a:buChar char="-"/>
              <a:defRPr/>
            </a:pPr>
            <a:r>
              <a:rPr lang="en-US" altLang="ko-KR" sz="1200" dirty="0">
                <a:solidFill>
                  <a:prstClr val="black"/>
                </a:solidFill>
                <a:ea typeface="나눔바른고딕" panose="020B0603020101020101" pitchFamily="50" charset="-127"/>
              </a:rPr>
              <a:t>You can also minimize additional noise by turning microphone off when not speaking.</a:t>
            </a:r>
          </a:p>
        </p:txBody>
      </p:sp>
      <p:sp>
        <p:nvSpPr>
          <p:cNvPr id="20" name="TextBox 19">
            <a:extLst>
              <a:ext uri="{FF2B5EF4-FFF2-40B4-BE49-F238E27FC236}">
                <a16:creationId xmlns:a16="http://schemas.microsoft.com/office/drawing/2014/main" id="{9A8A50DB-1C9A-CA43-9850-AE546BEB0C92}"/>
              </a:ext>
            </a:extLst>
          </p:cNvPr>
          <p:cNvSpPr txBox="1"/>
          <p:nvPr/>
        </p:nvSpPr>
        <p:spPr>
          <a:xfrm>
            <a:off x="258222" y="6369976"/>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I can’t share my screen. (macOS)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1" name="TextBox 20">
            <a:extLst>
              <a:ext uri="{FF2B5EF4-FFF2-40B4-BE49-F238E27FC236}">
                <a16:creationId xmlns:a16="http://schemas.microsoft.com/office/drawing/2014/main" id="{103474FA-6477-074C-9B27-9625C1979441}"/>
              </a:ext>
            </a:extLst>
          </p:cNvPr>
          <p:cNvSpPr txBox="1"/>
          <p:nvPr/>
        </p:nvSpPr>
        <p:spPr>
          <a:xfrm>
            <a:off x="209468" y="6715926"/>
            <a:ext cx="6344590" cy="843949"/>
          </a:xfrm>
          <a:prstGeom prst="rect">
            <a:avLst/>
          </a:prstGeom>
          <a:noFill/>
        </p:spPr>
        <p:txBody>
          <a:bodyPr wrap="square" rtlCol="0">
            <a:spAutoFit/>
          </a:bodyPr>
          <a:lstStyle/>
          <a:p>
            <a:pPr marL="171450" indent="-171450">
              <a:lnSpc>
                <a:spcPct val="140000"/>
              </a:lnSpc>
              <a:buFontTx/>
              <a:buChar char="-"/>
            </a:pPr>
            <a:r>
              <a:rPr lang="en-US" altLang="ko-KR" sz="1200" dirty="0">
                <a:solidFill>
                  <a:prstClr val="black"/>
                </a:solidFill>
                <a:ea typeface="나눔바른고딕" panose="020B0603020101020101" pitchFamily="50" charset="-127"/>
              </a:rPr>
              <a:t>If screen sharing results in an error message or black screen, please check the screen recording accessibility for browser as instructed below. Screen sharing cannot be performed without screen recording access.</a:t>
            </a:r>
          </a:p>
        </p:txBody>
      </p:sp>
      <p:sp>
        <p:nvSpPr>
          <p:cNvPr id="3" name="직사각형 2">
            <a:extLst>
              <a:ext uri="{FF2B5EF4-FFF2-40B4-BE49-F238E27FC236}">
                <a16:creationId xmlns:a16="http://schemas.microsoft.com/office/drawing/2014/main" id="{C9EDF7EA-EC2D-F24E-987F-8F3B154EA373}"/>
              </a:ext>
            </a:extLst>
          </p:cNvPr>
          <p:cNvSpPr/>
          <p:nvPr/>
        </p:nvSpPr>
        <p:spPr>
          <a:xfrm>
            <a:off x="513410" y="1934568"/>
            <a:ext cx="6344590" cy="2419124"/>
          </a:xfrm>
          <a:prstGeom prst="rect">
            <a:avLst/>
          </a:prstGeom>
        </p:spPr>
        <p:txBody>
          <a:bodyPr wrap="square">
            <a:spAutoFit/>
          </a:bodyPr>
          <a:lstStyle/>
          <a:p>
            <a:pPr>
              <a:lnSpc>
                <a:spcPct val="140000"/>
              </a:lnSpc>
            </a:pPr>
            <a:r>
              <a:rPr lang="ko-KR" altLang="en-US" sz="1200" b="1" dirty="0">
                <a:solidFill>
                  <a:prstClr val="black"/>
                </a:solidFill>
                <a:latin typeface="+mj-ea"/>
                <a:ea typeface="+mj-ea"/>
              </a:rPr>
              <a:t>◼︎ </a:t>
            </a:r>
            <a:r>
              <a:rPr lang="en" altLang="ko-KR" sz="1200" b="1" dirty="0">
                <a:solidFill>
                  <a:prstClr val="black"/>
                </a:solidFill>
                <a:latin typeface="+mj-ea"/>
                <a:ea typeface="+mj-ea"/>
              </a:rPr>
              <a:t>Windows</a:t>
            </a:r>
          </a:p>
          <a:p>
            <a:pPr fontAlgn="t">
              <a:lnSpc>
                <a:spcPct val="140000"/>
              </a:lnSpc>
              <a:buFont typeface="+mj-lt"/>
              <a:buAutoNum type="arabicPeriod"/>
            </a:pP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Enter </a:t>
            </a:r>
            <a:r>
              <a:rPr lang="en" altLang="ko-KR" sz="1200" dirty="0">
                <a:solidFill>
                  <a:prstClr val="black"/>
                </a:solidFill>
                <a:ea typeface="나눔바른고딕" panose="020B0603020101020101" pitchFamily="50" charset="-127"/>
              </a:rPr>
              <a:t>[</a:t>
            </a:r>
            <a:r>
              <a:rPr lang="en-US" altLang="ko-KR" sz="1200" dirty="0">
                <a:solidFill>
                  <a:prstClr val="black"/>
                </a:solidFill>
                <a:ea typeface="나눔바른고딕" panose="020B0603020101020101" pitchFamily="50" charset="-127"/>
              </a:rPr>
              <a:t>Start Menu</a:t>
            </a: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&gt; Setting</a:t>
            </a: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&gt; Privacy&gt; Camera/Microphone]</a:t>
            </a:r>
          </a:p>
          <a:p>
            <a:pPr fontAlgn="t">
              <a:lnSpc>
                <a:spcPct val="140000"/>
              </a:lnSpc>
              <a:buFont typeface="+mj-lt"/>
              <a:buAutoNum type="arabicPeriod"/>
            </a:pP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Turn on [Allow Camera/Microphone Access for this device].</a:t>
            </a:r>
          </a:p>
          <a:p>
            <a:pPr fontAlgn="t">
              <a:lnSpc>
                <a:spcPct val="140000"/>
              </a:lnSpc>
            </a:pPr>
            <a:r>
              <a:rPr lang="en-US" altLang="ko-KR" sz="1200" dirty="0">
                <a:solidFill>
                  <a:prstClr val="black"/>
                </a:solidFill>
                <a:ea typeface="나눔바른고딕" panose="020B0603020101020101" pitchFamily="50" charset="-127"/>
              </a:rPr>
              <a:t>3. Turn on [Allow apps to access your camera/microphone].</a:t>
            </a:r>
          </a:p>
          <a:p>
            <a:pPr fontAlgn="t">
              <a:lnSpc>
                <a:spcPct val="140000"/>
              </a:lnSpc>
            </a:pPr>
            <a:r>
              <a:rPr lang="en-US" altLang="ko-KR" sz="1200" dirty="0">
                <a:solidFill>
                  <a:prstClr val="black"/>
                </a:solidFill>
                <a:ea typeface="나눔바른고딕" panose="020B0603020101020101" pitchFamily="50" charset="-127"/>
              </a:rPr>
              <a:t>4.</a:t>
            </a: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Allow access for browser under [Choose which apps can access your camera/microphone].</a:t>
            </a:r>
          </a:p>
          <a:p>
            <a:pPr fontAlgn="t">
              <a:lnSpc>
                <a:spcPct val="140000"/>
              </a:lnSpc>
              <a:buFont typeface="+mj-lt"/>
              <a:buAutoNum type="arabicPeriod"/>
            </a:pPr>
            <a:endParaRPr lang="en-US" altLang="ko-KR" sz="1200" dirty="0">
              <a:solidFill>
                <a:prstClr val="black"/>
              </a:solidFill>
              <a:ea typeface="나눔바른고딕" panose="020B0603020101020101" pitchFamily="50" charset="-127"/>
            </a:endParaRPr>
          </a:p>
          <a:p>
            <a:pPr>
              <a:lnSpc>
                <a:spcPct val="140000"/>
              </a:lnSpc>
            </a:pPr>
            <a:r>
              <a:rPr lang="ko-KR" altLang="en-US" sz="1200" b="1" dirty="0">
                <a:solidFill>
                  <a:prstClr val="black"/>
                </a:solidFill>
                <a:latin typeface="+mj-ea"/>
                <a:ea typeface="+mj-ea"/>
              </a:rPr>
              <a:t>◼︎ </a:t>
            </a:r>
            <a:r>
              <a:rPr lang="en" altLang="ko-KR" sz="1200" b="1" dirty="0">
                <a:solidFill>
                  <a:prstClr val="black"/>
                </a:solidFill>
                <a:latin typeface="+mj-ea"/>
                <a:ea typeface="+mj-ea"/>
              </a:rPr>
              <a:t>macOS</a:t>
            </a:r>
          </a:p>
          <a:p>
            <a:pPr fontAlgn="t">
              <a:lnSpc>
                <a:spcPct val="140000"/>
              </a:lnSpc>
              <a:buFont typeface="+mj-lt"/>
              <a:buAutoNum type="arabicPeriod"/>
            </a:pP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Enter </a:t>
            </a:r>
            <a:r>
              <a:rPr lang="en" altLang="ko-KR" sz="1200" dirty="0">
                <a:solidFill>
                  <a:prstClr val="black"/>
                </a:solidFill>
                <a:ea typeface="나눔바른고딕" panose="020B0603020101020101" pitchFamily="50" charset="-127"/>
              </a:rPr>
              <a:t>[</a:t>
            </a:r>
            <a:r>
              <a:rPr lang="en-US" altLang="ko-KR" sz="1200" dirty="0">
                <a:solidFill>
                  <a:prstClr val="black"/>
                </a:solidFill>
                <a:ea typeface="나눔바른고딕" panose="020B0603020101020101" pitchFamily="50" charset="-127"/>
              </a:rPr>
              <a:t>Menu&gt; System Preferences…&gt; Security &amp; Privacy&gt; Privacy].</a:t>
            </a:r>
          </a:p>
          <a:p>
            <a:pPr fontAlgn="t">
              <a:lnSpc>
                <a:spcPct val="140000"/>
              </a:lnSpc>
              <a:buFont typeface="+mj-lt"/>
              <a:buAutoNum type="arabicPeriod"/>
            </a:pPr>
            <a:r>
              <a:rPr lang="en-US" altLang="ko-KR" sz="1200" dirty="0">
                <a:solidFill>
                  <a:prstClr val="black"/>
                </a:solidFill>
                <a:ea typeface="나눔바른고딕" panose="020B0603020101020101" pitchFamily="50" charset="-127"/>
              </a:rPr>
              <a:t> Allow camera/microphone access for browser. </a:t>
            </a:r>
          </a:p>
        </p:txBody>
      </p:sp>
      <p:sp>
        <p:nvSpPr>
          <p:cNvPr id="24" name="직사각형 23">
            <a:extLst>
              <a:ext uri="{FF2B5EF4-FFF2-40B4-BE49-F238E27FC236}">
                <a16:creationId xmlns:a16="http://schemas.microsoft.com/office/drawing/2014/main" id="{9B8D2E13-DC95-A34B-A9B1-F6F2FB1D1A79}"/>
              </a:ext>
            </a:extLst>
          </p:cNvPr>
          <p:cNvSpPr/>
          <p:nvPr/>
        </p:nvSpPr>
        <p:spPr>
          <a:xfrm>
            <a:off x="513410" y="7507630"/>
            <a:ext cx="6344590" cy="1126462"/>
          </a:xfrm>
          <a:prstGeom prst="rect">
            <a:avLst/>
          </a:prstGeom>
        </p:spPr>
        <p:txBody>
          <a:bodyPr wrap="square">
            <a:spAutoFit/>
          </a:bodyPr>
          <a:lstStyle/>
          <a:p>
            <a:pPr>
              <a:lnSpc>
                <a:spcPct val="140000"/>
              </a:lnSpc>
            </a:pPr>
            <a:r>
              <a:rPr lang="ko-KR" altLang="en-US" sz="1200" b="1" dirty="0">
                <a:solidFill>
                  <a:prstClr val="black"/>
                </a:solidFill>
                <a:latin typeface="+mj-ea"/>
                <a:ea typeface="+mj-ea"/>
              </a:rPr>
              <a:t>◼︎ </a:t>
            </a:r>
            <a:r>
              <a:rPr lang="en" altLang="ko-KR" sz="1200" b="1" dirty="0">
                <a:solidFill>
                  <a:prstClr val="black"/>
                </a:solidFill>
                <a:latin typeface="+mj-ea"/>
                <a:ea typeface="+mj-ea"/>
              </a:rPr>
              <a:t>macOS</a:t>
            </a:r>
          </a:p>
          <a:p>
            <a:pPr fontAlgn="t">
              <a:lnSpc>
                <a:spcPct val="140000"/>
              </a:lnSpc>
              <a:buFont typeface="+mj-lt"/>
              <a:buAutoNum type="arabicPeriod"/>
            </a:pP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Enter </a:t>
            </a:r>
            <a:r>
              <a:rPr lang="en" altLang="ko-KR" sz="1200" dirty="0">
                <a:solidFill>
                  <a:prstClr val="black"/>
                </a:solidFill>
                <a:ea typeface="나눔바른고딕" panose="020B0603020101020101" pitchFamily="50" charset="-127"/>
              </a:rPr>
              <a:t>[</a:t>
            </a:r>
            <a:r>
              <a:rPr lang="en-US" altLang="ko-KR" sz="1200" dirty="0">
                <a:solidFill>
                  <a:prstClr val="black"/>
                </a:solidFill>
                <a:ea typeface="나눔바른고딕" panose="020B0603020101020101" pitchFamily="50" charset="-127"/>
              </a:rPr>
              <a:t>Menu&gt; Systems Preferences…</a:t>
            </a: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&gt; Security &amp; Privacy</a:t>
            </a: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&gt; Privacy].</a:t>
            </a:r>
          </a:p>
          <a:p>
            <a:pPr fontAlgn="t">
              <a:lnSpc>
                <a:spcPct val="140000"/>
              </a:lnSpc>
              <a:buFont typeface="+mj-lt"/>
              <a:buAutoNum type="arabicPeriod"/>
            </a:pP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Allow Screen Recording access for browser. </a:t>
            </a:r>
          </a:p>
          <a:p>
            <a:pPr fontAlgn="t">
              <a:lnSpc>
                <a:spcPct val="140000"/>
              </a:lnSpc>
              <a:buFont typeface="+mj-lt"/>
              <a:buAutoNum type="arabicPeriod"/>
            </a:pPr>
            <a:endParaRPr lang="en-US" altLang="ko-KR" sz="1200" dirty="0">
              <a:solidFill>
                <a:prstClr val="black"/>
              </a:solidFill>
              <a:ea typeface="나눔바른고딕" panose="020B0603020101020101" pitchFamily="50" charset="-127"/>
            </a:endParaRPr>
          </a:p>
        </p:txBody>
      </p:sp>
    </p:spTree>
    <p:extLst>
      <p:ext uri="{BB962C8B-B14F-4D97-AF65-F5344CB8AC3E}">
        <p14:creationId xmlns:p14="http://schemas.microsoft.com/office/powerpoint/2010/main" val="3418060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083"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Contact</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28" name="슬라이드 번호 개체 틀 1">
            <a:extLst>
              <a:ext uri="{FF2B5EF4-FFF2-40B4-BE49-F238E27FC236}">
                <a16:creationId xmlns:a16="http://schemas.microsoft.com/office/drawing/2014/main" id="{AF1550A6-5B47-EB4B-9DAC-D5F82C03D96F}"/>
              </a:ext>
            </a:extLst>
          </p:cNvPr>
          <p:cNvSpPr>
            <a:spLocks noGrp="1"/>
          </p:cNvSpPr>
          <p:nvPr>
            <p:ph type="sldNum" sz="quarter" idx="12"/>
          </p:nvPr>
        </p:nvSpPr>
        <p:spPr>
          <a:xfrm>
            <a:off x="4843463" y="9181397"/>
            <a:ext cx="1543050" cy="527403"/>
          </a:xfrm>
        </p:spPr>
        <p:txBody>
          <a:bodyPr/>
          <a:lstStyle/>
          <a:p>
            <a:fld id="{025F5712-77C1-483E-AF6C-501D64E640ED}" type="slidenum">
              <a:rPr lang="ko-KR" altLang="en-US" smtClean="0"/>
              <a:t>60</a:t>
            </a:fld>
            <a:endParaRPr lang="ko-KR" altLang="en-US" dirty="0"/>
          </a:p>
        </p:txBody>
      </p:sp>
      <p:sp>
        <p:nvSpPr>
          <p:cNvPr id="14" name="TextBox 13">
            <a:extLst>
              <a:ext uri="{FF2B5EF4-FFF2-40B4-BE49-F238E27FC236}">
                <a16:creationId xmlns:a16="http://schemas.microsoft.com/office/drawing/2014/main" id="{9A293EDB-70DC-6140-8726-A589499B1EA4}"/>
              </a:ext>
            </a:extLst>
          </p:cNvPr>
          <p:cNvSpPr txBox="1"/>
          <p:nvPr/>
        </p:nvSpPr>
        <p:spPr>
          <a:xfrm>
            <a:off x="258222" y="2896885"/>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Customer Service</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3" name="직사각형 2">
            <a:extLst>
              <a:ext uri="{FF2B5EF4-FFF2-40B4-BE49-F238E27FC236}">
                <a16:creationId xmlns:a16="http://schemas.microsoft.com/office/drawing/2014/main" id="{22240C82-D4BA-5C4C-9F6C-B36AB0595DF7}"/>
              </a:ext>
            </a:extLst>
          </p:cNvPr>
          <p:cNvSpPr/>
          <p:nvPr/>
        </p:nvSpPr>
        <p:spPr>
          <a:xfrm>
            <a:off x="258222" y="3266800"/>
            <a:ext cx="4679538" cy="369332"/>
          </a:xfrm>
          <a:prstGeom prst="rect">
            <a:avLst/>
          </a:prstGeom>
        </p:spPr>
        <p:txBody>
          <a:bodyPr wrap="square">
            <a:spAutoFit/>
          </a:bodyPr>
          <a:lstStyle/>
          <a:p>
            <a:r>
              <a:rPr lang="en-US" altLang="ko-KR" dirty="0">
                <a:solidFill>
                  <a:prstClr val="black"/>
                </a:solidFill>
                <a:ea typeface="나눔바른고딕" panose="020B0603020101020101" pitchFamily="50" charset="-127"/>
              </a:rPr>
              <a:t>E-mail :</a:t>
            </a:r>
            <a:r>
              <a:rPr lang="ko-KR" altLang="en-US" dirty="0">
                <a:solidFill>
                  <a:prstClr val="black"/>
                </a:solidFill>
                <a:ea typeface="나눔바른고딕" panose="020B0603020101020101" pitchFamily="50" charset="-127"/>
              </a:rPr>
              <a:t> </a:t>
            </a:r>
            <a:r>
              <a:rPr lang="en-US" altLang="ko-KR" dirty="0" err="1">
                <a:solidFill>
                  <a:prstClr val="black"/>
                </a:solidFill>
                <a:latin typeface="+mj-ea"/>
                <a:ea typeface="+mj-ea"/>
              </a:rPr>
              <a:t>vmeeting-info@kedutech.kr</a:t>
            </a:r>
            <a:endParaRPr lang="en-US" altLang="ko-KR" dirty="0">
              <a:solidFill>
                <a:prstClr val="black"/>
              </a:solidFill>
              <a:latin typeface="+mj-ea"/>
              <a:ea typeface="+mj-ea"/>
            </a:endParaRPr>
          </a:p>
        </p:txBody>
      </p:sp>
      <p:sp>
        <p:nvSpPr>
          <p:cNvPr id="16" name="TextBox 15">
            <a:extLst>
              <a:ext uri="{FF2B5EF4-FFF2-40B4-BE49-F238E27FC236}">
                <a16:creationId xmlns:a16="http://schemas.microsoft.com/office/drawing/2014/main" id="{03AE7BCB-8B08-1A42-B6D2-961C8D8B9AE6}"/>
              </a:ext>
            </a:extLst>
          </p:cNvPr>
          <p:cNvSpPr txBox="1"/>
          <p:nvPr/>
        </p:nvSpPr>
        <p:spPr>
          <a:xfrm>
            <a:off x="258222" y="4115142"/>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About us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pic>
        <p:nvPicPr>
          <p:cNvPr id="23" name="Picture 3">
            <a:extLst>
              <a:ext uri="{FF2B5EF4-FFF2-40B4-BE49-F238E27FC236}">
                <a16:creationId xmlns:a16="http://schemas.microsoft.com/office/drawing/2014/main" id="{5B0E88C3-8812-5A46-A6EE-9C9ABE50090A}"/>
              </a:ext>
            </a:extLst>
          </p:cNvPr>
          <p:cNvPicPr>
            <a:picLocks noChangeAspect="1"/>
          </p:cNvPicPr>
          <p:nvPr/>
        </p:nvPicPr>
        <p:blipFill rotWithShape="1">
          <a:blip r:embed="rId3"/>
          <a:srcRect l="5271" t="14820" r="72940" b="70090"/>
          <a:stretch/>
        </p:blipFill>
        <p:spPr>
          <a:xfrm>
            <a:off x="258222" y="4491174"/>
            <a:ext cx="3190504" cy="1151035"/>
          </a:xfrm>
          <a:prstGeom prst="rect">
            <a:avLst/>
          </a:prstGeom>
        </p:spPr>
      </p:pic>
      <p:grpSp>
        <p:nvGrpSpPr>
          <p:cNvPr id="13" name="Group 12">
            <a:extLst>
              <a:ext uri="{FF2B5EF4-FFF2-40B4-BE49-F238E27FC236}">
                <a16:creationId xmlns:a16="http://schemas.microsoft.com/office/drawing/2014/main" id="{DF0F3170-8A78-AD40-BC41-6D403EBC0ABD}"/>
              </a:ext>
            </a:extLst>
          </p:cNvPr>
          <p:cNvGrpSpPr/>
          <p:nvPr/>
        </p:nvGrpSpPr>
        <p:grpSpPr>
          <a:xfrm>
            <a:off x="1279185" y="107537"/>
            <a:ext cx="5561768" cy="281649"/>
            <a:chOff x="1279185" y="107537"/>
            <a:chExt cx="5561768" cy="281649"/>
          </a:xfrm>
        </p:grpSpPr>
        <p:sp>
          <p:nvSpPr>
            <p:cNvPr id="15" name="Rectangle 14">
              <a:extLst>
                <a:ext uri="{FF2B5EF4-FFF2-40B4-BE49-F238E27FC236}">
                  <a16:creationId xmlns:a16="http://schemas.microsoft.com/office/drawing/2014/main" id="{BA18435C-79B7-984D-B7E7-0BE4D9C1796A}"/>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19" name="Rectangle 18">
              <a:extLst>
                <a:ext uri="{FF2B5EF4-FFF2-40B4-BE49-F238E27FC236}">
                  <a16:creationId xmlns:a16="http://schemas.microsoft.com/office/drawing/2014/main" id="{0ABC08A8-DA3F-754F-906B-0250255F294C}"/>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0" name="Rectangle 19">
              <a:extLst>
                <a:ext uri="{FF2B5EF4-FFF2-40B4-BE49-F238E27FC236}">
                  <a16:creationId xmlns:a16="http://schemas.microsoft.com/office/drawing/2014/main" id="{6E71D8E8-02D7-724B-B9F2-43C558DDA1B9}"/>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1" name="Rectangle 20">
              <a:extLst>
                <a:ext uri="{FF2B5EF4-FFF2-40B4-BE49-F238E27FC236}">
                  <a16:creationId xmlns:a16="http://schemas.microsoft.com/office/drawing/2014/main" id="{EEB54CE8-9BA6-E946-832F-A9DABB0A9E4E}"/>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22" name="TextBox 21">
            <a:extLst>
              <a:ext uri="{FF2B5EF4-FFF2-40B4-BE49-F238E27FC236}">
                <a16:creationId xmlns:a16="http://schemas.microsoft.com/office/drawing/2014/main" id="{227D5DDE-627B-2D4B-8DEC-AFCC417A8CF1}"/>
              </a:ext>
            </a:extLst>
          </p:cNvPr>
          <p:cNvSpPr txBox="1"/>
          <p:nvPr/>
        </p:nvSpPr>
        <p:spPr>
          <a:xfrm>
            <a:off x="258222" y="5703421"/>
            <a:ext cx="6128291" cy="3072316"/>
          </a:xfrm>
          <a:prstGeom prst="rect">
            <a:avLst/>
          </a:prstGeom>
          <a:noFill/>
        </p:spPr>
        <p:txBody>
          <a:bodyPr wrap="square" rtlCol="0">
            <a:spAutoFit/>
          </a:bodyPr>
          <a:lstStyle/>
          <a:p>
            <a:pPr lvl="0">
              <a:lnSpc>
                <a:spcPct val="140000"/>
              </a:lnSpc>
              <a:defRPr/>
            </a:pPr>
            <a:r>
              <a:rPr lang="en" altLang="ko-KR" sz="1400" b="1" dirty="0">
                <a:solidFill>
                  <a:prstClr val="black"/>
                </a:solidFill>
                <a:latin typeface="NanumGothic" panose="020D0604000000000000" pitchFamily="34" charset="-127"/>
                <a:ea typeface="NanumGothic" panose="020D0604000000000000" pitchFamily="34" charset="-127"/>
              </a:rPr>
              <a:t>[head office]</a:t>
            </a:r>
            <a:endParaRPr lang="en-US" altLang="ko-KR" sz="1400" b="1" dirty="0">
              <a:solidFill>
                <a:prstClr val="black"/>
              </a:solidFill>
              <a:latin typeface="NanumGothic" panose="020D0604000000000000" pitchFamily="34" charset="-127"/>
              <a:ea typeface="NanumGothic" panose="020D0604000000000000" pitchFamily="34" charset="-127"/>
            </a:endParaRPr>
          </a:p>
          <a:p>
            <a:pPr lvl="0">
              <a:lnSpc>
                <a:spcPct val="140000"/>
              </a:lnSpc>
              <a:defRPr/>
            </a:pPr>
            <a:r>
              <a:rPr lang="en-US" altLang="ko-KR" sz="1400" dirty="0">
                <a:solidFill>
                  <a:prstClr val="black"/>
                </a:solidFill>
                <a:latin typeface="NanumGothic" panose="020D0604000000000000" pitchFamily="34" charset="-127"/>
                <a:ea typeface="NanumGothic" panose="020D0604000000000000" pitchFamily="34" charset="-127"/>
              </a:rPr>
              <a:t>(37673)</a:t>
            </a:r>
            <a:r>
              <a:rPr lang="ko-KR" altLang="en-US" sz="1400" dirty="0">
                <a:solidFill>
                  <a:prstClr val="black"/>
                </a:solidFill>
                <a:latin typeface="NanumGothic" panose="020D0604000000000000" pitchFamily="34" charset="-127"/>
                <a:ea typeface="NanumGothic" panose="020D0604000000000000" pitchFamily="34" charset="-127"/>
              </a:rPr>
              <a:t> </a:t>
            </a:r>
            <a:r>
              <a:rPr lang="en-US" altLang="ko-KR" sz="1400" dirty="0">
                <a:solidFill>
                  <a:prstClr val="black"/>
                </a:solidFill>
                <a:latin typeface="NanumGothic" panose="020D0604000000000000" pitchFamily="34" charset="-127"/>
                <a:ea typeface="NanumGothic" panose="020D0604000000000000" pitchFamily="34" charset="-127"/>
              </a:rPr>
              <a:t>87 </a:t>
            </a:r>
            <a:r>
              <a:rPr lang="en-US" altLang="ko-KR" sz="1400" dirty="0" err="1">
                <a:solidFill>
                  <a:prstClr val="black"/>
                </a:solidFill>
                <a:latin typeface="NanumGothic" panose="020D0604000000000000" pitchFamily="34" charset="-127"/>
                <a:ea typeface="NanumGothic" panose="020D0604000000000000" pitchFamily="34" charset="-127"/>
              </a:rPr>
              <a:t>Cheongam</a:t>
            </a:r>
            <a:r>
              <a:rPr lang="en-US" altLang="ko-KR" sz="1400" dirty="0">
                <a:solidFill>
                  <a:prstClr val="black"/>
                </a:solidFill>
                <a:latin typeface="NanumGothic" panose="020D0604000000000000" pitchFamily="34" charset="-127"/>
                <a:ea typeface="NanumGothic" panose="020D0604000000000000" pitchFamily="34" charset="-127"/>
              </a:rPr>
              <a:t>-Ro. </a:t>
            </a:r>
            <a:r>
              <a:rPr lang="en-US" altLang="ko-KR" sz="1400" dirty="0" err="1">
                <a:solidFill>
                  <a:prstClr val="black"/>
                </a:solidFill>
                <a:latin typeface="NanumGothic" panose="020D0604000000000000" pitchFamily="34" charset="-127"/>
                <a:ea typeface="NanumGothic" panose="020D0604000000000000" pitchFamily="34" charset="-127"/>
              </a:rPr>
              <a:t>CHANGeUP</a:t>
            </a:r>
            <a:r>
              <a:rPr lang="en-US" altLang="ko-KR" sz="1400" dirty="0">
                <a:solidFill>
                  <a:prstClr val="black"/>
                </a:solidFill>
                <a:latin typeface="NanumGothic" panose="020D0604000000000000" pitchFamily="34" charset="-127"/>
                <a:ea typeface="NanumGothic" panose="020D0604000000000000" pitchFamily="34" charset="-127"/>
              </a:rPr>
              <a:t> GROUND Office No. 536, Nam-Gu, Pohang, </a:t>
            </a:r>
            <a:r>
              <a:rPr lang="en-US" altLang="ko-KR" sz="1400" dirty="0" err="1">
                <a:solidFill>
                  <a:prstClr val="black"/>
                </a:solidFill>
                <a:latin typeface="NanumGothic" panose="020D0604000000000000" pitchFamily="34" charset="-127"/>
                <a:ea typeface="NanumGothic" panose="020D0604000000000000" pitchFamily="34" charset="-127"/>
              </a:rPr>
              <a:t>Gyeongbuk</a:t>
            </a:r>
            <a:r>
              <a:rPr lang="en-US" altLang="ko-KR" sz="1400" dirty="0">
                <a:solidFill>
                  <a:prstClr val="black"/>
                </a:solidFill>
                <a:latin typeface="NanumGothic" panose="020D0604000000000000" pitchFamily="34" charset="-127"/>
                <a:ea typeface="NanumGothic" panose="020D0604000000000000" pitchFamily="34" charset="-127"/>
              </a:rPr>
              <a:t>. </a:t>
            </a:r>
            <a:r>
              <a:rPr lang="en" altLang="ko-Kore-KR" sz="1400" dirty="0">
                <a:solidFill>
                  <a:prstClr val="black"/>
                </a:solidFill>
                <a:latin typeface="NanumGothic" panose="020D0604000000000000" pitchFamily="34" charset="-127"/>
                <a:ea typeface="NanumGothic" panose="020D0604000000000000" pitchFamily="34" charset="-127"/>
              </a:rPr>
              <a:t>Republic of Korea</a:t>
            </a:r>
            <a:endParaRPr lang="en-US" altLang="ko-KR" sz="1400" dirty="0">
              <a:solidFill>
                <a:prstClr val="black"/>
              </a:solidFill>
              <a:latin typeface="NanumGothic" panose="020D0604000000000000" pitchFamily="34" charset="-127"/>
              <a:ea typeface="NanumGothic" panose="020D0604000000000000" pitchFamily="34" charset="-127"/>
            </a:endParaRPr>
          </a:p>
          <a:p>
            <a:pPr lvl="0">
              <a:lnSpc>
                <a:spcPct val="140000"/>
              </a:lnSpc>
              <a:defRPr/>
            </a:pPr>
            <a:endParaRPr lang="en-US" altLang="ko-KR" sz="1400" dirty="0">
              <a:solidFill>
                <a:prstClr val="black"/>
              </a:solidFill>
              <a:latin typeface="NanumGothic" panose="020D0604000000000000" pitchFamily="34" charset="-127"/>
              <a:ea typeface="NanumGothic" panose="020D0604000000000000" pitchFamily="34" charset="-127"/>
            </a:endParaRPr>
          </a:p>
          <a:p>
            <a:pPr lvl="0">
              <a:lnSpc>
                <a:spcPct val="140000"/>
              </a:lnSpc>
              <a:defRPr/>
            </a:pPr>
            <a:r>
              <a:rPr lang="en-US" altLang="ko-KR" sz="1400" b="1" dirty="0">
                <a:solidFill>
                  <a:prstClr val="black"/>
                </a:solidFill>
                <a:latin typeface="NanumGothic" panose="020D0604000000000000" pitchFamily="34" charset="-127"/>
                <a:ea typeface="NanumGothic" panose="020D0604000000000000" pitchFamily="34" charset="-127"/>
              </a:rPr>
              <a:t>[laboratory]</a:t>
            </a:r>
          </a:p>
          <a:p>
            <a:pPr lvl="0">
              <a:lnSpc>
                <a:spcPct val="140000"/>
              </a:lnSpc>
              <a:defRPr/>
            </a:pPr>
            <a:r>
              <a:rPr lang="en-US" altLang="ko-KR" sz="1400" dirty="0">
                <a:solidFill>
                  <a:prstClr val="black"/>
                </a:solidFill>
                <a:latin typeface="NanumGothic" panose="020D0604000000000000" pitchFamily="34" charset="-127"/>
                <a:ea typeface="NanumGothic" panose="020D0604000000000000" pitchFamily="34" charset="-127"/>
              </a:rPr>
              <a:t>(06233)</a:t>
            </a:r>
            <a:r>
              <a:rPr lang="ko-KR" altLang="en-US" sz="1400" dirty="0">
                <a:solidFill>
                  <a:prstClr val="black"/>
                </a:solidFill>
                <a:latin typeface="NanumGothic" panose="020D0604000000000000" pitchFamily="34" charset="-127"/>
                <a:ea typeface="NanumGothic" panose="020D0604000000000000" pitchFamily="34" charset="-127"/>
              </a:rPr>
              <a:t> </a:t>
            </a:r>
            <a:r>
              <a:rPr lang="en-US" altLang="ko-KR" sz="1400" dirty="0">
                <a:solidFill>
                  <a:prstClr val="black"/>
                </a:solidFill>
                <a:latin typeface="NanumGothic" panose="020D0604000000000000" pitchFamily="34" charset="-127"/>
                <a:ea typeface="NanumGothic" panose="020D0604000000000000" pitchFamily="34" charset="-127"/>
              </a:rPr>
              <a:t>1214,</a:t>
            </a:r>
            <a:r>
              <a:rPr lang="ko-KR" altLang="en-US" sz="1400" dirty="0">
                <a:solidFill>
                  <a:prstClr val="black"/>
                </a:solidFill>
                <a:latin typeface="NanumGothic" panose="020D0604000000000000" pitchFamily="34" charset="-127"/>
                <a:ea typeface="NanumGothic" panose="020D0604000000000000" pitchFamily="34" charset="-127"/>
              </a:rPr>
              <a:t> </a:t>
            </a:r>
            <a:r>
              <a:rPr lang="en" altLang="ko-Kore-KR" sz="1400" dirty="0">
                <a:latin typeface="NanumGothic" panose="020D0604000000000000" pitchFamily="34" charset="-127"/>
                <a:ea typeface="NanumGothic" panose="020D0604000000000000" pitchFamily="34" charset="-127"/>
              </a:rPr>
              <a:t>23, Gangnam-</a:t>
            </a:r>
            <a:r>
              <a:rPr lang="en" altLang="ko-Kore-KR" sz="1400" dirty="0" err="1">
                <a:latin typeface="NanumGothic" panose="020D0604000000000000" pitchFamily="34" charset="-127"/>
                <a:ea typeface="NanumGothic" panose="020D0604000000000000" pitchFamily="34" charset="-127"/>
              </a:rPr>
              <a:t>daero</a:t>
            </a:r>
            <a:r>
              <a:rPr lang="en" altLang="ko-Kore-KR" sz="1400" dirty="0">
                <a:latin typeface="NanumGothic" panose="020D0604000000000000" pitchFamily="34" charset="-127"/>
                <a:ea typeface="NanumGothic" panose="020D0604000000000000" pitchFamily="34" charset="-127"/>
              </a:rPr>
              <a:t> 84-gil, Gangnam-</a:t>
            </a:r>
            <a:r>
              <a:rPr lang="en" altLang="ko-Kore-KR" sz="1400" dirty="0" err="1">
                <a:latin typeface="NanumGothic" panose="020D0604000000000000" pitchFamily="34" charset="-127"/>
                <a:ea typeface="NanumGothic" panose="020D0604000000000000" pitchFamily="34" charset="-127"/>
              </a:rPr>
              <a:t>gu</a:t>
            </a:r>
            <a:r>
              <a:rPr lang="en" altLang="ko-Kore-KR" sz="1400" dirty="0">
                <a:latin typeface="NanumGothic" panose="020D0604000000000000" pitchFamily="34" charset="-127"/>
                <a:ea typeface="NanumGothic" panose="020D0604000000000000" pitchFamily="34" charset="-127"/>
              </a:rPr>
              <a:t>, Seoul, Republic of Korea</a:t>
            </a:r>
            <a:endParaRPr lang="en-US" altLang="ko-KR" sz="1400" dirty="0">
              <a:solidFill>
                <a:prstClr val="black"/>
              </a:solidFill>
              <a:latin typeface="NanumGothic" panose="020D0604000000000000" pitchFamily="34" charset="-127"/>
              <a:ea typeface="NanumGothic" panose="020D0604000000000000" pitchFamily="34" charset="-127"/>
            </a:endParaRPr>
          </a:p>
          <a:p>
            <a:pPr lvl="0">
              <a:lnSpc>
                <a:spcPct val="140000"/>
              </a:lnSpc>
              <a:defRPr/>
            </a:pPr>
            <a:endParaRPr lang="en-US" altLang="ko-KR" sz="1400" dirty="0">
              <a:solidFill>
                <a:prstClr val="black"/>
              </a:solidFill>
              <a:latin typeface="NanumGothic" panose="020D0604000000000000" pitchFamily="34" charset="-127"/>
              <a:ea typeface="NanumGothic" panose="020D0604000000000000" pitchFamily="34" charset="-127"/>
            </a:endParaRPr>
          </a:p>
          <a:p>
            <a:pPr lvl="0">
              <a:lnSpc>
                <a:spcPct val="140000"/>
              </a:lnSpc>
              <a:defRPr/>
            </a:pPr>
            <a:r>
              <a:rPr lang="en-US" altLang="ko-KR" sz="1400" b="1" dirty="0">
                <a:solidFill>
                  <a:prstClr val="black"/>
                </a:solidFill>
                <a:latin typeface="NanumGothic" panose="020D0604000000000000" pitchFamily="34" charset="-127"/>
                <a:ea typeface="NanumGothic" panose="020D0604000000000000" pitchFamily="34" charset="-127"/>
              </a:rPr>
              <a:t>[Site]</a:t>
            </a:r>
          </a:p>
          <a:p>
            <a:pPr lvl="0">
              <a:lnSpc>
                <a:spcPct val="140000"/>
              </a:lnSpc>
              <a:defRPr/>
            </a:pPr>
            <a:r>
              <a:rPr lang="en-US" altLang="ko-KR" sz="1400" dirty="0">
                <a:solidFill>
                  <a:prstClr val="black"/>
                </a:solidFill>
                <a:latin typeface="NanumGothic" panose="020D0604000000000000" pitchFamily="34" charset="-127"/>
                <a:ea typeface="NanumGothic" panose="020D0604000000000000" pitchFamily="34" charset="-127"/>
              </a:rPr>
              <a:t>https://</a:t>
            </a:r>
            <a:r>
              <a:rPr kumimoji="0" lang="en-US" altLang="ko-KR" sz="1400" b="0" i="0" u="none" strike="noStrike" kern="1200" cap="none" spc="0" normalizeH="0" baseline="0" noProof="0" dirty="0" err="1">
                <a:ln>
                  <a:noFill/>
                </a:ln>
                <a:solidFill>
                  <a:prstClr val="black"/>
                </a:solidFill>
                <a:effectLst/>
                <a:uLnTx/>
                <a:uFillTx/>
                <a:latin typeface="NanumGothic" panose="020D0604000000000000" pitchFamily="34" charset="-127"/>
                <a:ea typeface="NanumGothic" panose="020D0604000000000000" pitchFamily="34" charset="-127"/>
              </a:rPr>
              <a:t>vmeeting.io</a:t>
            </a:r>
            <a:endParaRPr kumimoji="0" lang="en-US" altLang="ko-KR" sz="1400" b="0" i="0" u="none" strike="noStrike" kern="1200" cap="none" spc="0" normalizeH="0" baseline="0" noProof="0" dirty="0">
              <a:ln>
                <a:noFill/>
              </a:ln>
              <a:solidFill>
                <a:prstClr val="black"/>
              </a:solidFill>
              <a:effectLst/>
              <a:uLnTx/>
              <a:uFillTx/>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1089906920"/>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문서" ma:contentTypeID="0x0101003D9B4A1A4126784C813EEF151FBF3143" ma:contentTypeVersion="9" ma:contentTypeDescription="새 문서를 만듭니다." ma:contentTypeScope="" ma:versionID="1e26662595344403ed0220b95f5a954a">
  <xsd:schema xmlns:xsd="http://www.w3.org/2001/XMLSchema" xmlns:xs="http://www.w3.org/2001/XMLSchema" xmlns:p="http://schemas.microsoft.com/office/2006/metadata/properties" xmlns:ns3="4b9fae57-b609-439d-992d-332c3bd6b157" targetNamespace="http://schemas.microsoft.com/office/2006/metadata/properties" ma:root="true" ma:fieldsID="cdd7ec3ea6c858ade3e309b8f5827b8c" ns3:_="">
    <xsd:import namespace="4b9fae57-b609-439d-992d-332c3bd6b157"/>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9fae57-b609-439d-992d-332c3bd6b15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LengthInSeconds" ma:index="16"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74E756A-2905-433D-876E-1209B03E3DD0}">
  <ds:schemaRefs>
    <ds:schemaRef ds:uri="http://schemas.microsoft.com/sharepoint/v3/contenttype/forms"/>
  </ds:schemaRefs>
</ds:datastoreItem>
</file>

<file path=customXml/itemProps2.xml><?xml version="1.0" encoding="utf-8"?>
<ds:datastoreItem xmlns:ds="http://schemas.openxmlformats.org/officeDocument/2006/customXml" ds:itemID="{CBFDEF02-1E89-45D8-94F6-E45F78128B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9fae57-b609-439d-992d-332c3bd6b1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ADD8938-E5F5-4AEE-9887-D5A751E5266B}">
  <ds:schemaRefs>
    <ds:schemaRef ds:uri="http://schemas.microsoft.com/office/2006/documentManagement/types"/>
    <ds:schemaRef ds:uri="http://schemas.microsoft.com/office/2006/metadata/properties"/>
    <ds:schemaRef ds:uri="4b9fae57-b609-439d-992d-332c3bd6b157"/>
    <ds:schemaRef ds:uri="http://purl.org/dc/dcmitype/"/>
    <ds:schemaRef ds:uri="http://purl.org/dc/terms/"/>
    <ds:schemaRef ds:uri="http://schemas.microsoft.com/office/infopath/2007/PartnerControls"/>
    <ds:schemaRef ds:uri="http://purl.org/dc/elements/1.1/"/>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17490</TotalTime>
  <Words>5354</Words>
  <Application>Microsoft Macintosh PowerPoint</Application>
  <PresentationFormat>A4 용지(210x297mm)</PresentationFormat>
  <Paragraphs>830</Paragraphs>
  <Slides>60</Slides>
  <Notes>6</Notes>
  <HiddenSlides>0</HiddenSlides>
  <MMClips>0</MMClips>
  <ScaleCrop>false</ScaleCrop>
  <HeadingPairs>
    <vt:vector size="6" baseType="variant">
      <vt:variant>
        <vt:lpstr>사용한 글꼴</vt:lpstr>
      </vt:variant>
      <vt:variant>
        <vt:i4>10</vt:i4>
      </vt:variant>
      <vt:variant>
        <vt:lpstr>테마</vt:lpstr>
      </vt:variant>
      <vt:variant>
        <vt:i4>1</vt:i4>
      </vt:variant>
      <vt:variant>
        <vt:lpstr>슬라이드 제목</vt:lpstr>
      </vt:variant>
      <vt:variant>
        <vt:i4>60</vt:i4>
      </vt:variant>
    </vt:vector>
  </HeadingPairs>
  <TitlesOfParts>
    <vt:vector size="71" baseType="lpstr">
      <vt:lpstr>나눔고딕 ExtraBold</vt:lpstr>
      <vt:lpstr>나눔바른고딕</vt:lpstr>
      <vt:lpstr>맑은 고딕</vt:lpstr>
      <vt:lpstr>NanumBarunGothic</vt:lpstr>
      <vt:lpstr>나눔고딕</vt:lpstr>
      <vt:lpstr>나눔고딕</vt:lpstr>
      <vt:lpstr>NanumSquareOTF_ac</vt:lpstr>
      <vt:lpstr>Arial</vt:lpstr>
      <vt:lpstr>Calibri</vt:lpstr>
      <vt:lpstr>Calibri Light</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범순</dc:creator>
  <cp:lastModifiedBy>Microsoft Office User</cp:lastModifiedBy>
  <cp:revision>214</cp:revision>
  <dcterms:created xsi:type="dcterms:W3CDTF">2021-07-07T12:03:24Z</dcterms:created>
  <dcterms:modified xsi:type="dcterms:W3CDTF">2022-07-04T08:35:05Z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0x0101003D9B4A1A4126784C813EEF151FBF3143</vt:lpwstr>
  </property>
</Properties>
</file>