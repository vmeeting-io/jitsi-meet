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65"/>
  </p:notesMasterIdLst>
  <p:handoutMasterIdLst>
    <p:handoutMasterId r:id="rId66"/>
  </p:handoutMasterIdLst>
  <p:sldIdLst>
    <p:sldId id="257" r:id="rId5"/>
    <p:sldId id="305" r:id="rId6"/>
    <p:sldId id="306" r:id="rId7"/>
    <p:sldId id="258" r:id="rId8"/>
    <p:sldId id="335" r:id="rId9"/>
    <p:sldId id="260" r:id="rId10"/>
    <p:sldId id="263" r:id="rId11"/>
    <p:sldId id="300" r:id="rId12"/>
    <p:sldId id="267" r:id="rId13"/>
    <p:sldId id="268" r:id="rId14"/>
    <p:sldId id="264" r:id="rId15"/>
    <p:sldId id="265" r:id="rId16"/>
    <p:sldId id="269" r:id="rId17"/>
    <p:sldId id="270" r:id="rId18"/>
    <p:sldId id="310" r:id="rId19"/>
    <p:sldId id="271" r:id="rId20"/>
    <p:sldId id="317" r:id="rId21"/>
    <p:sldId id="323" r:id="rId22"/>
    <p:sldId id="324" r:id="rId23"/>
    <p:sldId id="273" r:id="rId24"/>
    <p:sldId id="274" r:id="rId25"/>
    <p:sldId id="343" r:id="rId26"/>
    <p:sldId id="275" r:id="rId27"/>
    <p:sldId id="277" r:id="rId28"/>
    <p:sldId id="276" r:id="rId29"/>
    <p:sldId id="286" r:id="rId30"/>
    <p:sldId id="290" r:id="rId31"/>
    <p:sldId id="313" r:id="rId32"/>
    <p:sldId id="292" r:id="rId33"/>
    <p:sldId id="293" r:id="rId34"/>
    <p:sldId id="303" r:id="rId35"/>
    <p:sldId id="294" r:id="rId36"/>
    <p:sldId id="295" r:id="rId37"/>
    <p:sldId id="296" r:id="rId38"/>
    <p:sldId id="298" r:id="rId39"/>
    <p:sldId id="312" r:id="rId40"/>
    <p:sldId id="316" r:id="rId41"/>
    <p:sldId id="278" r:id="rId42"/>
    <p:sldId id="301" r:id="rId43"/>
    <p:sldId id="284" r:id="rId44"/>
    <p:sldId id="314" r:id="rId45"/>
    <p:sldId id="315" r:id="rId46"/>
    <p:sldId id="288" r:id="rId47"/>
    <p:sldId id="304" r:id="rId48"/>
    <p:sldId id="329" r:id="rId49"/>
    <p:sldId id="330" r:id="rId50"/>
    <p:sldId id="334" r:id="rId51"/>
    <p:sldId id="326" r:id="rId52"/>
    <p:sldId id="279" r:id="rId53"/>
    <p:sldId id="280" r:id="rId54"/>
    <p:sldId id="333" r:id="rId55"/>
    <p:sldId id="281" r:id="rId56"/>
    <p:sldId id="282" r:id="rId57"/>
    <p:sldId id="283" r:id="rId58"/>
    <p:sldId id="327" r:id="rId59"/>
    <p:sldId id="328" r:id="rId60"/>
    <p:sldId id="322" r:id="rId61"/>
    <p:sldId id="318" r:id="rId62"/>
    <p:sldId id="321" r:id="rId63"/>
    <p:sldId id="319" r:id="rId64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84850"/>
    <a:srgbClr val="343E44"/>
    <a:srgbClr val="203864"/>
    <a:srgbClr val="283447"/>
    <a:srgbClr val="4E8BA9"/>
    <a:srgbClr val="315789"/>
    <a:srgbClr val="B2B6B8"/>
    <a:srgbClr val="3669B1"/>
    <a:srgbClr val="1D6B91"/>
    <a:srgbClr val="325B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07" autoAdjust="0"/>
    <p:restoredTop sz="96419"/>
  </p:normalViewPr>
  <p:slideViewPr>
    <p:cSldViewPr snapToGrid="0">
      <p:cViewPr varScale="1">
        <p:scale>
          <a:sx n="126" d="100"/>
          <a:sy n="126" d="100"/>
        </p:scale>
        <p:origin x="3112" y="2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3154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C3392759-234A-4FFE-BF50-9542FC1FA5D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A9A3939-23FB-4878-8531-16A0B123693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B2CC5B-6EBE-404B-A6AF-B260BF13F330}" type="datetimeFigureOut">
              <a:rPr lang="ko-KR" altLang="en-US" smtClean="0"/>
              <a:t>2022. 7. 4.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877A4AB-4EC8-487F-A8EC-55F796A51B0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DF4FF7-B595-4F48-B626-FB83E167AF5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3B7FF2-3EAF-481E-9A58-7E8013FDF3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052284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51ABF3-1325-409E-BB19-2267F0C35E25}" type="datetimeFigureOut">
              <a:rPr lang="ko-KR" altLang="en-US" smtClean="0"/>
              <a:t>2022. 7. 4.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D5E5E7-CDE1-4B41-BB07-54715B1C18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490109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D5E5E7-CDE1-4B41-BB07-54715B1C1881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13578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D5E5E7-CDE1-4B41-BB07-54715B1C1881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54125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D5E5E7-CDE1-4B41-BB07-54715B1C1881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4166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D5E5E7-CDE1-4B41-BB07-54715B1C1881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78986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D5E5E7-CDE1-4B41-BB07-54715B1C1881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40608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D5E5E7-CDE1-4B41-BB07-54715B1C1881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96122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D5E5E7-CDE1-4B41-BB07-54715B1C1881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77015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D5E5E7-CDE1-4B41-BB07-54715B1C1881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29709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D5E5E7-CDE1-4B41-BB07-54715B1C1881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45336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D5E5E7-CDE1-4B41-BB07-54715B1C1881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41762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D5E5E7-CDE1-4B41-BB07-54715B1C1881}" type="slidenum">
              <a:rPr lang="ko-KR" altLang="en-US" smtClean="0"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02893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D5E5E7-CDE1-4B41-BB07-54715B1C1881}" type="slidenum">
              <a:rPr lang="ko-KR" altLang="en-US" smtClean="0"/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04872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D5E5E7-CDE1-4B41-BB07-54715B1C1881}" type="slidenum">
              <a:rPr lang="ko-KR" altLang="en-US" smtClean="0"/>
              <a:t>54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91841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D5E5E7-CDE1-4B41-BB07-54715B1C1881}" type="slidenum">
              <a:rPr lang="ko-KR" altLang="en-US" smtClean="0"/>
              <a:t>56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82886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9C382-CD85-4DE0-8D2C-55E72B669C25}" type="datetime1">
              <a:rPr lang="ko-KR" altLang="en-US" smtClean="0"/>
              <a:t>2022. 7. 4.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F5712-77C1-483E-AF6C-501D64E640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3505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68EDE-D64E-4367-8F4A-4EFA0090DE71}" type="datetime1">
              <a:rPr lang="ko-KR" altLang="en-US" smtClean="0"/>
              <a:t>2022. 7. 4.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F5712-77C1-483E-AF6C-501D64E640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0692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F5E91-E6F8-40E5-9BB8-D3A8256261EE}" type="datetime1">
              <a:rPr lang="ko-KR" altLang="en-US" smtClean="0"/>
              <a:t>2022. 7. 4.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F5712-77C1-483E-AF6C-501D64E640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0834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9AADD-6987-4F54-BF9A-DF88A3113D02}" type="datetime1">
              <a:rPr lang="ko-KR" altLang="en-US" smtClean="0"/>
              <a:t>2022. 7. 4.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F5712-77C1-483E-AF6C-501D64E640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1043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52C1D-7841-4EE3-9C4D-DB8DB7515CD5}" type="datetime1">
              <a:rPr lang="ko-KR" altLang="en-US" smtClean="0"/>
              <a:t>2022. 7. 4.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F5712-77C1-483E-AF6C-501D64E640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9408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133FD-224C-45FD-A368-BB674108BE5C}" type="datetime1">
              <a:rPr lang="ko-KR" altLang="en-US" smtClean="0"/>
              <a:t>2022. 7. 4.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F5712-77C1-483E-AF6C-501D64E640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551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4F6D5-1499-42BA-B3C0-4F5079C35BE7}" type="datetime1">
              <a:rPr lang="ko-KR" altLang="en-US" smtClean="0"/>
              <a:t>2022. 7. 4.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F5712-77C1-483E-AF6C-501D64E640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8394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F0FF2-A539-4D5B-AF30-93E968265381}" type="datetime1">
              <a:rPr lang="ko-KR" altLang="en-US" smtClean="0"/>
              <a:t>2022. 7. 4.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F5712-77C1-483E-AF6C-501D64E640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9666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FC17B-7C06-4862-A974-A5D3CA6340C1}" type="datetime1">
              <a:rPr lang="ko-KR" altLang="en-US" smtClean="0"/>
              <a:t>2022. 7. 4.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F5712-77C1-483E-AF6C-501D64E640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0352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6DF22-3733-4DF1-BC0F-1558F87F9F73}" type="datetime1">
              <a:rPr lang="ko-KR" altLang="en-US" smtClean="0"/>
              <a:t>2022. 7. 4.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F5712-77C1-483E-AF6C-501D64E640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4871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AFC2E-EA2D-4533-9580-4CCA9F77E9F2}" type="datetime1">
              <a:rPr lang="ko-KR" altLang="en-US" smtClean="0"/>
              <a:t>2022. 7. 4.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F5712-77C1-483E-AF6C-501D64E640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8876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A0299D-D84E-43C2-B161-E755160CA36F}" type="datetime1">
              <a:rPr lang="ko-KR" altLang="en-US" smtClean="0"/>
              <a:t>2022. 7. 4.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5F5712-77C1-483E-AF6C-501D64E640E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B6CCB8-8770-4277-850B-A5E54FC947CD}"/>
              </a:ext>
            </a:extLst>
          </p:cNvPr>
          <p:cNvSpPr txBox="1"/>
          <p:nvPr userDrawn="1"/>
        </p:nvSpPr>
        <p:spPr>
          <a:xfrm>
            <a:off x="751152" y="6791957"/>
            <a:ext cx="1248299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900" dirty="0">
                <a:ln>
                  <a:solidFill>
                    <a:srgbClr val="3769B1">
                      <a:alpha val="30000"/>
                    </a:srgbClr>
                  </a:solidFill>
                </a:ln>
                <a:noFill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V</a:t>
            </a:r>
            <a:endParaRPr lang="ko-KR" altLang="en-US" sz="23900" dirty="0">
              <a:ln>
                <a:solidFill>
                  <a:srgbClr val="3769B1">
                    <a:alpha val="30000"/>
                  </a:srgbClr>
                </a:solidFill>
              </a:ln>
              <a:noFill/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0C790B-5DB0-4F5C-8314-C7ACCCE5636E}"/>
              </a:ext>
            </a:extLst>
          </p:cNvPr>
          <p:cNvSpPr txBox="1"/>
          <p:nvPr userDrawn="1"/>
        </p:nvSpPr>
        <p:spPr>
          <a:xfrm>
            <a:off x="-692748" y="5446390"/>
            <a:ext cx="4727920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4400" dirty="0">
                <a:solidFill>
                  <a:srgbClr val="3769B1">
                    <a:alpha val="30000"/>
                  </a:srgb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V</a:t>
            </a:r>
            <a:endParaRPr lang="ko-KR" altLang="en-US" sz="34400" dirty="0">
              <a:solidFill>
                <a:srgbClr val="3769B1">
                  <a:alpha val="30000"/>
                </a:srgb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23813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5.png"/><Relationship Id="rId4" Type="http://schemas.openxmlformats.org/officeDocument/2006/relationships/image" Target="../media/image94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7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1.png"/><Relationship Id="rId4" Type="http://schemas.openxmlformats.org/officeDocument/2006/relationships/image" Target="../media/image100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5.png"/><Relationship Id="rId5" Type="http://schemas.openxmlformats.org/officeDocument/2006/relationships/image" Target="../media/image104.png"/><Relationship Id="rId4" Type="http://schemas.openxmlformats.org/officeDocument/2006/relationships/image" Target="../media/image10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5.png"/><Relationship Id="rId4" Type="http://schemas.openxmlformats.org/officeDocument/2006/relationships/image" Target="../media/image107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8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1.png"/><Relationship Id="rId4" Type="http://schemas.openxmlformats.org/officeDocument/2006/relationships/image" Target="../media/image110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3.png"/><Relationship Id="rId4" Type="http://schemas.openxmlformats.org/officeDocument/2006/relationships/image" Target="../media/image112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6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8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1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hyperlink" Target="mailto:Vmeeting-info@kedutech.kr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11965A90-53C5-8146-A211-FD363F90B05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659"/>
          <a:stretch/>
        </p:blipFill>
        <p:spPr>
          <a:xfrm>
            <a:off x="1569499" y="4201325"/>
            <a:ext cx="5288502" cy="3862330"/>
          </a:xfrm>
          <a:prstGeom prst="rect">
            <a:avLst/>
          </a:prstGeom>
        </p:spPr>
      </p:pic>
      <p:sp>
        <p:nvSpPr>
          <p:cNvPr id="8" name="대각선 줄무늬 7">
            <a:extLst>
              <a:ext uri="{FF2B5EF4-FFF2-40B4-BE49-F238E27FC236}">
                <a16:creationId xmlns:a16="http://schemas.microsoft.com/office/drawing/2014/main" id="{B89D0E76-89A0-4D5D-B12D-49C9386ABF20}"/>
              </a:ext>
            </a:extLst>
          </p:cNvPr>
          <p:cNvSpPr/>
          <p:nvPr/>
        </p:nvSpPr>
        <p:spPr>
          <a:xfrm>
            <a:off x="0" y="-1"/>
            <a:ext cx="6548377" cy="6585995"/>
          </a:xfrm>
          <a:prstGeom prst="diagStripe">
            <a:avLst>
              <a:gd name="adj" fmla="val 39108"/>
            </a:avLst>
          </a:prstGeom>
          <a:solidFill>
            <a:srgbClr val="343E44">
              <a:alpha val="3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3669B1"/>
              </a:solidFill>
            </a:endParaRPr>
          </a:p>
        </p:txBody>
      </p:sp>
      <p:sp>
        <p:nvSpPr>
          <p:cNvPr id="7" name="대각선 줄무늬 6">
            <a:extLst>
              <a:ext uri="{FF2B5EF4-FFF2-40B4-BE49-F238E27FC236}">
                <a16:creationId xmlns:a16="http://schemas.microsoft.com/office/drawing/2014/main" id="{2731E8A4-7553-4977-8781-981FDC798CB2}"/>
              </a:ext>
            </a:extLst>
          </p:cNvPr>
          <p:cNvSpPr/>
          <p:nvPr/>
        </p:nvSpPr>
        <p:spPr>
          <a:xfrm>
            <a:off x="0" y="0"/>
            <a:ext cx="6238755" cy="6296628"/>
          </a:xfrm>
          <a:prstGeom prst="diagStripe">
            <a:avLst>
              <a:gd name="adj" fmla="val 40865"/>
            </a:avLst>
          </a:prstGeom>
          <a:solidFill>
            <a:srgbClr val="3848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0916ED-0A5A-42C9-B4F3-F85D926FD676}"/>
              </a:ext>
            </a:extLst>
          </p:cNvPr>
          <p:cNvSpPr txBox="1"/>
          <p:nvPr/>
        </p:nvSpPr>
        <p:spPr>
          <a:xfrm>
            <a:off x="746570" y="359594"/>
            <a:ext cx="100148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0" dirty="0">
                <a:ln>
                  <a:solidFill>
                    <a:srgbClr val="1D6B91"/>
                  </a:solidFill>
                </a:ln>
                <a:solidFill>
                  <a:srgbClr val="3669B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V</a:t>
            </a:r>
            <a:endParaRPr lang="ko-KR" altLang="en-US" sz="4000" dirty="0">
              <a:ln>
                <a:solidFill>
                  <a:srgbClr val="1D6B91"/>
                </a:solidFill>
              </a:ln>
              <a:solidFill>
                <a:srgbClr val="3669B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C4B1CB-091E-4745-9199-A2EBE8AB7725}"/>
              </a:ext>
            </a:extLst>
          </p:cNvPr>
          <p:cNvSpPr txBox="1"/>
          <p:nvPr/>
        </p:nvSpPr>
        <p:spPr>
          <a:xfrm>
            <a:off x="548754" y="759439"/>
            <a:ext cx="38012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meeting</a:t>
            </a:r>
            <a:endParaRPr lang="ko-KR" altLang="en-US" sz="4000" dirty="0">
              <a:solidFill>
                <a:schemeClr val="bg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033161-2885-4E55-898B-87D8E5B60137}"/>
              </a:ext>
            </a:extLst>
          </p:cNvPr>
          <p:cNvSpPr txBox="1"/>
          <p:nvPr/>
        </p:nvSpPr>
        <p:spPr>
          <a:xfrm>
            <a:off x="819045" y="1514117"/>
            <a:ext cx="38012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8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사용자 설명서</a:t>
            </a:r>
            <a:endParaRPr lang="ko-KR" altLang="en-US" sz="4000" dirty="0">
              <a:solidFill>
                <a:schemeClr val="bg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BEBA8D-7ED5-4D94-87A0-0F3A02EDCEFE}"/>
              </a:ext>
            </a:extLst>
          </p:cNvPr>
          <p:cNvSpPr txBox="1"/>
          <p:nvPr/>
        </p:nvSpPr>
        <p:spPr>
          <a:xfrm>
            <a:off x="819045" y="2867854"/>
            <a:ext cx="9290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한국어</a:t>
            </a:r>
            <a:endParaRPr lang="ko-KR" altLang="en-US" sz="1100" dirty="0">
              <a:solidFill>
                <a:schemeClr val="bg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DAA1F2A-887B-4B50-BA1A-ECED38E94DAF}"/>
              </a:ext>
            </a:extLst>
          </p:cNvPr>
          <p:cNvSpPr txBox="1"/>
          <p:nvPr/>
        </p:nvSpPr>
        <p:spPr>
          <a:xfrm>
            <a:off x="2835747" y="1186597"/>
            <a:ext cx="20630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solidFill>
                  <a:srgbClr val="3669B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v2.2</a:t>
            </a:r>
            <a:endParaRPr lang="ko-KR" altLang="en-US" sz="1200" dirty="0">
              <a:solidFill>
                <a:srgbClr val="3669B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91D338-7275-4183-85CB-520F57EF6990}"/>
              </a:ext>
            </a:extLst>
          </p:cNvPr>
          <p:cNvSpPr txBox="1"/>
          <p:nvPr/>
        </p:nvSpPr>
        <p:spPr>
          <a:xfrm>
            <a:off x="819045" y="2454797"/>
            <a:ext cx="14876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PC</a:t>
            </a:r>
            <a:r>
              <a:rPr lang="ko-KR" altLang="en-US" sz="14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가이드</a:t>
            </a:r>
          </a:p>
        </p:txBody>
      </p:sp>
    </p:spTree>
    <p:extLst>
      <p:ext uri="{BB962C8B-B14F-4D97-AF65-F5344CB8AC3E}">
        <p14:creationId xmlns:p14="http://schemas.microsoft.com/office/powerpoint/2010/main" val="5615320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5784759D-6B69-4C76-842F-1C10D76EB71D}"/>
              </a:ext>
            </a:extLst>
          </p:cNvPr>
          <p:cNvSpPr/>
          <p:nvPr/>
        </p:nvSpPr>
        <p:spPr>
          <a:xfrm>
            <a:off x="600979" y="749173"/>
            <a:ext cx="6410761" cy="430129"/>
          </a:xfrm>
          <a:prstGeom prst="roundRect">
            <a:avLst>
              <a:gd name="adj" fmla="val 50000"/>
            </a:avLst>
          </a:prstGeom>
          <a:solidFill>
            <a:srgbClr val="343E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D137AC-24F2-47FE-9FA9-E7F518CE4BA1}"/>
              </a:ext>
            </a:extLst>
          </p:cNvPr>
          <p:cNvSpPr txBox="1"/>
          <p:nvPr/>
        </p:nvSpPr>
        <p:spPr>
          <a:xfrm>
            <a:off x="742073" y="773153"/>
            <a:ext cx="829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목 차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DF7E16B-9FBD-4E68-84BB-2FACE193C2DE}"/>
              </a:ext>
            </a:extLst>
          </p:cNvPr>
          <p:cNvSpPr txBox="1"/>
          <p:nvPr/>
        </p:nvSpPr>
        <p:spPr>
          <a:xfrm>
            <a:off x="1685111" y="1588293"/>
            <a:ext cx="21140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회의 시작하기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544D90-9ECD-43A8-9DBB-C69EE75896BA}"/>
              </a:ext>
            </a:extLst>
          </p:cNvPr>
          <p:cNvSpPr txBox="1"/>
          <p:nvPr/>
        </p:nvSpPr>
        <p:spPr>
          <a:xfrm>
            <a:off x="1685111" y="3425438"/>
            <a:ext cx="21140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기능 사용하기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6858C83-A613-4EF8-A250-AF91F0FD7F5E}"/>
              </a:ext>
            </a:extLst>
          </p:cNvPr>
          <p:cNvSpPr txBox="1"/>
          <p:nvPr/>
        </p:nvSpPr>
        <p:spPr>
          <a:xfrm>
            <a:off x="2411182" y="2218065"/>
            <a:ext cx="21140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회원가입 </a:t>
            </a:r>
            <a:r>
              <a:rPr lang="en-US" altLang="ko-KR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&amp; </a:t>
            </a:r>
            <a:r>
              <a:rPr lang="ko-KR" altLang="en-US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로그인</a:t>
            </a:r>
            <a:endParaRPr lang="en-US" altLang="ko-KR" sz="1100" dirty="0">
              <a:solidFill>
                <a:srgbClr val="384850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6797EB7-51F5-41B5-8321-1995627D1068}"/>
              </a:ext>
            </a:extLst>
          </p:cNvPr>
          <p:cNvSpPr txBox="1"/>
          <p:nvPr/>
        </p:nvSpPr>
        <p:spPr>
          <a:xfrm>
            <a:off x="2411182" y="2501836"/>
            <a:ext cx="21140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설정</a:t>
            </a:r>
            <a:endParaRPr lang="en-US" altLang="ko-KR" sz="1100" dirty="0">
              <a:solidFill>
                <a:srgbClr val="384850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9D5761E-4B96-4CA8-9273-A8B395FE979A}"/>
              </a:ext>
            </a:extLst>
          </p:cNvPr>
          <p:cNvSpPr txBox="1"/>
          <p:nvPr/>
        </p:nvSpPr>
        <p:spPr>
          <a:xfrm>
            <a:off x="2411186" y="2785608"/>
            <a:ext cx="21140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회의 생성 및 초대</a:t>
            </a:r>
            <a:endParaRPr lang="en-US" altLang="ko-KR" sz="1100" dirty="0">
              <a:solidFill>
                <a:srgbClr val="384850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F929A71-17CF-4F16-B80D-760CB4C3EBB8}"/>
              </a:ext>
            </a:extLst>
          </p:cNvPr>
          <p:cNvSpPr txBox="1"/>
          <p:nvPr/>
        </p:nvSpPr>
        <p:spPr>
          <a:xfrm>
            <a:off x="2411185" y="1934294"/>
            <a:ext cx="13879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Vmeeting </a:t>
            </a:r>
            <a:r>
              <a:rPr lang="ko-KR" altLang="en-US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접속하기 </a:t>
            </a:r>
            <a:endParaRPr lang="en-US" altLang="ko-KR" sz="1100" dirty="0">
              <a:solidFill>
                <a:srgbClr val="384850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DB7F478F-2C3F-4A43-B523-9C2341207AE6}"/>
              </a:ext>
            </a:extLst>
          </p:cNvPr>
          <p:cNvCxnSpPr>
            <a:cxnSpLocks/>
          </p:cNvCxnSpPr>
          <p:nvPr/>
        </p:nvCxnSpPr>
        <p:spPr>
          <a:xfrm>
            <a:off x="3931919" y="2065099"/>
            <a:ext cx="2183553" cy="0"/>
          </a:xfrm>
          <a:prstGeom prst="line">
            <a:avLst/>
          </a:prstGeom>
          <a:ln w="12700">
            <a:solidFill>
              <a:srgbClr val="384850"/>
            </a:solidFill>
            <a:prstDash val="lg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954C63BB-6378-4911-A930-F0E4006FE6B8}"/>
              </a:ext>
            </a:extLst>
          </p:cNvPr>
          <p:cNvCxnSpPr>
            <a:cxnSpLocks/>
          </p:cNvCxnSpPr>
          <p:nvPr/>
        </p:nvCxnSpPr>
        <p:spPr>
          <a:xfrm>
            <a:off x="3799116" y="2341648"/>
            <a:ext cx="2310969" cy="0"/>
          </a:xfrm>
          <a:prstGeom prst="line">
            <a:avLst/>
          </a:prstGeom>
          <a:ln w="12700">
            <a:solidFill>
              <a:srgbClr val="384850"/>
            </a:solidFill>
            <a:prstDash val="lg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5A5BDEB1-EF44-442B-8138-A571B15E6AA2}"/>
              </a:ext>
            </a:extLst>
          </p:cNvPr>
          <p:cNvCxnSpPr>
            <a:cxnSpLocks/>
          </p:cNvCxnSpPr>
          <p:nvPr/>
        </p:nvCxnSpPr>
        <p:spPr>
          <a:xfrm>
            <a:off x="2991393" y="2618197"/>
            <a:ext cx="3133360" cy="0"/>
          </a:xfrm>
          <a:prstGeom prst="line">
            <a:avLst/>
          </a:prstGeom>
          <a:ln w="12700">
            <a:solidFill>
              <a:srgbClr val="384850"/>
            </a:solidFill>
            <a:prstDash val="lg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4E20AD25-06BE-4C22-88CE-39EA49F19120}"/>
              </a:ext>
            </a:extLst>
          </p:cNvPr>
          <p:cNvCxnSpPr>
            <a:cxnSpLocks/>
          </p:cNvCxnSpPr>
          <p:nvPr/>
        </p:nvCxnSpPr>
        <p:spPr>
          <a:xfrm>
            <a:off x="3770085" y="2894745"/>
            <a:ext cx="2354218" cy="0"/>
          </a:xfrm>
          <a:prstGeom prst="line">
            <a:avLst/>
          </a:prstGeom>
          <a:ln w="12700">
            <a:solidFill>
              <a:srgbClr val="384850"/>
            </a:solidFill>
            <a:prstDash val="lg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8E792CBB-CE2A-4D91-A73D-F9CDF1B68DB2}"/>
              </a:ext>
            </a:extLst>
          </p:cNvPr>
          <p:cNvSpPr txBox="1"/>
          <p:nvPr/>
        </p:nvSpPr>
        <p:spPr>
          <a:xfrm>
            <a:off x="6181634" y="1927160"/>
            <a:ext cx="4151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6A5B0AE-9943-48B3-BC60-F48BE95BAB61}"/>
              </a:ext>
            </a:extLst>
          </p:cNvPr>
          <p:cNvSpPr txBox="1"/>
          <p:nvPr/>
        </p:nvSpPr>
        <p:spPr>
          <a:xfrm>
            <a:off x="6181634" y="2206087"/>
            <a:ext cx="4151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CC9D996-78A2-4810-B4F9-D2C09DC99E10}"/>
              </a:ext>
            </a:extLst>
          </p:cNvPr>
          <p:cNvSpPr txBox="1"/>
          <p:nvPr/>
        </p:nvSpPr>
        <p:spPr>
          <a:xfrm>
            <a:off x="6181634" y="2485014"/>
            <a:ext cx="4151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91269B6-F48B-4353-92C7-9DC755F570D0}"/>
              </a:ext>
            </a:extLst>
          </p:cNvPr>
          <p:cNvSpPr txBox="1"/>
          <p:nvPr/>
        </p:nvSpPr>
        <p:spPr>
          <a:xfrm>
            <a:off x="6181633" y="2763940"/>
            <a:ext cx="4151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492AC92-D2BB-42AB-BEA4-970D74B64808}"/>
              </a:ext>
            </a:extLst>
          </p:cNvPr>
          <p:cNvSpPr txBox="1"/>
          <p:nvPr/>
        </p:nvSpPr>
        <p:spPr>
          <a:xfrm>
            <a:off x="2411182" y="3067782"/>
            <a:ext cx="21140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배경 선택</a:t>
            </a:r>
            <a:endParaRPr lang="en-US" altLang="ko-KR" sz="1100" dirty="0">
              <a:solidFill>
                <a:srgbClr val="384850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CB0F6609-30DF-4A32-9741-8F8B0054B63D}"/>
              </a:ext>
            </a:extLst>
          </p:cNvPr>
          <p:cNvCxnSpPr>
            <a:cxnSpLocks/>
          </p:cNvCxnSpPr>
          <p:nvPr/>
        </p:nvCxnSpPr>
        <p:spPr>
          <a:xfrm>
            <a:off x="3252651" y="3191647"/>
            <a:ext cx="2857434" cy="0"/>
          </a:xfrm>
          <a:prstGeom prst="line">
            <a:avLst/>
          </a:prstGeom>
          <a:ln w="12700">
            <a:solidFill>
              <a:srgbClr val="384850"/>
            </a:solidFill>
            <a:prstDash val="lg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EBE6D40F-C88A-4B80-85D9-C7649BE84FF5}"/>
              </a:ext>
            </a:extLst>
          </p:cNvPr>
          <p:cNvSpPr txBox="1"/>
          <p:nvPr/>
        </p:nvSpPr>
        <p:spPr>
          <a:xfrm>
            <a:off x="6167415" y="3060842"/>
            <a:ext cx="4151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13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8FAD8B0F-BE84-497B-B50B-7464604877CE}"/>
              </a:ext>
            </a:extLst>
          </p:cNvPr>
          <p:cNvSpPr txBox="1"/>
          <p:nvPr/>
        </p:nvSpPr>
        <p:spPr>
          <a:xfrm>
            <a:off x="2411183" y="4081280"/>
            <a:ext cx="16121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문서 공유</a:t>
            </a:r>
            <a:r>
              <a:rPr lang="en-US" altLang="ko-KR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</a:t>
            </a:r>
            <a:r>
              <a:rPr lang="ko-KR" altLang="en-US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판서</a:t>
            </a:r>
            <a:r>
              <a:rPr lang="en-US" altLang="ko-KR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)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306AF8D0-EB7A-42D1-BCDD-5FBD3AE3EA5C}"/>
              </a:ext>
            </a:extLst>
          </p:cNvPr>
          <p:cNvSpPr txBox="1"/>
          <p:nvPr/>
        </p:nvSpPr>
        <p:spPr>
          <a:xfrm>
            <a:off x="2411182" y="4365051"/>
            <a:ext cx="21140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공유 기능</a:t>
            </a:r>
            <a:endParaRPr lang="en-US" altLang="ko-KR" sz="1100" dirty="0">
              <a:solidFill>
                <a:srgbClr val="384850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FFE308FD-0CF3-4100-B240-CDCB72FB4ED3}"/>
              </a:ext>
            </a:extLst>
          </p:cNvPr>
          <p:cNvSpPr txBox="1"/>
          <p:nvPr/>
        </p:nvSpPr>
        <p:spPr>
          <a:xfrm>
            <a:off x="2411186" y="4648823"/>
            <a:ext cx="21140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비디오 </a:t>
            </a:r>
            <a:r>
              <a:rPr lang="en-US" altLang="ko-KR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&amp; </a:t>
            </a:r>
            <a:r>
              <a:rPr lang="ko-KR" altLang="en-US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오디오 설정</a:t>
            </a:r>
            <a:endParaRPr lang="en-US" altLang="ko-KR" sz="1100" dirty="0">
              <a:solidFill>
                <a:srgbClr val="384850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82C63B0C-2373-45A6-95C0-7B3651061D07}"/>
              </a:ext>
            </a:extLst>
          </p:cNvPr>
          <p:cNvSpPr txBox="1"/>
          <p:nvPr/>
        </p:nvSpPr>
        <p:spPr>
          <a:xfrm>
            <a:off x="2411185" y="3797508"/>
            <a:ext cx="12202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채팅</a:t>
            </a:r>
            <a:r>
              <a:rPr lang="en-US" altLang="ko-KR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/</a:t>
            </a:r>
            <a:r>
              <a:rPr lang="ko-KR" altLang="en-US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투표</a:t>
            </a:r>
            <a:endParaRPr lang="en-US" altLang="ko-KR" sz="1100" dirty="0">
              <a:solidFill>
                <a:srgbClr val="384850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cxnSp>
        <p:nvCxnSpPr>
          <p:cNvPr id="129" name="직선 연결선 128">
            <a:extLst>
              <a:ext uri="{FF2B5EF4-FFF2-40B4-BE49-F238E27FC236}">
                <a16:creationId xmlns:a16="http://schemas.microsoft.com/office/drawing/2014/main" id="{945BE8A8-3FD5-4277-B4CE-38DDEDABFF9D}"/>
              </a:ext>
            </a:extLst>
          </p:cNvPr>
          <p:cNvCxnSpPr>
            <a:cxnSpLocks/>
          </p:cNvCxnSpPr>
          <p:nvPr/>
        </p:nvCxnSpPr>
        <p:spPr>
          <a:xfrm>
            <a:off x="3350622" y="3928315"/>
            <a:ext cx="2764850" cy="0"/>
          </a:xfrm>
          <a:prstGeom prst="line">
            <a:avLst/>
          </a:prstGeom>
          <a:ln w="12700">
            <a:solidFill>
              <a:srgbClr val="384850"/>
            </a:solidFill>
            <a:prstDash val="lg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직선 연결선 129">
            <a:extLst>
              <a:ext uri="{FF2B5EF4-FFF2-40B4-BE49-F238E27FC236}">
                <a16:creationId xmlns:a16="http://schemas.microsoft.com/office/drawing/2014/main" id="{2A36B652-D023-42C2-8C6E-A1EDB7798DB4}"/>
              </a:ext>
            </a:extLst>
          </p:cNvPr>
          <p:cNvCxnSpPr>
            <a:cxnSpLocks/>
          </p:cNvCxnSpPr>
          <p:nvPr/>
        </p:nvCxnSpPr>
        <p:spPr>
          <a:xfrm>
            <a:off x="3770085" y="4204863"/>
            <a:ext cx="2340000" cy="0"/>
          </a:xfrm>
          <a:prstGeom prst="line">
            <a:avLst/>
          </a:prstGeom>
          <a:ln w="12700">
            <a:solidFill>
              <a:srgbClr val="384850"/>
            </a:solidFill>
            <a:prstDash val="lg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FC5C9090-CEB4-40EF-8BA3-494788012B85}"/>
              </a:ext>
            </a:extLst>
          </p:cNvPr>
          <p:cNvCxnSpPr>
            <a:cxnSpLocks/>
          </p:cNvCxnSpPr>
          <p:nvPr/>
        </p:nvCxnSpPr>
        <p:spPr>
          <a:xfrm>
            <a:off x="3350622" y="4467344"/>
            <a:ext cx="2774131" cy="0"/>
          </a:xfrm>
          <a:prstGeom prst="line">
            <a:avLst/>
          </a:prstGeom>
          <a:ln w="12700">
            <a:solidFill>
              <a:srgbClr val="384850"/>
            </a:solidFill>
            <a:prstDash val="lg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직선 연결선 131">
            <a:extLst>
              <a:ext uri="{FF2B5EF4-FFF2-40B4-BE49-F238E27FC236}">
                <a16:creationId xmlns:a16="http://schemas.microsoft.com/office/drawing/2014/main" id="{3D7460A5-19AD-4024-A090-6A400E1E59C6}"/>
              </a:ext>
            </a:extLst>
          </p:cNvPr>
          <p:cNvCxnSpPr>
            <a:cxnSpLocks/>
          </p:cNvCxnSpPr>
          <p:nvPr/>
        </p:nvCxnSpPr>
        <p:spPr>
          <a:xfrm>
            <a:off x="3931919" y="4743892"/>
            <a:ext cx="2192384" cy="0"/>
          </a:xfrm>
          <a:prstGeom prst="line">
            <a:avLst/>
          </a:prstGeom>
          <a:ln w="12700">
            <a:solidFill>
              <a:srgbClr val="384850"/>
            </a:solidFill>
            <a:prstDash val="lg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6CB35644-8FB8-453E-871A-CF2E3BC12C4A}"/>
              </a:ext>
            </a:extLst>
          </p:cNvPr>
          <p:cNvSpPr txBox="1"/>
          <p:nvPr/>
        </p:nvSpPr>
        <p:spPr>
          <a:xfrm>
            <a:off x="6181634" y="3790375"/>
            <a:ext cx="4151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16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59E8A807-B8C4-4A1D-B467-DB4F57766A78}"/>
              </a:ext>
            </a:extLst>
          </p:cNvPr>
          <p:cNvSpPr txBox="1"/>
          <p:nvPr/>
        </p:nvSpPr>
        <p:spPr>
          <a:xfrm>
            <a:off x="6181634" y="4069302"/>
            <a:ext cx="4151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20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F5678108-A558-4B03-9741-0F15E9D2A01F}"/>
              </a:ext>
            </a:extLst>
          </p:cNvPr>
          <p:cNvSpPr txBox="1"/>
          <p:nvPr/>
        </p:nvSpPr>
        <p:spPr>
          <a:xfrm>
            <a:off x="6181634" y="4348229"/>
            <a:ext cx="4151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23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2BE593C2-AC39-4F58-A585-E6489A733695}"/>
              </a:ext>
            </a:extLst>
          </p:cNvPr>
          <p:cNvSpPr txBox="1"/>
          <p:nvPr/>
        </p:nvSpPr>
        <p:spPr>
          <a:xfrm>
            <a:off x="6181633" y="4627155"/>
            <a:ext cx="4151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26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0B805B88-B934-41D0-94B8-057D9B59C7CC}"/>
              </a:ext>
            </a:extLst>
          </p:cNvPr>
          <p:cNvSpPr txBox="1"/>
          <p:nvPr/>
        </p:nvSpPr>
        <p:spPr>
          <a:xfrm>
            <a:off x="2396968" y="4931657"/>
            <a:ext cx="21140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참석자 목록</a:t>
            </a:r>
            <a:endParaRPr lang="en-US" altLang="ko-KR" sz="1100" dirty="0">
              <a:solidFill>
                <a:srgbClr val="384850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cxnSp>
        <p:nvCxnSpPr>
          <p:cNvPr id="138" name="직선 연결선 137">
            <a:extLst>
              <a:ext uri="{FF2B5EF4-FFF2-40B4-BE49-F238E27FC236}">
                <a16:creationId xmlns:a16="http://schemas.microsoft.com/office/drawing/2014/main" id="{DABA7507-8663-4823-8411-F1991A756E3B}"/>
              </a:ext>
            </a:extLst>
          </p:cNvPr>
          <p:cNvCxnSpPr>
            <a:cxnSpLocks/>
          </p:cNvCxnSpPr>
          <p:nvPr/>
        </p:nvCxnSpPr>
        <p:spPr>
          <a:xfrm>
            <a:off x="3461656" y="5040794"/>
            <a:ext cx="2648429" cy="0"/>
          </a:xfrm>
          <a:prstGeom prst="line">
            <a:avLst/>
          </a:prstGeom>
          <a:ln w="12700">
            <a:solidFill>
              <a:srgbClr val="384850"/>
            </a:solidFill>
            <a:prstDash val="lg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TextBox 138">
            <a:extLst>
              <a:ext uri="{FF2B5EF4-FFF2-40B4-BE49-F238E27FC236}">
                <a16:creationId xmlns:a16="http://schemas.microsoft.com/office/drawing/2014/main" id="{611D2F47-04B7-4106-B5B2-235C68A6BCBD}"/>
              </a:ext>
            </a:extLst>
          </p:cNvPr>
          <p:cNvSpPr txBox="1"/>
          <p:nvPr/>
        </p:nvSpPr>
        <p:spPr>
          <a:xfrm>
            <a:off x="6181632" y="4926315"/>
            <a:ext cx="4151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27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19B14581-2D3B-44EC-8FC2-15D1F93EE866}"/>
              </a:ext>
            </a:extLst>
          </p:cNvPr>
          <p:cNvSpPr txBox="1"/>
          <p:nvPr/>
        </p:nvSpPr>
        <p:spPr>
          <a:xfrm>
            <a:off x="2411183" y="5490591"/>
            <a:ext cx="16121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화면 모드 전환</a:t>
            </a:r>
            <a:endParaRPr lang="en-US" altLang="ko-KR" sz="1100" dirty="0">
              <a:solidFill>
                <a:srgbClr val="384850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0FD1F4BC-EAE4-465D-A53A-060395B14D69}"/>
              </a:ext>
            </a:extLst>
          </p:cNvPr>
          <p:cNvSpPr txBox="1"/>
          <p:nvPr/>
        </p:nvSpPr>
        <p:spPr>
          <a:xfrm>
            <a:off x="2411182" y="5774362"/>
            <a:ext cx="21140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영상 품질 설정</a:t>
            </a:r>
            <a:endParaRPr lang="en-US" altLang="ko-KR" sz="1100" dirty="0">
              <a:solidFill>
                <a:srgbClr val="384850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40A4E143-B804-4057-B866-9BBD64E561F0}"/>
              </a:ext>
            </a:extLst>
          </p:cNvPr>
          <p:cNvSpPr txBox="1"/>
          <p:nvPr/>
        </p:nvSpPr>
        <p:spPr>
          <a:xfrm>
            <a:off x="2411186" y="6058134"/>
            <a:ext cx="21140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기타</a:t>
            </a:r>
            <a:endParaRPr lang="en-US" altLang="ko-KR" sz="1100" dirty="0">
              <a:solidFill>
                <a:srgbClr val="384850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AA0811FE-054A-4780-A633-D12A1AC84AC8}"/>
              </a:ext>
            </a:extLst>
          </p:cNvPr>
          <p:cNvSpPr txBox="1"/>
          <p:nvPr/>
        </p:nvSpPr>
        <p:spPr>
          <a:xfrm>
            <a:off x="2411185" y="5206819"/>
            <a:ext cx="12202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err="1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접속자</a:t>
            </a:r>
            <a:r>
              <a:rPr lang="ko-KR" altLang="en-US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통계</a:t>
            </a:r>
            <a:endParaRPr lang="en-US" altLang="ko-KR" sz="1100" dirty="0">
              <a:solidFill>
                <a:srgbClr val="384850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cxnSp>
        <p:nvCxnSpPr>
          <p:cNvPr id="147" name="직선 연결선 146">
            <a:extLst>
              <a:ext uri="{FF2B5EF4-FFF2-40B4-BE49-F238E27FC236}">
                <a16:creationId xmlns:a16="http://schemas.microsoft.com/office/drawing/2014/main" id="{FA83DFC5-2F5E-4867-96EC-5CF4E41E355A}"/>
              </a:ext>
            </a:extLst>
          </p:cNvPr>
          <p:cNvCxnSpPr>
            <a:cxnSpLocks/>
          </p:cNvCxnSpPr>
          <p:nvPr/>
        </p:nvCxnSpPr>
        <p:spPr>
          <a:xfrm>
            <a:off x="3461656" y="5337954"/>
            <a:ext cx="2653816" cy="0"/>
          </a:xfrm>
          <a:prstGeom prst="line">
            <a:avLst/>
          </a:prstGeom>
          <a:ln w="12700">
            <a:solidFill>
              <a:srgbClr val="384850"/>
            </a:solidFill>
            <a:prstDash val="lg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직선 연결선 147">
            <a:extLst>
              <a:ext uri="{FF2B5EF4-FFF2-40B4-BE49-F238E27FC236}">
                <a16:creationId xmlns:a16="http://schemas.microsoft.com/office/drawing/2014/main" id="{07B38FB4-1405-4917-BABA-DD96B34A4699}"/>
              </a:ext>
            </a:extLst>
          </p:cNvPr>
          <p:cNvCxnSpPr>
            <a:cxnSpLocks/>
          </p:cNvCxnSpPr>
          <p:nvPr/>
        </p:nvCxnSpPr>
        <p:spPr>
          <a:xfrm>
            <a:off x="3631472" y="5614174"/>
            <a:ext cx="2478613" cy="0"/>
          </a:xfrm>
          <a:prstGeom prst="line">
            <a:avLst/>
          </a:prstGeom>
          <a:ln w="12700">
            <a:solidFill>
              <a:srgbClr val="384850"/>
            </a:solidFill>
            <a:prstDash val="lg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직선 연결선 148">
            <a:extLst>
              <a:ext uri="{FF2B5EF4-FFF2-40B4-BE49-F238E27FC236}">
                <a16:creationId xmlns:a16="http://schemas.microsoft.com/office/drawing/2014/main" id="{210485E5-37E5-42DF-B80B-E6663806A12C}"/>
              </a:ext>
            </a:extLst>
          </p:cNvPr>
          <p:cNvCxnSpPr>
            <a:cxnSpLocks/>
          </p:cNvCxnSpPr>
          <p:nvPr/>
        </p:nvCxnSpPr>
        <p:spPr>
          <a:xfrm>
            <a:off x="3631472" y="5890723"/>
            <a:ext cx="2493281" cy="0"/>
          </a:xfrm>
          <a:prstGeom prst="line">
            <a:avLst/>
          </a:prstGeom>
          <a:ln w="12700">
            <a:solidFill>
              <a:srgbClr val="384850"/>
            </a:solidFill>
            <a:prstDash val="lg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직선 연결선 149">
            <a:extLst>
              <a:ext uri="{FF2B5EF4-FFF2-40B4-BE49-F238E27FC236}">
                <a16:creationId xmlns:a16="http://schemas.microsoft.com/office/drawing/2014/main" id="{AD644D91-6351-4055-86E8-E2621DBAC98C}"/>
              </a:ext>
            </a:extLst>
          </p:cNvPr>
          <p:cNvCxnSpPr>
            <a:cxnSpLocks/>
          </p:cNvCxnSpPr>
          <p:nvPr/>
        </p:nvCxnSpPr>
        <p:spPr>
          <a:xfrm>
            <a:off x="2991393" y="6167271"/>
            <a:ext cx="3132910" cy="0"/>
          </a:xfrm>
          <a:prstGeom prst="line">
            <a:avLst/>
          </a:prstGeom>
          <a:ln w="12700">
            <a:solidFill>
              <a:srgbClr val="384850"/>
            </a:solidFill>
            <a:prstDash val="lg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TextBox 150">
            <a:extLst>
              <a:ext uri="{FF2B5EF4-FFF2-40B4-BE49-F238E27FC236}">
                <a16:creationId xmlns:a16="http://schemas.microsoft.com/office/drawing/2014/main" id="{D7F33A94-1F9F-4AFC-BD13-1B75137D02D4}"/>
              </a:ext>
            </a:extLst>
          </p:cNvPr>
          <p:cNvSpPr txBox="1"/>
          <p:nvPr/>
        </p:nvSpPr>
        <p:spPr>
          <a:xfrm>
            <a:off x="6181632" y="5199686"/>
            <a:ext cx="4151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29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C9F69139-0B06-4C38-A4DC-7382C85B4B02}"/>
              </a:ext>
            </a:extLst>
          </p:cNvPr>
          <p:cNvSpPr txBox="1"/>
          <p:nvPr/>
        </p:nvSpPr>
        <p:spPr>
          <a:xfrm>
            <a:off x="6181634" y="5478613"/>
            <a:ext cx="4151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30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1F8CB38E-C2E0-41F7-9FB1-5417E6079742}"/>
              </a:ext>
            </a:extLst>
          </p:cNvPr>
          <p:cNvSpPr txBox="1"/>
          <p:nvPr/>
        </p:nvSpPr>
        <p:spPr>
          <a:xfrm>
            <a:off x="6181634" y="5757540"/>
            <a:ext cx="4151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33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079514C6-34D4-40BB-AD55-F765B350461C}"/>
              </a:ext>
            </a:extLst>
          </p:cNvPr>
          <p:cNvSpPr txBox="1"/>
          <p:nvPr/>
        </p:nvSpPr>
        <p:spPr>
          <a:xfrm>
            <a:off x="6181633" y="6036466"/>
            <a:ext cx="4151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34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AB803E0-A979-974A-84CF-14219C08DB00}"/>
              </a:ext>
            </a:extLst>
          </p:cNvPr>
          <p:cNvSpPr txBox="1"/>
          <p:nvPr/>
        </p:nvSpPr>
        <p:spPr>
          <a:xfrm>
            <a:off x="1685111" y="6408274"/>
            <a:ext cx="21140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방장 권한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F692DE7-7BBC-4043-B5BE-D434A983DFBC}"/>
              </a:ext>
            </a:extLst>
          </p:cNvPr>
          <p:cNvSpPr txBox="1"/>
          <p:nvPr/>
        </p:nvSpPr>
        <p:spPr>
          <a:xfrm>
            <a:off x="2411182" y="7066182"/>
            <a:ext cx="21140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라이브 스트리밍</a:t>
            </a:r>
            <a:endParaRPr lang="en-US" altLang="ko-KR" sz="1100" dirty="0">
              <a:solidFill>
                <a:srgbClr val="384850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1841DB0-6135-1748-8964-53ACBAD91FD4}"/>
              </a:ext>
            </a:extLst>
          </p:cNvPr>
          <p:cNvSpPr txBox="1"/>
          <p:nvPr/>
        </p:nvSpPr>
        <p:spPr>
          <a:xfrm>
            <a:off x="2411182" y="7331291"/>
            <a:ext cx="21140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보안 옵션</a:t>
            </a:r>
            <a:endParaRPr lang="en-US" altLang="ko-KR" sz="1100" dirty="0">
              <a:solidFill>
                <a:srgbClr val="384850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AF0680A-D4D4-AF44-A687-36F8FC4BCEC6}"/>
              </a:ext>
            </a:extLst>
          </p:cNvPr>
          <p:cNvSpPr txBox="1"/>
          <p:nvPr/>
        </p:nvSpPr>
        <p:spPr>
          <a:xfrm>
            <a:off x="2411186" y="8079787"/>
            <a:ext cx="21140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기타 </a:t>
            </a:r>
            <a:r>
              <a:rPr lang="en-US" altLang="ko-KR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</a:t>
            </a:r>
            <a:r>
              <a:rPr lang="ko-KR" altLang="en-US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방장 권한</a:t>
            </a:r>
            <a:r>
              <a:rPr lang="en-US" altLang="ko-KR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)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05D6551-9D76-244C-B0A5-ED5070FEBF80}"/>
              </a:ext>
            </a:extLst>
          </p:cNvPr>
          <p:cNvSpPr txBox="1"/>
          <p:nvPr/>
        </p:nvSpPr>
        <p:spPr>
          <a:xfrm>
            <a:off x="2411185" y="6796479"/>
            <a:ext cx="13879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화면 녹화</a:t>
            </a:r>
            <a:endParaRPr lang="en-US" altLang="ko-KR" sz="1100" dirty="0">
              <a:solidFill>
                <a:srgbClr val="384850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cxnSp>
        <p:nvCxnSpPr>
          <p:cNvPr id="59" name="직선 연결선 79">
            <a:extLst>
              <a:ext uri="{FF2B5EF4-FFF2-40B4-BE49-F238E27FC236}">
                <a16:creationId xmlns:a16="http://schemas.microsoft.com/office/drawing/2014/main" id="{6D3C3175-1F15-2747-8122-B07365DA6E3F}"/>
              </a:ext>
            </a:extLst>
          </p:cNvPr>
          <p:cNvCxnSpPr>
            <a:cxnSpLocks/>
          </p:cNvCxnSpPr>
          <p:nvPr/>
        </p:nvCxnSpPr>
        <p:spPr>
          <a:xfrm>
            <a:off x="3350622" y="6927284"/>
            <a:ext cx="2764850" cy="0"/>
          </a:xfrm>
          <a:prstGeom prst="line">
            <a:avLst/>
          </a:prstGeom>
          <a:ln w="12700">
            <a:solidFill>
              <a:srgbClr val="384850"/>
            </a:solidFill>
            <a:prstDash val="lg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80">
            <a:extLst>
              <a:ext uri="{FF2B5EF4-FFF2-40B4-BE49-F238E27FC236}">
                <a16:creationId xmlns:a16="http://schemas.microsoft.com/office/drawing/2014/main" id="{405C5C99-4F18-CF43-AD5A-E7CF06B10506}"/>
              </a:ext>
            </a:extLst>
          </p:cNvPr>
          <p:cNvCxnSpPr>
            <a:cxnSpLocks/>
          </p:cNvCxnSpPr>
          <p:nvPr/>
        </p:nvCxnSpPr>
        <p:spPr>
          <a:xfrm>
            <a:off x="3631473" y="7189765"/>
            <a:ext cx="2478612" cy="0"/>
          </a:xfrm>
          <a:prstGeom prst="line">
            <a:avLst/>
          </a:prstGeom>
          <a:ln w="12700">
            <a:solidFill>
              <a:srgbClr val="384850"/>
            </a:solidFill>
            <a:prstDash val="lg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81">
            <a:extLst>
              <a:ext uri="{FF2B5EF4-FFF2-40B4-BE49-F238E27FC236}">
                <a16:creationId xmlns:a16="http://schemas.microsoft.com/office/drawing/2014/main" id="{9B387DC1-9F14-5C4B-8A51-5F87A9F2FA98}"/>
              </a:ext>
            </a:extLst>
          </p:cNvPr>
          <p:cNvCxnSpPr>
            <a:cxnSpLocks/>
          </p:cNvCxnSpPr>
          <p:nvPr/>
        </p:nvCxnSpPr>
        <p:spPr>
          <a:xfrm>
            <a:off x="3350622" y="7447652"/>
            <a:ext cx="2774131" cy="0"/>
          </a:xfrm>
          <a:prstGeom prst="line">
            <a:avLst/>
          </a:prstGeom>
          <a:ln w="12700">
            <a:solidFill>
              <a:srgbClr val="384850"/>
            </a:solidFill>
            <a:prstDash val="lg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82">
            <a:extLst>
              <a:ext uri="{FF2B5EF4-FFF2-40B4-BE49-F238E27FC236}">
                <a16:creationId xmlns:a16="http://schemas.microsoft.com/office/drawing/2014/main" id="{DC1C3358-1768-024D-934E-A632D5C9D376}"/>
              </a:ext>
            </a:extLst>
          </p:cNvPr>
          <p:cNvCxnSpPr>
            <a:cxnSpLocks/>
          </p:cNvCxnSpPr>
          <p:nvPr/>
        </p:nvCxnSpPr>
        <p:spPr>
          <a:xfrm>
            <a:off x="3631473" y="8188924"/>
            <a:ext cx="2492830" cy="0"/>
          </a:xfrm>
          <a:prstGeom prst="line">
            <a:avLst/>
          </a:prstGeom>
          <a:ln w="12700">
            <a:solidFill>
              <a:srgbClr val="384850"/>
            </a:solidFill>
            <a:prstDash val="lg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2CD0B8A5-14FE-2A41-862D-58291C3D0EE0}"/>
              </a:ext>
            </a:extLst>
          </p:cNvPr>
          <p:cNvSpPr txBox="1"/>
          <p:nvPr/>
        </p:nvSpPr>
        <p:spPr>
          <a:xfrm>
            <a:off x="6181634" y="6789345"/>
            <a:ext cx="4151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38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E4E111A-79A3-0640-A0CB-8D60A7D59EC2}"/>
              </a:ext>
            </a:extLst>
          </p:cNvPr>
          <p:cNvSpPr txBox="1"/>
          <p:nvPr/>
        </p:nvSpPr>
        <p:spPr>
          <a:xfrm>
            <a:off x="6181634" y="7054204"/>
            <a:ext cx="4151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40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C3B9F86-C2A2-0243-A756-BE7F62BBDEF7}"/>
              </a:ext>
            </a:extLst>
          </p:cNvPr>
          <p:cNvSpPr txBox="1"/>
          <p:nvPr/>
        </p:nvSpPr>
        <p:spPr>
          <a:xfrm>
            <a:off x="6181634" y="7314469"/>
            <a:ext cx="4151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43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E69AEE3-7F90-C043-A585-70B3764D9B79}"/>
              </a:ext>
            </a:extLst>
          </p:cNvPr>
          <p:cNvSpPr txBox="1"/>
          <p:nvPr/>
        </p:nvSpPr>
        <p:spPr>
          <a:xfrm>
            <a:off x="6181633" y="8058119"/>
            <a:ext cx="4151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49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28629ED-69BA-D243-AA34-CBA7AEAA54CB}"/>
              </a:ext>
            </a:extLst>
          </p:cNvPr>
          <p:cNvSpPr txBox="1"/>
          <p:nvPr/>
        </p:nvSpPr>
        <p:spPr>
          <a:xfrm>
            <a:off x="1716825" y="8508807"/>
            <a:ext cx="21140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기타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609C212-69F4-6A45-B4FD-B9F2430A3EA7}"/>
              </a:ext>
            </a:extLst>
          </p:cNvPr>
          <p:cNvSpPr txBox="1"/>
          <p:nvPr/>
        </p:nvSpPr>
        <p:spPr>
          <a:xfrm>
            <a:off x="2415298" y="9159379"/>
            <a:ext cx="21140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Contact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4FC1B54-839C-CC40-8F27-A0BD79DAF6DB}"/>
              </a:ext>
            </a:extLst>
          </p:cNvPr>
          <p:cNvSpPr txBox="1"/>
          <p:nvPr/>
        </p:nvSpPr>
        <p:spPr>
          <a:xfrm>
            <a:off x="2415301" y="8865400"/>
            <a:ext cx="13879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FAQ</a:t>
            </a:r>
          </a:p>
        </p:txBody>
      </p:sp>
      <p:cxnSp>
        <p:nvCxnSpPr>
          <p:cNvPr id="73" name="직선 연결선 79">
            <a:extLst>
              <a:ext uri="{FF2B5EF4-FFF2-40B4-BE49-F238E27FC236}">
                <a16:creationId xmlns:a16="http://schemas.microsoft.com/office/drawing/2014/main" id="{8BE4FE2F-8AA0-2545-AE6C-8589573CD8AC}"/>
              </a:ext>
            </a:extLst>
          </p:cNvPr>
          <p:cNvCxnSpPr>
            <a:cxnSpLocks/>
          </p:cNvCxnSpPr>
          <p:nvPr/>
        </p:nvCxnSpPr>
        <p:spPr>
          <a:xfrm>
            <a:off x="3354738" y="8996205"/>
            <a:ext cx="2764850" cy="0"/>
          </a:xfrm>
          <a:prstGeom prst="line">
            <a:avLst/>
          </a:prstGeom>
          <a:ln w="12700">
            <a:solidFill>
              <a:srgbClr val="384850"/>
            </a:solidFill>
            <a:prstDash val="lg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연결선 81">
            <a:extLst>
              <a:ext uri="{FF2B5EF4-FFF2-40B4-BE49-F238E27FC236}">
                <a16:creationId xmlns:a16="http://schemas.microsoft.com/office/drawing/2014/main" id="{9E83F7FC-CAD3-FD42-BDF3-3B6707896EBA}"/>
              </a:ext>
            </a:extLst>
          </p:cNvPr>
          <p:cNvCxnSpPr>
            <a:cxnSpLocks/>
          </p:cNvCxnSpPr>
          <p:nvPr/>
        </p:nvCxnSpPr>
        <p:spPr>
          <a:xfrm>
            <a:off x="3354738" y="9275740"/>
            <a:ext cx="2774131" cy="0"/>
          </a:xfrm>
          <a:prstGeom prst="line">
            <a:avLst/>
          </a:prstGeom>
          <a:ln w="12700">
            <a:solidFill>
              <a:srgbClr val="384850"/>
            </a:solidFill>
            <a:prstDash val="lg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92DCB40B-CA18-2246-98B7-6458EE7E8F78}"/>
              </a:ext>
            </a:extLst>
          </p:cNvPr>
          <p:cNvSpPr txBox="1"/>
          <p:nvPr/>
        </p:nvSpPr>
        <p:spPr>
          <a:xfrm>
            <a:off x="6185750" y="8858266"/>
            <a:ext cx="4151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58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80583F3-0597-9545-BA87-1DCC536DBD84}"/>
              </a:ext>
            </a:extLst>
          </p:cNvPr>
          <p:cNvSpPr txBox="1"/>
          <p:nvPr/>
        </p:nvSpPr>
        <p:spPr>
          <a:xfrm>
            <a:off x="6185750" y="9142557"/>
            <a:ext cx="4151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60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0B52FC7-2B3C-E443-96DB-084B8ABC3E75}"/>
              </a:ext>
            </a:extLst>
          </p:cNvPr>
          <p:cNvSpPr txBox="1"/>
          <p:nvPr/>
        </p:nvSpPr>
        <p:spPr>
          <a:xfrm>
            <a:off x="2411182" y="7830477"/>
            <a:ext cx="21140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소회의실</a:t>
            </a:r>
            <a:endParaRPr lang="en-US" altLang="ko-KR" sz="1100" dirty="0">
              <a:solidFill>
                <a:srgbClr val="384850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cxnSp>
        <p:nvCxnSpPr>
          <p:cNvPr id="69" name="직선 연결선 81">
            <a:extLst>
              <a:ext uri="{FF2B5EF4-FFF2-40B4-BE49-F238E27FC236}">
                <a16:creationId xmlns:a16="http://schemas.microsoft.com/office/drawing/2014/main" id="{C8084ADF-7F23-194C-8A79-9752505F8EA9}"/>
              </a:ext>
            </a:extLst>
          </p:cNvPr>
          <p:cNvCxnSpPr>
            <a:cxnSpLocks/>
          </p:cNvCxnSpPr>
          <p:nvPr/>
        </p:nvCxnSpPr>
        <p:spPr>
          <a:xfrm>
            <a:off x="3350622" y="7946838"/>
            <a:ext cx="2774131" cy="0"/>
          </a:xfrm>
          <a:prstGeom prst="line">
            <a:avLst/>
          </a:prstGeom>
          <a:ln w="12700">
            <a:solidFill>
              <a:srgbClr val="384850"/>
            </a:solidFill>
            <a:prstDash val="lg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942CBBFA-CE10-9248-B1F7-E548AA088A24}"/>
              </a:ext>
            </a:extLst>
          </p:cNvPr>
          <p:cNvSpPr txBox="1"/>
          <p:nvPr/>
        </p:nvSpPr>
        <p:spPr>
          <a:xfrm>
            <a:off x="6181634" y="7813655"/>
            <a:ext cx="4151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47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D8AFE19-DB33-E04D-B399-3AD995F8574D}"/>
              </a:ext>
            </a:extLst>
          </p:cNvPr>
          <p:cNvSpPr txBox="1"/>
          <p:nvPr/>
        </p:nvSpPr>
        <p:spPr>
          <a:xfrm>
            <a:off x="2414485" y="7580543"/>
            <a:ext cx="21140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err="1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타일뷰</a:t>
            </a:r>
            <a:r>
              <a:rPr lang="ko-KR" altLang="en-US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설정</a:t>
            </a:r>
            <a:endParaRPr lang="en-US" altLang="ko-KR" sz="1100" dirty="0">
              <a:solidFill>
                <a:srgbClr val="384850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cxnSp>
        <p:nvCxnSpPr>
          <p:cNvPr id="80" name="직선 연결선 81">
            <a:extLst>
              <a:ext uri="{FF2B5EF4-FFF2-40B4-BE49-F238E27FC236}">
                <a16:creationId xmlns:a16="http://schemas.microsoft.com/office/drawing/2014/main" id="{03B33CF5-4CB1-D849-9264-8C97717E6925}"/>
              </a:ext>
            </a:extLst>
          </p:cNvPr>
          <p:cNvCxnSpPr>
            <a:cxnSpLocks/>
          </p:cNvCxnSpPr>
          <p:nvPr/>
        </p:nvCxnSpPr>
        <p:spPr>
          <a:xfrm>
            <a:off x="3353925" y="7696904"/>
            <a:ext cx="2774131" cy="0"/>
          </a:xfrm>
          <a:prstGeom prst="line">
            <a:avLst/>
          </a:prstGeom>
          <a:ln w="12700">
            <a:solidFill>
              <a:srgbClr val="384850"/>
            </a:solidFill>
            <a:prstDash val="lg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54C9D125-42EB-094D-8A4F-4AB9C2A70ED7}"/>
              </a:ext>
            </a:extLst>
          </p:cNvPr>
          <p:cNvSpPr txBox="1"/>
          <p:nvPr/>
        </p:nvSpPr>
        <p:spPr>
          <a:xfrm>
            <a:off x="6184937" y="7563721"/>
            <a:ext cx="4151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38485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2423698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사각형 19">
            <a:extLst>
              <a:ext uri="{FF2B5EF4-FFF2-40B4-BE49-F238E27FC236}">
                <a16:creationId xmlns:a16="http://schemas.microsoft.com/office/drawing/2014/main" id="{75411308-7D7C-441F-8B2D-9DB7103780D2}"/>
              </a:ext>
            </a:extLst>
          </p:cNvPr>
          <p:cNvSpPr/>
          <p:nvPr/>
        </p:nvSpPr>
        <p:spPr>
          <a:xfrm>
            <a:off x="-13063" y="1947511"/>
            <a:ext cx="6871063" cy="2638182"/>
          </a:xfrm>
          <a:prstGeom prst="rect">
            <a:avLst/>
          </a:prstGeom>
          <a:solidFill>
            <a:srgbClr val="343E44">
              <a:alpha val="3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915DFC7-E78B-4447-B0FA-E8D2921A2909}"/>
              </a:ext>
            </a:extLst>
          </p:cNvPr>
          <p:cNvSpPr/>
          <p:nvPr/>
        </p:nvSpPr>
        <p:spPr>
          <a:xfrm>
            <a:off x="-6083" y="1626687"/>
            <a:ext cx="6871063" cy="2638182"/>
          </a:xfrm>
          <a:prstGeom prst="rect">
            <a:avLst/>
          </a:prstGeom>
          <a:solidFill>
            <a:srgbClr val="3848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1246B28-A183-4D21-ABA2-4A95AACCDCE1}"/>
              </a:ext>
            </a:extLst>
          </p:cNvPr>
          <p:cNvSpPr txBox="1"/>
          <p:nvPr/>
        </p:nvSpPr>
        <p:spPr>
          <a:xfrm>
            <a:off x="1515292" y="2522489"/>
            <a:ext cx="38012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8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회의 시작하기</a:t>
            </a:r>
            <a:endParaRPr lang="ko-KR" altLang="en-US" sz="4000" dirty="0">
              <a:solidFill>
                <a:schemeClr val="bg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97590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3C00F918-EBBE-418D-9397-44D10B45A5A0}"/>
              </a:ext>
            </a:extLst>
          </p:cNvPr>
          <p:cNvGrpSpPr/>
          <p:nvPr/>
        </p:nvGrpSpPr>
        <p:grpSpPr>
          <a:xfrm>
            <a:off x="0" y="-6959"/>
            <a:ext cx="6876000" cy="2625891"/>
            <a:chOff x="-13063" y="-13063"/>
            <a:chExt cx="6876000" cy="2625891"/>
          </a:xfrm>
        </p:grpSpPr>
        <p:pic>
          <p:nvPicPr>
            <p:cNvPr id="8" name="그림 7" descr="텍스트이(가) 표시된 사진&#10;&#10;자동 생성된 설명">
              <a:extLst>
                <a:ext uri="{FF2B5EF4-FFF2-40B4-BE49-F238E27FC236}">
                  <a16:creationId xmlns:a16="http://schemas.microsoft.com/office/drawing/2014/main" id="{780F336E-B268-4F78-A613-F1B21F1C6388}"/>
                </a:ext>
              </a:extLst>
            </p:cNvPr>
            <p:cNvPicPr>
              <a:picLocks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3063" y="-13063"/>
              <a:ext cx="6876000" cy="2613600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D19666B-7465-4CFE-9616-E5EB263B1870}"/>
                </a:ext>
              </a:extLst>
            </p:cNvPr>
            <p:cNvSpPr txBox="1"/>
            <p:nvPr/>
          </p:nvSpPr>
          <p:spPr>
            <a:xfrm>
              <a:off x="492326" y="366245"/>
              <a:ext cx="55789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v2.2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78D0E1E-0D18-457B-ADC1-1EAA05B9711C}"/>
                </a:ext>
              </a:extLst>
            </p:cNvPr>
            <p:cNvSpPr txBox="1"/>
            <p:nvPr/>
          </p:nvSpPr>
          <p:spPr>
            <a:xfrm>
              <a:off x="-9000" y="2358912"/>
              <a:ext cx="101890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PC </a:t>
              </a:r>
              <a:r>
                <a:rPr lang="ko-KR" altLang="en-US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가이드</a:t>
              </a:r>
              <a:endPara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851B0305-14A4-4ADF-8943-C96958C330D2}"/>
              </a:ext>
            </a:extLst>
          </p:cNvPr>
          <p:cNvSpPr txBox="1"/>
          <p:nvPr/>
        </p:nvSpPr>
        <p:spPr>
          <a:xfrm>
            <a:off x="561703" y="928236"/>
            <a:ext cx="57345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Vmeeting</a:t>
            </a:r>
            <a:r>
              <a:rPr lang="ko-KR" altLang="en-US" sz="40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접속하기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EDA30D-8D62-4343-B990-02CA2FCC437A}"/>
              </a:ext>
            </a:extLst>
          </p:cNvPr>
          <p:cNvSpPr txBox="1"/>
          <p:nvPr/>
        </p:nvSpPr>
        <p:spPr>
          <a:xfrm>
            <a:off x="209004" y="2799307"/>
            <a:ext cx="34092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err="1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Vmeeting</a:t>
            </a:r>
            <a:r>
              <a:rPr lang="en-US" altLang="ko-KR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접속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AB22A0-0DF0-47BA-9381-F1D856A9DC7B}"/>
              </a:ext>
            </a:extLst>
          </p:cNvPr>
          <p:cNvSpPr txBox="1"/>
          <p:nvPr/>
        </p:nvSpPr>
        <p:spPr>
          <a:xfrm>
            <a:off x="209004" y="3236566"/>
            <a:ext cx="6280285" cy="1073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주소창에 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vmeeting.io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입력해서 </a:t>
            </a:r>
            <a:r>
              <a:rPr lang="ko-KR" altLang="en-US" sz="1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브이미팅에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접속할 수 있습니다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>
              <a:lnSpc>
                <a:spcPct val="140000"/>
              </a:lnSpc>
            </a:pPr>
            <a:r>
              <a:rPr lang="ko-KR" altLang="en-US" sz="14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접속 </a:t>
            </a:r>
            <a:r>
              <a:rPr lang="en-US" altLang="ko-KR" sz="14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URL : https://vmeeting.io/ </a:t>
            </a:r>
          </a:p>
          <a:p>
            <a:pPr>
              <a:lnSpc>
                <a:spcPct val="140000"/>
              </a:lnSpc>
            </a:pPr>
            <a:endParaRPr lang="en-US" altLang="ko-KR" sz="8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40000"/>
              </a:lnSpc>
            </a:pP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Windows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와 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MacOS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환경을 모두 지원하며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크롬 브라우저 사용을 권장 드립니다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C65339A-0C40-47F0-A6A1-123A4189EE98}"/>
              </a:ext>
            </a:extLst>
          </p:cNvPr>
          <p:cNvSpPr txBox="1"/>
          <p:nvPr/>
        </p:nvSpPr>
        <p:spPr>
          <a:xfrm>
            <a:off x="209004" y="4497217"/>
            <a:ext cx="6791564" cy="57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메인 화면에서는 </a:t>
            </a:r>
            <a:r>
              <a:rPr lang="en-US" altLang="ko-KR" sz="1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Vmeeting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의 주요기능 설명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회원가입 및 로그인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기본 설정을 할 수 있으며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endParaRPr lang="en-US" altLang="ko-KR" sz="7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40000"/>
              </a:lnSpc>
            </a:pP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회의 생성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지난 회의 이력도 확인할 수 있습니다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  <a:endParaRPr lang="ko-KR" alt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6" name="슬라이드 번호 개체 틀 15">
            <a:extLst>
              <a:ext uri="{FF2B5EF4-FFF2-40B4-BE49-F238E27FC236}">
                <a16:creationId xmlns:a16="http://schemas.microsoft.com/office/drawing/2014/main" id="{2D0D8020-09D5-430B-9598-F38BB5DD9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F5712-77C1-483E-AF6C-501D64E640ED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D89B83C-FB2E-E14C-8867-79C9F8114D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648" y="5469999"/>
            <a:ext cx="5886703" cy="405593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8997E73E-77F3-E947-B72C-5F22EE5834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42" b="21616"/>
          <a:stretch/>
        </p:blipFill>
        <p:spPr>
          <a:xfrm>
            <a:off x="1054281" y="5219806"/>
            <a:ext cx="2039797" cy="891264"/>
          </a:xfrm>
          <a:prstGeom prst="ellipse">
            <a:avLst/>
          </a:prstGeom>
          <a:ln w="63500" cap="rnd">
            <a:solidFill>
              <a:srgbClr val="FF0000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625566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F0EDA30D-8D62-4343-B990-02CA2FCC437A}"/>
              </a:ext>
            </a:extLst>
          </p:cNvPr>
          <p:cNvSpPr txBox="1"/>
          <p:nvPr/>
        </p:nvSpPr>
        <p:spPr>
          <a:xfrm>
            <a:off x="195519" y="559960"/>
            <a:ext cx="34092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회의 화면 및 기능 소개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AB22A0-0DF0-47BA-9381-F1D856A9DC7B}"/>
              </a:ext>
            </a:extLst>
          </p:cNvPr>
          <p:cNvSpPr txBox="1"/>
          <p:nvPr/>
        </p:nvSpPr>
        <p:spPr>
          <a:xfrm>
            <a:off x="195519" y="932635"/>
            <a:ext cx="6280285" cy="319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ko-KR" sz="1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Vmeeting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은 사용자의 편의와 컨트롤을 더 쉽게 할 수 있도록 최적화하고 있습니다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sp>
        <p:nvSpPr>
          <p:cNvPr id="16" name="슬라이드 번호 개체 틀 15">
            <a:extLst>
              <a:ext uri="{FF2B5EF4-FFF2-40B4-BE49-F238E27FC236}">
                <a16:creationId xmlns:a16="http://schemas.microsoft.com/office/drawing/2014/main" id="{2D0D8020-09D5-430B-9598-F38BB5DD9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78148" y="9200058"/>
            <a:ext cx="1543050" cy="527403"/>
          </a:xfrm>
        </p:spPr>
        <p:txBody>
          <a:bodyPr/>
          <a:lstStyle/>
          <a:p>
            <a:fld id="{025F5712-77C1-483E-AF6C-501D64E640ED}" type="slidenum">
              <a:rPr lang="ko-KR" altLang="en-US" smtClean="0"/>
              <a:t>5</a:t>
            </a:fld>
            <a:endParaRPr lang="ko-KR" altLang="en-US" dirty="0"/>
          </a:p>
        </p:txBody>
      </p:sp>
      <p:grpSp>
        <p:nvGrpSpPr>
          <p:cNvPr id="145" name="그룹 144">
            <a:extLst>
              <a:ext uri="{FF2B5EF4-FFF2-40B4-BE49-F238E27FC236}">
                <a16:creationId xmlns:a16="http://schemas.microsoft.com/office/drawing/2014/main" id="{CC880CD5-5BBA-2A45-8BFD-77D0A013D4A3}"/>
              </a:ext>
            </a:extLst>
          </p:cNvPr>
          <p:cNvGrpSpPr/>
          <p:nvPr/>
        </p:nvGrpSpPr>
        <p:grpSpPr>
          <a:xfrm>
            <a:off x="195519" y="1839471"/>
            <a:ext cx="6425670" cy="6932984"/>
            <a:chOff x="195519" y="2004063"/>
            <a:chExt cx="6425670" cy="6932984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E3DC726F-5CC0-4E47-9156-547196F0548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423" t="12902" r="5487" b="7892"/>
            <a:stretch/>
          </p:blipFill>
          <p:spPr>
            <a:xfrm>
              <a:off x="436281" y="2763151"/>
              <a:ext cx="5985437" cy="4907902"/>
            </a:xfrm>
            <a:prstGeom prst="rect">
              <a:avLst/>
            </a:prstGeom>
          </p:spPr>
        </p:pic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1E8CAC2F-F982-6E4E-A9D8-AF4F6C95BC7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42446" y="7487003"/>
              <a:ext cx="3950" cy="917752"/>
            </a:xfrm>
            <a:prstGeom prst="straightConnector1">
              <a:avLst/>
            </a:prstGeom>
            <a:ln w="19050">
              <a:solidFill>
                <a:srgbClr val="FF0000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D1C4F63-432A-E740-9DD2-98A1564486BE}"/>
                </a:ext>
              </a:extLst>
            </p:cNvPr>
            <p:cNvSpPr txBox="1"/>
            <p:nvPr/>
          </p:nvSpPr>
          <p:spPr>
            <a:xfrm>
              <a:off x="2714876" y="8413899"/>
              <a:ext cx="1371600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ko-Kore-KR" altLang="en-US" sz="105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말하기</a:t>
              </a:r>
              <a:r>
                <a:rPr kumimoji="1" lang="ko-KR" altLang="en-US" sz="105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 요청</a:t>
              </a:r>
              <a:r>
                <a:rPr kumimoji="1" lang="en-US" altLang="ko-KR" sz="105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,</a:t>
              </a:r>
            </a:p>
            <a:p>
              <a:pPr algn="ctr"/>
              <a:r>
                <a:rPr kumimoji="1" lang="ko-KR" altLang="en-US" sz="1050" dirty="0" err="1">
                  <a:latin typeface="NanumGothic" panose="020D0604000000000000" pitchFamily="34" charset="-127"/>
                  <a:ea typeface="NanumGothic" panose="020D0604000000000000" pitchFamily="34" charset="-127"/>
                </a:rPr>
                <a:t>리액션</a:t>
              </a:r>
              <a:r>
                <a:rPr kumimoji="1" lang="ko-KR" altLang="en-US" sz="105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 </a:t>
              </a:r>
              <a:r>
                <a:rPr kumimoji="1" lang="en-US" altLang="ko-KR" sz="105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Emoji</a:t>
              </a:r>
              <a:endParaRPr kumimoji="1" lang="ko-Kore-KR" altLang="en-US" sz="1050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cxnSp>
          <p:nvCxnSpPr>
            <p:cNvPr id="25" name="직선 화살표 연결선 24">
              <a:extLst>
                <a:ext uri="{FF2B5EF4-FFF2-40B4-BE49-F238E27FC236}">
                  <a16:creationId xmlns:a16="http://schemas.microsoft.com/office/drawing/2014/main" id="{2618B7DD-CF57-2C4E-BABF-F794F8F8595B}"/>
                </a:ext>
              </a:extLst>
            </p:cNvPr>
            <p:cNvCxnSpPr>
              <a:cxnSpLocks/>
              <a:stCxn id="27" idx="0"/>
            </p:cNvCxnSpPr>
            <p:nvPr/>
          </p:nvCxnSpPr>
          <p:spPr>
            <a:xfrm flipV="1">
              <a:off x="3065482" y="7468186"/>
              <a:ext cx="0" cy="683777"/>
            </a:xfrm>
            <a:prstGeom prst="straightConnector1">
              <a:avLst/>
            </a:prstGeom>
            <a:ln w="19050">
              <a:solidFill>
                <a:srgbClr val="FF0000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C57F0AC-D61B-254A-A61F-F6CE6E374D65}"/>
                </a:ext>
              </a:extLst>
            </p:cNvPr>
            <p:cNvSpPr txBox="1"/>
            <p:nvPr/>
          </p:nvSpPr>
          <p:spPr>
            <a:xfrm>
              <a:off x="2379682" y="8151963"/>
              <a:ext cx="13716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ko-KR" altLang="en-US" sz="1050" dirty="0" err="1">
                  <a:latin typeface="NanumGothic" panose="020D0604000000000000" pitchFamily="34" charset="-127"/>
                  <a:ea typeface="NanumGothic" panose="020D0604000000000000" pitchFamily="34" charset="-127"/>
                </a:rPr>
                <a:t>채팅창</a:t>
              </a:r>
              <a:endParaRPr kumimoji="1" lang="ko-Kore-KR" altLang="en-US" sz="1050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cxnSp>
          <p:nvCxnSpPr>
            <p:cNvPr id="33" name="꺾인 연결선[E] 32">
              <a:extLst>
                <a:ext uri="{FF2B5EF4-FFF2-40B4-BE49-F238E27FC236}">
                  <a16:creationId xmlns:a16="http://schemas.microsoft.com/office/drawing/2014/main" id="{370AD6E3-D24B-4D4F-B895-EAF52DA2B9F9}"/>
                </a:ext>
              </a:extLst>
            </p:cNvPr>
            <p:cNvCxnSpPr>
              <a:cxnSpLocks/>
              <a:endCxn id="42" idx="1"/>
            </p:cNvCxnSpPr>
            <p:nvPr/>
          </p:nvCxnSpPr>
          <p:spPr>
            <a:xfrm rot="16200000" flipH="1">
              <a:off x="3337929" y="7996856"/>
              <a:ext cx="1246402" cy="218482"/>
            </a:xfrm>
            <a:prstGeom prst="bentConnector2">
              <a:avLst/>
            </a:prstGeom>
            <a:ln w="19050">
              <a:solidFill>
                <a:srgbClr val="FF0000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89BA52C3-785D-E34E-AB51-A7C888D3BBDE}"/>
                </a:ext>
              </a:extLst>
            </p:cNvPr>
            <p:cNvSpPr txBox="1"/>
            <p:nvPr/>
          </p:nvSpPr>
          <p:spPr>
            <a:xfrm>
              <a:off x="4070371" y="8521549"/>
              <a:ext cx="1543050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ore-KR" altLang="en-US" sz="105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화면</a:t>
              </a:r>
              <a:r>
                <a:rPr kumimoji="1" lang="ko-KR" altLang="en-US" sz="105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 레이아웃 변경</a:t>
              </a:r>
              <a:r>
                <a:rPr kumimoji="1" lang="en-US" altLang="ko-KR" sz="105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,</a:t>
              </a:r>
              <a:r>
                <a:rPr kumimoji="1" lang="ko-KR" altLang="en-US" sz="105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 </a:t>
              </a:r>
              <a:r>
                <a:rPr kumimoji="1" lang="ko-KR" altLang="en-US" sz="1050" dirty="0" err="1">
                  <a:latin typeface="NanumGothic" panose="020D0604000000000000" pitchFamily="34" charset="-127"/>
                  <a:ea typeface="NanumGothic" panose="020D0604000000000000" pitchFamily="34" charset="-127"/>
                </a:rPr>
                <a:t>타일뷰</a:t>
              </a:r>
              <a:r>
                <a:rPr kumimoji="1" lang="ko-KR" altLang="en-US" sz="105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 설정</a:t>
              </a:r>
              <a:endParaRPr kumimoji="1" lang="ko-Kore-KR" altLang="en-US" sz="1050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cxnSp>
          <p:nvCxnSpPr>
            <p:cNvPr id="43" name="꺾인 연결선[E] 42">
              <a:extLst>
                <a:ext uri="{FF2B5EF4-FFF2-40B4-BE49-F238E27FC236}">
                  <a16:creationId xmlns:a16="http://schemas.microsoft.com/office/drawing/2014/main" id="{D97F47F9-A640-9B4E-BFD8-2040E8EAE803}"/>
                </a:ext>
              </a:extLst>
            </p:cNvPr>
            <p:cNvCxnSpPr>
              <a:cxnSpLocks/>
              <a:endCxn id="51" idx="1"/>
            </p:cNvCxnSpPr>
            <p:nvPr/>
          </p:nvCxnSpPr>
          <p:spPr>
            <a:xfrm rot="16200000" flipH="1">
              <a:off x="3825207" y="7830386"/>
              <a:ext cx="894981" cy="184938"/>
            </a:xfrm>
            <a:prstGeom prst="bentConnector2">
              <a:avLst/>
            </a:prstGeom>
            <a:ln w="19050">
              <a:solidFill>
                <a:srgbClr val="FF0000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2400D05F-EA03-CD4D-B133-1FB417166835}"/>
                </a:ext>
              </a:extLst>
            </p:cNvPr>
            <p:cNvSpPr txBox="1"/>
            <p:nvPr/>
          </p:nvSpPr>
          <p:spPr>
            <a:xfrm>
              <a:off x="4365166" y="8239541"/>
              <a:ext cx="184900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105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참석자 목록</a:t>
              </a:r>
              <a:r>
                <a:rPr kumimoji="1" lang="en-US" altLang="ko-KR" sz="105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(</a:t>
              </a:r>
              <a:r>
                <a:rPr kumimoji="1" lang="ko-KR" altLang="en-US" sz="105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방장 컨트롤</a:t>
              </a:r>
              <a:r>
                <a:rPr kumimoji="1" lang="en-US" altLang="ko-KR" sz="105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)</a:t>
              </a:r>
              <a:endParaRPr kumimoji="1" lang="ko-Kore-KR" altLang="en-US" sz="1050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cxnSp>
          <p:nvCxnSpPr>
            <p:cNvPr id="52" name="꺾인 연결선[E] 51">
              <a:extLst>
                <a:ext uri="{FF2B5EF4-FFF2-40B4-BE49-F238E27FC236}">
                  <a16:creationId xmlns:a16="http://schemas.microsoft.com/office/drawing/2014/main" id="{ECEB8AE7-0DBC-314A-A067-98CA7FCB202D}"/>
                </a:ext>
              </a:extLst>
            </p:cNvPr>
            <p:cNvCxnSpPr>
              <a:cxnSpLocks/>
              <a:endCxn id="53" idx="1"/>
            </p:cNvCxnSpPr>
            <p:nvPr/>
          </p:nvCxnSpPr>
          <p:spPr>
            <a:xfrm rot="16200000" flipH="1">
              <a:off x="4362594" y="7683335"/>
              <a:ext cx="610774" cy="180474"/>
            </a:xfrm>
            <a:prstGeom prst="bentConnector2">
              <a:avLst/>
            </a:prstGeom>
            <a:ln w="19050">
              <a:solidFill>
                <a:srgbClr val="FF0000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8B807F34-D474-D142-AA67-D4083BD350C8}"/>
                </a:ext>
              </a:extLst>
            </p:cNvPr>
            <p:cNvSpPr txBox="1"/>
            <p:nvPr/>
          </p:nvSpPr>
          <p:spPr>
            <a:xfrm>
              <a:off x="4758218" y="7948154"/>
              <a:ext cx="184900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105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설정</a:t>
              </a:r>
              <a:r>
                <a:rPr kumimoji="1" lang="en-US" altLang="ko-KR" sz="105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,</a:t>
              </a:r>
              <a:r>
                <a:rPr kumimoji="1" lang="ko-KR" altLang="en-US" sz="105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 </a:t>
              </a:r>
              <a:r>
                <a:rPr kumimoji="1" lang="ko-KR" altLang="en-US" sz="1050" dirty="0" err="1">
                  <a:latin typeface="NanumGothic" panose="020D0604000000000000" pitchFamily="34" charset="-127"/>
                  <a:ea typeface="NanumGothic" panose="020D0604000000000000" pitchFamily="34" charset="-127"/>
                </a:rPr>
                <a:t>배경선택</a:t>
              </a:r>
              <a:r>
                <a:rPr kumimoji="1" lang="en-US" altLang="ko-KR" sz="105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,</a:t>
              </a:r>
              <a:r>
                <a:rPr kumimoji="1" lang="ko-KR" altLang="en-US" sz="105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 녹화 등 기타</a:t>
              </a:r>
              <a:endParaRPr kumimoji="1" lang="ko-Kore-KR" altLang="en-US" sz="1050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cxnSp>
          <p:nvCxnSpPr>
            <p:cNvPr id="56" name="직선 화살표 연결선 55">
              <a:extLst>
                <a:ext uri="{FF2B5EF4-FFF2-40B4-BE49-F238E27FC236}">
                  <a16:creationId xmlns:a16="http://schemas.microsoft.com/office/drawing/2014/main" id="{3D7F64CE-269E-9A48-85D8-989132240B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46778" y="7475366"/>
              <a:ext cx="0" cy="195687"/>
            </a:xfrm>
            <a:prstGeom prst="straightConnector1">
              <a:avLst/>
            </a:prstGeom>
            <a:ln w="19050">
              <a:solidFill>
                <a:srgbClr val="FF0000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D86880BE-572E-6348-865C-6D179D34FB13}"/>
                </a:ext>
              </a:extLst>
            </p:cNvPr>
            <p:cNvSpPr txBox="1"/>
            <p:nvPr/>
          </p:nvSpPr>
          <p:spPr>
            <a:xfrm>
              <a:off x="4772187" y="7663961"/>
              <a:ext cx="184900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105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회의 나가기</a:t>
              </a:r>
              <a:endParaRPr kumimoji="1" lang="ko-Kore-KR" altLang="en-US" sz="1050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cxnSp>
          <p:nvCxnSpPr>
            <p:cNvPr id="64" name="꺾인 연결선[E] 63">
              <a:extLst>
                <a:ext uri="{FF2B5EF4-FFF2-40B4-BE49-F238E27FC236}">
                  <a16:creationId xmlns:a16="http://schemas.microsoft.com/office/drawing/2014/main" id="{5FE91551-63D6-2443-B003-A40604223952}"/>
                </a:ext>
              </a:extLst>
            </p:cNvPr>
            <p:cNvCxnSpPr>
              <a:cxnSpLocks/>
              <a:endCxn id="65" idx="3"/>
            </p:cNvCxnSpPr>
            <p:nvPr/>
          </p:nvCxnSpPr>
          <p:spPr>
            <a:xfrm rot="5400000">
              <a:off x="2021735" y="7980559"/>
              <a:ext cx="1179151" cy="154418"/>
            </a:xfrm>
            <a:prstGeom prst="bentConnector2">
              <a:avLst/>
            </a:prstGeom>
            <a:ln w="19050">
              <a:solidFill>
                <a:srgbClr val="FF0000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3AB063BA-7BEA-D146-9D5C-6992B110B1D7}"/>
                </a:ext>
              </a:extLst>
            </p:cNvPr>
            <p:cNvSpPr txBox="1"/>
            <p:nvPr/>
          </p:nvSpPr>
          <p:spPr>
            <a:xfrm>
              <a:off x="991051" y="8516539"/>
              <a:ext cx="154305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kumimoji="1" lang="ko-KR" altLang="en-US" sz="105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화면 공유</a:t>
              </a:r>
              <a:endParaRPr kumimoji="1" lang="ko-Kore-KR" altLang="en-US" sz="1050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cxnSp>
          <p:nvCxnSpPr>
            <p:cNvPr id="67" name="꺾인 연결선[E] 66">
              <a:extLst>
                <a:ext uri="{FF2B5EF4-FFF2-40B4-BE49-F238E27FC236}">
                  <a16:creationId xmlns:a16="http://schemas.microsoft.com/office/drawing/2014/main" id="{C66AD3CF-DDB6-ED4C-96E4-112ECA27C337}"/>
                </a:ext>
              </a:extLst>
            </p:cNvPr>
            <p:cNvCxnSpPr>
              <a:cxnSpLocks/>
              <a:endCxn id="68" idx="3"/>
            </p:cNvCxnSpPr>
            <p:nvPr/>
          </p:nvCxnSpPr>
          <p:spPr>
            <a:xfrm rot="5400000">
              <a:off x="1782512" y="7844659"/>
              <a:ext cx="902799" cy="149866"/>
            </a:xfrm>
            <a:prstGeom prst="bentConnector2">
              <a:avLst/>
            </a:prstGeom>
            <a:ln w="19050">
              <a:solidFill>
                <a:srgbClr val="FF0000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5248154C-7347-934D-AB99-CD953E70B87A}"/>
                </a:ext>
              </a:extLst>
            </p:cNvPr>
            <p:cNvSpPr txBox="1"/>
            <p:nvPr/>
          </p:nvSpPr>
          <p:spPr>
            <a:xfrm>
              <a:off x="356616" y="8240187"/>
              <a:ext cx="180236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kumimoji="1" lang="ko-KR" altLang="en-US" sz="105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카메라 </a:t>
              </a:r>
              <a:r>
                <a:rPr kumimoji="1" lang="en-US" altLang="ko-KR" sz="105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on/off, </a:t>
              </a:r>
              <a:r>
                <a:rPr kumimoji="1" lang="ko-KR" altLang="en-US" sz="105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카메라 설정</a:t>
              </a:r>
              <a:endParaRPr kumimoji="1" lang="ko-Kore-KR" altLang="en-US" sz="1050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46ED4293-3995-4F43-A26B-4B9BEA1FBDB5}"/>
                </a:ext>
              </a:extLst>
            </p:cNvPr>
            <p:cNvSpPr txBox="1"/>
            <p:nvPr/>
          </p:nvSpPr>
          <p:spPr>
            <a:xfrm>
              <a:off x="195519" y="7965972"/>
              <a:ext cx="163942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kumimoji="1" lang="ko-KR" altLang="en-US" sz="1050" dirty="0" err="1">
                  <a:latin typeface="NanumGothic" panose="020D0604000000000000" pitchFamily="34" charset="-127"/>
                  <a:ea typeface="NanumGothic" panose="020D0604000000000000" pitchFamily="34" charset="-127"/>
                </a:rPr>
                <a:t>음소거</a:t>
              </a:r>
              <a:r>
                <a:rPr kumimoji="1" lang="ko-KR" altLang="en-US" sz="105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 </a:t>
              </a:r>
              <a:r>
                <a:rPr kumimoji="1" lang="en-US" altLang="ko-KR" sz="105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on/off,</a:t>
              </a:r>
              <a:r>
                <a:rPr kumimoji="1" lang="ko-KR" altLang="en-US" sz="105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 음량 설정</a:t>
              </a:r>
              <a:endParaRPr kumimoji="1" lang="ko-Kore-KR" altLang="en-US" sz="1050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cxnSp>
          <p:nvCxnSpPr>
            <p:cNvPr id="82" name="꺾인 연결선[E] 81">
              <a:extLst>
                <a:ext uri="{FF2B5EF4-FFF2-40B4-BE49-F238E27FC236}">
                  <a16:creationId xmlns:a16="http://schemas.microsoft.com/office/drawing/2014/main" id="{D2C4AB26-B511-FC45-B219-7BB1AE62A36A}"/>
                </a:ext>
              </a:extLst>
            </p:cNvPr>
            <p:cNvCxnSpPr>
              <a:cxnSpLocks/>
              <a:endCxn id="81" idx="3"/>
            </p:cNvCxnSpPr>
            <p:nvPr/>
          </p:nvCxnSpPr>
          <p:spPr>
            <a:xfrm rot="5400000">
              <a:off x="1574190" y="7728936"/>
              <a:ext cx="628590" cy="107092"/>
            </a:xfrm>
            <a:prstGeom prst="bentConnector2">
              <a:avLst/>
            </a:prstGeom>
            <a:ln w="19050">
              <a:solidFill>
                <a:srgbClr val="FF0000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FFBB33A3-02F5-2D41-A0D0-434174E306BB}"/>
                </a:ext>
              </a:extLst>
            </p:cNvPr>
            <p:cNvSpPr txBox="1"/>
            <p:nvPr/>
          </p:nvSpPr>
          <p:spPr>
            <a:xfrm>
              <a:off x="3210656" y="2400265"/>
              <a:ext cx="154305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ko-KR" altLang="en-US" sz="1050" dirty="0" err="1">
                  <a:latin typeface="NanumGothic" panose="020D0604000000000000" pitchFamily="34" charset="-127"/>
                  <a:ea typeface="NanumGothic" panose="020D0604000000000000" pitchFamily="34" charset="-127"/>
                </a:rPr>
                <a:t>접속자</a:t>
              </a:r>
              <a:r>
                <a:rPr kumimoji="1" lang="ko-KR" altLang="en-US" sz="105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 통계</a:t>
              </a:r>
              <a:endParaRPr kumimoji="1" lang="ko-Kore-KR" altLang="en-US" sz="1050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cxnSp>
          <p:nvCxnSpPr>
            <p:cNvPr id="91" name="꺾인 연결선[E] 90">
              <a:extLst>
                <a:ext uri="{FF2B5EF4-FFF2-40B4-BE49-F238E27FC236}">
                  <a16:creationId xmlns:a16="http://schemas.microsoft.com/office/drawing/2014/main" id="{1C887B5C-00E6-4343-9678-4E005A179B4F}"/>
                </a:ext>
              </a:extLst>
            </p:cNvPr>
            <p:cNvCxnSpPr>
              <a:cxnSpLocks/>
              <a:endCxn id="92" idx="1"/>
            </p:cNvCxnSpPr>
            <p:nvPr/>
          </p:nvCxnSpPr>
          <p:spPr>
            <a:xfrm rot="5400000" flipH="1" flipV="1">
              <a:off x="-284077" y="3705023"/>
              <a:ext cx="2431220" cy="89124"/>
            </a:xfrm>
            <a:prstGeom prst="bentConnector2">
              <a:avLst/>
            </a:prstGeom>
            <a:ln w="19050">
              <a:solidFill>
                <a:srgbClr val="FF0000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86233B29-DE38-9942-8D58-E7B890823EB3}"/>
                </a:ext>
              </a:extLst>
            </p:cNvPr>
            <p:cNvSpPr txBox="1"/>
            <p:nvPr/>
          </p:nvSpPr>
          <p:spPr>
            <a:xfrm>
              <a:off x="976095" y="2326226"/>
              <a:ext cx="1765878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105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참가자 이름</a:t>
              </a:r>
              <a:r>
                <a:rPr kumimoji="1" lang="en-US" altLang="ko-KR" sz="105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,</a:t>
              </a:r>
              <a:r>
                <a:rPr kumimoji="1" lang="ko-KR" altLang="en-US" sz="105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 </a:t>
              </a:r>
              <a:endParaRPr kumimoji="1" lang="en-US" altLang="ko-KR" sz="1050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  <a:p>
              <a:r>
                <a:rPr kumimoji="1" lang="ko-KR" altLang="en-US" sz="105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상태 정보 표시</a:t>
              </a:r>
              <a:endParaRPr kumimoji="1" lang="ko-Kore-KR" altLang="en-US" sz="1050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25015E93-8406-8A4B-9727-A21480A69FEF}"/>
                </a:ext>
              </a:extLst>
            </p:cNvPr>
            <p:cNvSpPr txBox="1"/>
            <p:nvPr/>
          </p:nvSpPr>
          <p:spPr>
            <a:xfrm>
              <a:off x="4370887" y="2134923"/>
              <a:ext cx="173737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kumimoji="1" lang="ko-KR" altLang="en-US" sz="105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참석자 컨트롤 메뉴</a:t>
              </a:r>
              <a:endParaRPr kumimoji="1" lang="ko-Kore-KR" altLang="en-US" sz="1050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pic>
          <p:nvPicPr>
            <p:cNvPr id="105" name="그림 104">
              <a:extLst>
                <a:ext uri="{FF2B5EF4-FFF2-40B4-BE49-F238E27FC236}">
                  <a16:creationId xmlns:a16="http://schemas.microsoft.com/office/drawing/2014/main" id="{E679A4BB-CD87-8E48-901C-B15B25DFB32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0702" y="2806035"/>
              <a:ext cx="254746" cy="214523"/>
            </a:xfrm>
            <a:prstGeom prst="rect">
              <a:avLst/>
            </a:prstGeom>
          </p:spPr>
        </p:pic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94CD31B8-2689-3149-818B-D083288E3053}"/>
                </a:ext>
              </a:extLst>
            </p:cNvPr>
            <p:cNvSpPr txBox="1"/>
            <p:nvPr/>
          </p:nvSpPr>
          <p:spPr>
            <a:xfrm>
              <a:off x="755448" y="2070915"/>
              <a:ext cx="1613889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105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참가자 네트웍 정보</a:t>
              </a:r>
              <a:endParaRPr kumimoji="1" lang="ko-Kore-KR" altLang="en-US" sz="1050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cxnSp>
          <p:nvCxnSpPr>
            <p:cNvPr id="108" name="꺾인 연결선[E] 107">
              <a:extLst>
                <a:ext uri="{FF2B5EF4-FFF2-40B4-BE49-F238E27FC236}">
                  <a16:creationId xmlns:a16="http://schemas.microsoft.com/office/drawing/2014/main" id="{AE6305BD-C534-044C-BCCF-2C24B6B2B7BE}"/>
                </a:ext>
              </a:extLst>
            </p:cNvPr>
            <p:cNvCxnSpPr>
              <a:cxnSpLocks/>
              <a:stCxn id="105" idx="0"/>
              <a:endCxn id="107" idx="1"/>
            </p:cNvCxnSpPr>
            <p:nvPr/>
          </p:nvCxnSpPr>
          <p:spPr>
            <a:xfrm rot="5400000" flipH="1" flipV="1">
              <a:off x="387680" y="2438268"/>
              <a:ext cx="608162" cy="127373"/>
            </a:xfrm>
            <a:prstGeom prst="bentConnector2">
              <a:avLst/>
            </a:prstGeom>
            <a:ln w="19050">
              <a:solidFill>
                <a:srgbClr val="FF0000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직선 화살표 연결선 118">
              <a:extLst>
                <a:ext uri="{FF2B5EF4-FFF2-40B4-BE49-F238E27FC236}">
                  <a16:creationId xmlns:a16="http://schemas.microsoft.com/office/drawing/2014/main" id="{B4773607-B8E9-5C4A-AA19-4FC80B9D5417}"/>
                </a:ext>
              </a:extLst>
            </p:cNvPr>
            <p:cNvCxnSpPr>
              <a:cxnSpLocks/>
              <a:endCxn id="121" idx="2"/>
            </p:cNvCxnSpPr>
            <p:nvPr/>
          </p:nvCxnSpPr>
          <p:spPr>
            <a:xfrm flipV="1">
              <a:off x="3343266" y="2419561"/>
              <a:ext cx="0" cy="445809"/>
            </a:xfrm>
            <a:prstGeom prst="straightConnector1">
              <a:avLst/>
            </a:prstGeom>
            <a:ln w="19050">
              <a:solidFill>
                <a:srgbClr val="FF0000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0DE330AB-8E33-5848-8343-2EC083B5D522}"/>
                </a:ext>
              </a:extLst>
            </p:cNvPr>
            <p:cNvSpPr txBox="1"/>
            <p:nvPr/>
          </p:nvSpPr>
          <p:spPr>
            <a:xfrm>
              <a:off x="2536321" y="2004063"/>
              <a:ext cx="1613889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ko-KR" altLang="en-US" sz="105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회의 이름</a:t>
              </a:r>
              <a:r>
                <a:rPr kumimoji="1" lang="en-US" altLang="ko-KR" sz="105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,</a:t>
              </a:r>
              <a:r>
                <a:rPr kumimoji="1" lang="ko-KR" altLang="en-US" sz="105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 </a:t>
              </a:r>
              <a:endParaRPr kumimoji="1" lang="en-US" altLang="ko-KR" sz="1050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  <a:p>
              <a:pPr algn="ctr"/>
              <a:r>
                <a:rPr kumimoji="1" lang="ko-KR" altLang="en-US" sz="1050" dirty="0">
                  <a:latin typeface="NanumGothic" panose="020D0604000000000000" pitchFamily="34" charset="-127"/>
                  <a:ea typeface="NanumGothic" panose="020D0604000000000000" pitchFamily="34" charset="-127"/>
                </a:rPr>
                <a:t>회의 시간</a:t>
              </a:r>
              <a:endParaRPr kumimoji="1" lang="ko-Kore-KR" altLang="en-US" sz="1050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cxnSp>
          <p:nvCxnSpPr>
            <p:cNvPr id="125" name="직선 화살표 연결선 124">
              <a:extLst>
                <a:ext uri="{FF2B5EF4-FFF2-40B4-BE49-F238E27FC236}">
                  <a16:creationId xmlns:a16="http://schemas.microsoft.com/office/drawing/2014/main" id="{EF8F9ED3-379B-994A-B723-DDD4DCB8B1CC}"/>
                </a:ext>
              </a:extLst>
            </p:cNvPr>
            <p:cNvCxnSpPr>
              <a:cxnSpLocks/>
              <a:endCxn id="88" idx="2"/>
            </p:cNvCxnSpPr>
            <p:nvPr/>
          </p:nvCxnSpPr>
          <p:spPr>
            <a:xfrm flipV="1">
              <a:off x="3982181" y="2661875"/>
              <a:ext cx="0" cy="212639"/>
            </a:xfrm>
            <a:prstGeom prst="straightConnector1">
              <a:avLst/>
            </a:prstGeom>
            <a:ln w="19050">
              <a:solidFill>
                <a:srgbClr val="FF0000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꺾인 연결선[E] 130">
              <a:extLst>
                <a:ext uri="{FF2B5EF4-FFF2-40B4-BE49-F238E27FC236}">
                  <a16:creationId xmlns:a16="http://schemas.microsoft.com/office/drawing/2014/main" id="{D4384328-1D7A-B043-86CA-A4FF6245F500}"/>
                </a:ext>
              </a:extLst>
            </p:cNvPr>
            <p:cNvCxnSpPr>
              <a:cxnSpLocks/>
              <a:endCxn id="99" idx="3"/>
            </p:cNvCxnSpPr>
            <p:nvPr/>
          </p:nvCxnSpPr>
          <p:spPr>
            <a:xfrm rot="16200000" flipV="1">
              <a:off x="5923983" y="2450009"/>
              <a:ext cx="530470" cy="161907"/>
            </a:xfrm>
            <a:prstGeom prst="bentConnector2">
              <a:avLst/>
            </a:prstGeom>
            <a:ln w="19050">
              <a:solidFill>
                <a:srgbClr val="FF0000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574241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ED78D2D0-153E-4659-843C-F6EB7585B294}"/>
              </a:ext>
            </a:extLst>
          </p:cNvPr>
          <p:cNvGrpSpPr/>
          <p:nvPr/>
        </p:nvGrpSpPr>
        <p:grpSpPr>
          <a:xfrm>
            <a:off x="-6083" y="-13063"/>
            <a:ext cx="6876000" cy="2625891"/>
            <a:chOff x="-13063" y="-13063"/>
            <a:chExt cx="6876000" cy="2625891"/>
          </a:xfrm>
        </p:grpSpPr>
        <p:pic>
          <p:nvPicPr>
            <p:cNvPr id="8" name="그림 7" descr="텍스트이(가) 표시된 사진&#10;&#10;자동 생성된 설명">
              <a:extLst>
                <a:ext uri="{FF2B5EF4-FFF2-40B4-BE49-F238E27FC236}">
                  <a16:creationId xmlns:a16="http://schemas.microsoft.com/office/drawing/2014/main" id="{780F336E-B268-4F78-A613-F1B21F1C6388}"/>
                </a:ext>
              </a:extLst>
            </p:cNvPr>
            <p:cNvPicPr>
              <a:picLocks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3063" y="-13063"/>
              <a:ext cx="6876000" cy="26136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688EF2B-A95E-4B94-A106-69CE19AF4341}"/>
                </a:ext>
              </a:extLst>
            </p:cNvPr>
            <p:cNvSpPr txBox="1"/>
            <p:nvPr/>
          </p:nvSpPr>
          <p:spPr>
            <a:xfrm>
              <a:off x="492326" y="366245"/>
              <a:ext cx="55789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v2.2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B5A5B09-9605-4ACA-9BAC-128678ABEBB1}"/>
                </a:ext>
              </a:extLst>
            </p:cNvPr>
            <p:cNvSpPr txBox="1"/>
            <p:nvPr/>
          </p:nvSpPr>
          <p:spPr>
            <a:xfrm>
              <a:off x="-9000" y="2358912"/>
              <a:ext cx="101890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PC </a:t>
              </a:r>
              <a:r>
                <a:rPr lang="ko-KR" altLang="en-US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가이드</a:t>
              </a:r>
              <a:endPara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851B0305-14A4-4ADF-8943-C96958C330D2}"/>
              </a:ext>
            </a:extLst>
          </p:cNvPr>
          <p:cNvSpPr txBox="1"/>
          <p:nvPr/>
        </p:nvSpPr>
        <p:spPr>
          <a:xfrm>
            <a:off x="1234441" y="928236"/>
            <a:ext cx="43891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회원가입 </a:t>
            </a:r>
            <a:r>
              <a:rPr lang="en-US" altLang="ko-KR" sz="40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&amp; </a:t>
            </a:r>
            <a:r>
              <a:rPr lang="ko-KR" altLang="en-US" sz="40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로그인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EDA30D-8D62-4343-B990-02CA2FCC437A}"/>
              </a:ext>
            </a:extLst>
          </p:cNvPr>
          <p:cNvSpPr txBox="1"/>
          <p:nvPr/>
        </p:nvSpPr>
        <p:spPr>
          <a:xfrm>
            <a:off x="209005" y="2947531"/>
            <a:ext cx="26386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회원가입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AB22A0-0DF0-47BA-9381-F1D856A9DC7B}"/>
              </a:ext>
            </a:extLst>
          </p:cNvPr>
          <p:cNvSpPr txBox="1"/>
          <p:nvPr/>
        </p:nvSpPr>
        <p:spPr>
          <a:xfrm>
            <a:off x="366848" y="4660539"/>
            <a:ext cx="3682521" cy="48479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간편하게 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SNS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회원가입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일반 회원가입으로 </a:t>
            </a:r>
            <a:r>
              <a:rPr lang="en-US" altLang="ko-KR" sz="1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Vmeeting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 가입 하실 수 있습니다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>
              <a:lnSpc>
                <a:spcPct val="140000"/>
              </a:lnSpc>
            </a:pPr>
            <a:endParaRPr lang="en-US" altLang="ko-KR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40000"/>
              </a:lnSpc>
            </a:pP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SNS </a:t>
            </a:r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계정 연동</a:t>
            </a:r>
            <a:endParaRPr lang="en-US" altLang="ko-KR" sz="12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40000"/>
              </a:lnSpc>
            </a:pP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1. </a:t>
            </a: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회원가입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선택</a:t>
            </a:r>
            <a:endParaRPr lang="en-US" altLang="ko-KR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40000"/>
              </a:lnSpc>
            </a:pP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2.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연동하고자 하는 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SNS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</a:t>
            </a:r>
            <a:endParaRPr lang="en-US" altLang="ko-KR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40000"/>
              </a:lnSpc>
            </a:pP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3.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SNS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의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이메일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(ID),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비밀번호 입력 후 로그인</a:t>
            </a:r>
          </a:p>
          <a:p>
            <a:pPr>
              <a:lnSpc>
                <a:spcPct val="140000"/>
              </a:lnSpc>
            </a:pPr>
            <a:endParaRPr lang="en-US" altLang="ko-KR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40000"/>
              </a:lnSpc>
            </a:pP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일반 회원가입 </a:t>
            </a:r>
            <a:endParaRPr lang="en-US" altLang="ko-KR" sz="12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40000"/>
              </a:lnSpc>
            </a:pP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1. </a:t>
            </a: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회원가입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선택</a:t>
            </a:r>
            <a:endParaRPr lang="en-US" altLang="ko-KR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40000"/>
              </a:lnSpc>
            </a:pP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2. (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필수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이메일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실명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아이디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비밀번호 입력</a:t>
            </a:r>
          </a:p>
          <a:p>
            <a:pPr>
              <a:lnSpc>
                <a:spcPct val="140000"/>
              </a:lnSpc>
            </a:pP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3.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Captcha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입력 후 </a:t>
            </a: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[Verify]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</a:t>
            </a:r>
          </a:p>
          <a:p>
            <a:pPr>
              <a:lnSpc>
                <a:spcPct val="140000"/>
              </a:lnSpc>
            </a:pP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4.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회원가입</a:t>
            </a: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 </a:t>
            </a:r>
          </a:p>
          <a:p>
            <a:pPr>
              <a:lnSpc>
                <a:spcPct val="140000"/>
              </a:lnSpc>
            </a:pPr>
            <a:endParaRPr lang="ko-KR" alt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40000"/>
              </a:lnSpc>
            </a:pP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유효한 본인의 이메일을 입력해주시기 바랍니다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>
              <a:lnSpc>
                <a:spcPct val="140000"/>
              </a:lnSpc>
            </a:pP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회의 녹화 시 녹화 파일을 다운로드할 수 있는 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URL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 이메일로 전송 됩니다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  <a:endParaRPr lang="ko-KR" altLang="en-US" sz="10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40000"/>
              </a:lnSpc>
            </a:pP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비밀번호 재설정의 경우 재설정 링크가 이메일로 전송 됩니다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  <a:endParaRPr lang="ko-KR" altLang="en-US" sz="10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3CE50B-90EB-468B-9C9D-987E8785B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F5712-77C1-483E-AF6C-501D64E640ED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0E7645A-424A-4043-A8FA-02BA90DE6B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758" y="3689255"/>
            <a:ext cx="2989217" cy="338554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EF1681FE-20D6-0741-A3BE-C234BAD1F6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8833" y="3286085"/>
            <a:ext cx="2257680" cy="5895312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6C1E02E4-D13D-634E-8CC2-DC5E18185EE1}"/>
              </a:ext>
            </a:extLst>
          </p:cNvPr>
          <p:cNvSpPr/>
          <p:nvPr/>
        </p:nvSpPr>
        <p:spPr>
          <a:xfrm>
            <a:off x="1385253" y="3633079"/>
            <a:ext cx="762000" cy="407021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7" name="오른쪽 화살표[R] 16">
            <a:extLst>
              <a:ext uri="{FF2B5EF4-FFF2-40B4-BE49-F238E27FC236}">
                <a16:creationId xmlns:a16="http://schemas.microsoft.com/office/drawing/2014/main" id="{B5E42A3F-9CEE-D949-8718-8750E6C2E491}"/>
              </a:ext>
            </a:extLst>
          </p:cNvPr>
          <p:cNvSpPr/>
          <p:nvPr/>
        </p:nvSpPr>
        <p:spPr>
          <a:xfrm>
            <a:off x="3678249" y="3765913"/>
            <a:ext cx="168058" cy="14135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7993782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그림 38">
            <a:extLst>
              <a:ext uri="{FF2B5EF4-FFF2-40B4-BE49-F238E27FC236}">
                <a16:creationId xmlns:a16="http://schemas.microsoft.com/office/drawing/2014/main" id="{2325DA70-C93B-6F4F-B27D-5F427FF201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7013" y="463976"/>
            <a:ext cx="3860429" cy="3036803"/>
          </a:xfrm>
          <a:prstGeom prst="rect">
            <a:avLst/>
          </a:prstGeom>
          <a:ln>
            <a:noFill/>
          </a:ln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D0226D59-3085-CA46-A318-DFD2886268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512" y="952920"/>
            <a:ext cx="2257970" cy="151449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0EDA30D-8D62-4343-B990-02CA2FCC437A}"/>
              </a:ext>
            </a:extLst>
          </p:cNvPr>
          <p:cNvSpPr txBox="1"/>
          <p:nvPr/>
        </p:nvSpPr>
        <p:spPr>
          <a:xfrm>
            <a:off x="209005" y="428704"/>
            <a:ext cx="26386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이메일 인증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AB22A0-0DF0-47BA-9381-F1D856A9DC7B}"/>
              </a:ext>
            </a:extLst>
          </p:cNvPr>
          <p:cNvSpPr txBox="1"/>
          <p:nvPr/>
        </p:nvSpPr>
        <p:spPr>
          <a:xfrm>
            <a:off x="287383" y="3638828"/>
            <a:ext cx="6361611" cy="16271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회원가입 후에는 이메일 인증이 요구되며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</a:p>
          <a:p>
            <a:pPr>
              <a:lnSpc>
                <a:spcPct val="140000"/>
              </a:lnSpc>
            </a:pP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로그인된</a:t>
            </a:r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계정</a:t>
            </a: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- [</a:t>
            </a:r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계정 설정</a:t>
            </a: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- [</a:t>
            </a:r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인증 메일 보내기</a:t>
            </a: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선택하여 이메일로 전달된 </a:t>
            </a:r>
            <a:endParaRPr lang="en-US" altLang="ko-KR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40000"/>
              </a:lnSpc>
            </a:pP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인증 절차에 따라 인증을 진행할 수 있습니다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>
              <a:lnSpc>
                <a:spcPct val="140000"/>
              </a:lnSpc>
            </a:pPr>
            <a:endParaRPr lang="en-US" altLang="ko-KR" sz="5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40000"/>
              </a:lnSpc>
            </a:pP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이메일 인증이 되지 않은 계정은 계정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실명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 붉은색 아이콘이 표출됩니다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  <a:endParaRPr lang="ko-KR" altLang="en-US" sz="10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40000"/>
              </a:lnSpc>
            </a:pP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인증 완료 후에는 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인증 메일 보내기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버튼 비활성화됩니다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>
              <a:lnSpc>
                <a:spcPct val="140000"/>
              </a:lnSpc>
            </a:pP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SNS </a:t>
            </a:r>
            <a:r>
              <a:rPr lang="ko-KR" altLang="en-US" sz="105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연동계정은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이메일 인증 </a:t>
            </a:r>
            <a:r>
              <a:rPr lang="ko-KR" altLang="en-US" sz="105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자동완료되어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인증 메일 보내기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버튼 비활성화됩니다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3CE50B-90EB-468B-9C9D-987E8785B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F5712-77C1-483E-AF6C-501D64E640ED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38247B-7516-6148-9899-BA7B4373FB90}"/>
              </a:ext>
            </a:extLst>
          </p:cNvPr>
          <p:cNvSpPr txBox="1"/>
          <p:nvPr/>
        </p:nvSpPr>
        <p:spPr>
          <a:xfrm>
            <a:off x="287383" y="6128605"/>
            <a:ext cx="6361612" cy="10953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로그인된</a:t>
            </a:r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계정</a:t>
            </a: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- [</a:t>
            </a:r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계정 설정</a:t>
            </a: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을 선택하여 </a:t>
            </a:r>
            <a:r>
              <a:rPr lang="ko-KR" altLang="en-US" sz="1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로그인된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계정 정보를 변경하실 수 있습니다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>
              <a:lnSpc>
                <a:spcPct val="140000"/>
              </a:lnSpc>
            </a:pPr>
            <a:endParaRPr lang="en-US" altLang="ko-KR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40000"/>
              </a:lnSpc>
            </a:pP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회원 탈퇴를 원하시는 경우 </a:t>
            </a: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회원 탈퇴</a:t>
            </a: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선택하여 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Vmeeting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회원 탈퇴를 하실 수 있습니다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</a:t>
            </a:r>
            <a:endParaRPr lang="ko-KR" alt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EC429C0-C389-7E42-BEC3-351E64BD3BED}"/>
              </a:ext>
            </a:extLst>
          </p:cNvPr>
          <p:cNvSpPr txBox="1"/>
          <p:nvPr/>
        </p:nvSpPr>
        <p:spPr>
          <a:xfrm>
            <a:off x="264219" y="5671690"/>
            <a:ext cx="26386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계정 설정 및 회원 탈퇴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9F58BA4-D5CF-E94E-B4DB-BAD2EE4DBADC}"/>
              </a:ext>
            </a:extLst>
          </p:cNvPr>
          <p:cNvSpPr/>
          <p:nvPr/>
        </p:nvSpPr>
        <p:spPr>
          <a:xfrm>
            <a:off x="1286343" y="1599236"/>
            <a:ext cx="744339" cy="250872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231C6C8-87A4-2B42-A3B2-88E2FC8D4708}"/>
              </a:ext>
            </a:extLst>
          </p:cNvPr>
          <p:cNvSpPr/>
          <p:nvPr/>
        </p:nvSpPr>
        <p:spPr>
          <a:xfrm>
            <a:off x="2737013" y="1982377"/>
            <a:ext cx="843172" cy="422558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2" name="오른쪽 화살표[R] 11">
            <a:extLst>
              <a:ext uri="{FF2B5EF4-FFF2-40B4-BE49-F238E27FC236}">
                <a16:creationId xmlns:a16="http://schemas.microsoft.com/office/drawing/2014/main" id="{1EB79B9F-F619-2A4E-A79D-FB9E27C9535B}"/>
              </a:ext>
            </a:extLst>
          </p:cNvPr>
          <p:cNvSpPr/>
          <p:nvPr/>
        </p:nvSpPr>
        <p:spPr>
          <a:xfrm>
            <a:off x="2519690" y="1568814"/>
            <a:ext cx="168058" cy="14135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3213348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3CE50B-90EB-468B-9C9D-987E8785B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F5712-77C1-483E-AF6C-501D64E640ED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26896C-C509-B04C-8BDF-C1B94AF0CDBA}"/>
              </a:ext>
            </a:extLst>
          </p:cNvPr>
          <p:cNvSpPr txBox="1"/>
          <p:nvPr/>
        </p:nvSpPr>
        <p:spPr>
          <a:xfrm>
            <a:off x="257143" y="405303"/>
            <a:ext cx="26386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로그인 </a:t>
            </a:r>
            <a:r>
              <a:rPr lang="en-US" altLang="ko-KR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(SNS</a:t>
            </a:r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계정 로그인</a:t>
            </a:r>
            <a:r>
              <a:rPr lang="en-US" altLang="ko-KR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)</a:t>
            </a:r>
            <a:endParaRPr lang="ko-KR" altLang="en-US" sz="1600" dirty="0">
              <a:solidFill>
                <a:srgbClr val="1D6B9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D1783B-3C42-5C44-B270-6270434679C1}"/>
              </a:ext>
            </a:extLst>
          </p:cNvPr>
          <p:cNvSpPr txBox="1"/>
          <p:nvPr/>
        </p:nvSpPr>
        <p:spPr>
          <a:xfrm>
            <a:off x="209008" y="886216"/>
            <a:ext cx="3180806" cy="3809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새로운 회의를 생성하기 위해서는 로그인이 필요합니다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>
              <a:lnSpc>
                <a:spcPct val="140000"/>
              </a:lnSpc>
            </a:pPr>
            <a:endParaRPr lang="en-US" altLang="ko-KR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40000"/>
              </a:lnSpc>
            </a:pP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SNS</a:t>
            </a:r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계정 로그인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또는 </a:t>
            </a:r>
            <a:endParaRPr lang="en-US" altLang="ko-KR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40000"/>
              </a:lnSpc>
            </a:pPr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가입한 아이디</a:t>
            </a: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이메일</a:t>
            </a: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과 비밀번호 입력 후 로그인 하실 수 있으며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비밀번호를 잊으신 경우 </a:t>
            </a: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비밀번호 재설정</a:t>
            </a: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선택하여 안내 절차에 따라 비밀번호를 재설정 하실 수 있습니다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</a:t>
            </a:r>
          </a:p>
          <a:p>
            <a:pPr>
              <a:lnSpc>
                <a:spcPct val="140000"/>
              </a:lnSpc>
            </a:pPr>
            <a:endParaRPr lang="en-US" altLang="ko-KR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40000"/>
              </a:lnSpc>
            </a:pP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회의 참가자의 경우 </a:t>
            </a:r>
            <a:r>
              <a:rPr lang="ko-KR" altLang="en-US" sz="105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로그인을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하지 않아도 회의 참석 가능합니다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</a:t>
            </a:r>
          </a:p>
          <a:p>
            <a:pPr>
              <a:lnSpc>
                <a:spcPct val="140000"/>
              </a:lnSpc>
            </a:pP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아이디 또는 이메일을 잊으신 경우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신규 이메일 주소와 아이디로 다시 회원가입 해주시기 바랍니다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</a:t>
            </a:r>
            <a:endParaRPr lang="ko-KR" alt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AF0628CF-07C1-CF49-B136-A02C168488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9889" y="903516"/>
            <a:ext cx="2989217" cy="338554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4FA453B5-EA72-D049-8994-10F9D79BBB91}"/>
              </a:ext>
            </a:extLst>
          </p:cNvPr>
          <p:cNvSpPr/>
          <p:nvPr/>
        </p:nvSpPr>
        <p:spPr>
          <a:xfrm>
            <a:off x="5315306" y="886216"/>
            <a:ext cx="682412" cy="338555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3" name="오른쪽 화살표[R] 12">
            <a:extLst>
              <a:ext uri="{FF2B5EF4-FFF2-40B4-BE49-F238E27FC236}">
                <a16:creationId xmlns:a16="http://schemas.microsoft.com/office/drawing/2014/main" id="{E69E7EEA-0AD9-A640-95EA-3CC35D3724D8}"/>
              </a:ext>
            </a:extLst>
          </p:cNvPr>
          <p:cNvSpPr/>
          <p:nvPr/>
        </p:nvSpPr>
        <p:spPr>
          <a:xfrm rot="5400000">
            <a:off x="4872359" y="1384392"/>
            <a:ext cx="156440" cy="145365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D57EA4B-1422-0942-9C17-6A5104ECFCB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73"/>
          <a:stretch/>
        </p:blipFill>
        <p:spPr>
          <a:xfrm>
            <a:off x="3519889" y="1726994"/>
            <a:ext cx="2866624" cy="3600717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1074220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1EBE71DB-DFAB-473A-9822-FB76EC9C1ED9}"/>
              </a:ext>
            </a:extLst>
          </p:cNvPr>
          <p:cNvGrpSpPr/>
          <p:nvPr/>
        </p:nvGrpSpPr>
        <p:grpSpPr>
          <a:xfrm>
            <a:off x="-6083" y="-13063"/>
            <a:ext cx="6876000" cy="2625891"/>
            <a:chOff x="-13063" y="-13063"/>
            <a:chExt cx="6876000" cy="2625891"/>
          </a:xfrm>
        </p:grpSpPr>
        <p:pic>
          <p:nvPicPr>
            <p:cNvPr id="8" name="그림 7" descr="텍스트이(가) 표시된 사진&#10;&#10;자동 생성된 설명">
              <a:extLst>
                <a:ext uri="{FF2B5EF4-FFF2-40B4-BE49-F238E27FC236}">
                  <a16:creationId xmlns:a16="http://schemas.microsoft.com/office/drawing/2014/main" id="{780F336E-B268-4F78-A613-F1B21F1C6388}"/>
                </a:ext>
              </a:extLst>
            </p:cNvPr>
            <p:cNvPicPr>
              <a:picLocks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3063" y="-13063"/>
              <a:ext cx="6876000" cy="26136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0B8B675-5D88-4DDE-80EA-9C407AE10426}"/>
                </a:ext>
              </a:extLst>
            </p:cNvPr>
            <p:cNvSpPr txBox="1"/>
            <p:nvPr/>
          </p:nvSpPr>
          <p:spPr>
            <a:xfrm>
              <a:off x="492326" y="366245"/>
              <a:ext cx="55789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v2.2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3BA863C-5868-4964-A31C-578A20FA66B4}"/>
                </a:ext>
              </a:extLst>
            </p:cNvPr>
            <p:cNvSpPr txBox="1"/>
            <p:nvPr/>
          </p:nvSpPr>
          <p:spPr>
            <a:xfrm>
              <a:off x="-9000" y="2358912"/>
              <a:ext cx="101890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PC </a:t>
              </a:r>
              <a:r>
                <a:rPr lang="ko-KR" altLang="en-US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가이드</a:t>
              </a:r>
              <a:endPara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851B0305-14A4-4ADF-8943-C96958C330D2}"/>
              </a:ext>
            </a:extLst>
          </p:cNvPr>
          <p:cNvSpPr txBox="1"/>
          <p:nvPr/>
        </p:nvSpPr>
        <p:spPr>
          <a:xfrm>
            <a:off x="1234441" y="928236"/>
            <a:ext cx="43891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설정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EDA30D-8D62-4343-B990-02CA2FCC437A}"/>
              </a:ext>
            </a:extLst>
          </p:cNvPr>
          <p:cNvSpPr txBox="1"/>
          <p:nvPr/>
        </p:nvSpPr>
        <p:spPr>
          <a:xfrm>
            <a:off x="209005" y="2947531"/>
            <a:ext cx="26386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설정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AB22A0-0DF0-47BA-9381-F1D856A9DC7B}"/>
              </a:ext>
            </a:extLst>
          </p:cNvPr>
          <p:cNvSpPr txBox="1"/>
          <p:nvPr/>
        </p:nvSpPr>
        <p:spPr>
          <a:xfrm>
            <a:off x="209005" y="3483152"/>
            <a:ext cx="2442755" cy="2129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회의 참가에 필요한 설정을 확인 및 변경할 수 있습니다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>
              <a:lnSpc>
                <a:spcPct val="140000"/>
              </a:lnSpc>
            </a:pPr>
            <a:endParaRPr lang="en-US" altLang="ko-KR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40000"/>
              </a:lnSpc>
            </a:pP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Vmeeting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메인 화면에서 </a:t>
            </a: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설정</a:t>
            </a: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을 선택하여 카메라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마이크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스피커 등의 장치 설정과 프로필 설정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알림음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설정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기타 설정을 변경할 수 있습니다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3CE50B-90EB-468B-9C9D-987E8785B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F5712-77C1-483E-AF6C-501D64E640ED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669A935-26DA-46B1-8B4D-D375F891A9EC}"/>
              </a:ext>
            </a:extLst>
          </p:cNvPr>
          <p:cNvSpPr txBox="1"/>
          <p:nvPr/>
        </p:nvSpPr>
        <p:spPr>
          <a:xfrm>
            <a:off x="3596427" y="6315128"/>
            <a:ext cx="26386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D6B9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rPr>
              <a:t>장치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5A494E-7C20-4A57-93DF-9E5F7121D21B}"/>
              </a:ext>
            </a:extLst>
          </p:cNvPr>
          <p:cNvSpPr txBox="1"/>
          <p:nvPr/>
        </p:nvSpPr>
        <p:spPr>
          <a:xfrm>
            <a:off x="3635064" y="6692002"/>
            <a:ext cx="3170778" cy="20433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카메라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오디오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마이크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오디오출력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스피커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을 설정하는 메뉴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영상 화면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카메라 동작 확인</a:t>
            </a:r>
          </a:p>
          <a:p>
            <a:pPr marR="0" lvl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음성 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입력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</a:p>
          <a:p>
            <a:pPr marR="0" lvl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음성 입력 상태에 따른 게이지 표시</a:t>
            </a:r>
          </a:p>
          <a:p>
            <a:pPr marR="0" lvl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테스트 사운드 재생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테스트 사운드가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</a:t>
            </a:r>
          </a:p>
          <a:p>
            <a:pPr marR="0" lvl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재생되어 스피커 동작 확인 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B658FAA-E0EA-8B40-8C73-63ECC685FF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5558" y="3463951"/>
            <a:ext cx="3786633" cy="1578524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4CC4EDB0-3143-3741-95D3-B2CC328524C9}"/>
              </a:ext>
            </a:extLst>
          </p:cNvPr>
          <p:cNvSpPr txBox="1"/>
          <p:nvPr/>
        </p:nvSpPr>
        <p:spPr>
          <a:xfrm>
            <a:off x="209004" y="5558996"/>
            <a:ext cx="5277395" cy="319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회의 중 하단 </a:t>
            </a:r>
            <a:r>
              <a:rPr lang="ko-KR" altLang="en-US" sz="1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메뉴바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추가액션</a:t>
            </a: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- [</a:t>
            </a:r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설정</a:t>
            </a: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에서도 설정하실 수 있습니다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</a:t>
            </a:r>
            <a:endParaRPr lang="ko-KR" alt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318CBB7-E4D8-6944-A251-F3761A484D43}"/>
              </a:ext>
            </a:extLst>
          </p:cNvPr>
          <p:cNvSpPr/>
          <p:nvPr/>
        </p:nvSpPr>
        <p:spPr>
          <a:xfrm>
            <a:off x="5717098" y="3528022"/>
            <a:ext cx="682412" cy="338555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BE66FFD7-0AB9-C041-96C3-296B304878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73" y="6735432"/>
            <a:ext cx="3362953" cy="2270565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2EC452CF-5784-6A44-A76B-BF5EB11DACEE}"/>
              </a:ext>
            </a:extLst>
          </p:cNvPr>
          <p:cNvSpPr/>
          <p:nvPr/>
        </p:nvSpPr>
        <p:spPr>
          <a:xfrm>
            <a:off x="207715" y="7227320"/>
            <a:ext cx="480383" cy="319768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3316845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E8796C3-2F00-4B9B-B3A2-AB85FBAD5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F5712-77C1-483E-AF6C-501D64E640ED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C88C6B-B935-4E51-B419-1C2797BEF33A}"/>
              </a:ext>
            </a:extLst>
          </p:cNvPr>
          <p:cNvSpPr txBox="1"/>
          <p:nvPr/>
        </p:nvSpPr>
        <p:spPr>
          <a:xfrm>
            <a:off x="3429000" y="493593"/>
            <a:ext cx="26386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D6B9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rPr>
              <a:t>프로필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D01058-159E-4CDC-B946-3903BC13F299}"/>
              </a:ext>
            </a:extLst>
          </p:cNvPr>
          <p:cNvSpPr txBox="1"/>
          <p:nvPr/>
        </p:nvSpPr>
        <p:spPr>
          <a:xfrm>
            <a:off x="3429000" y="819732"/>
            <a:ext cx="3170778" cy="1009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이름 및 이메일을 설정하는 메뉴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이름 설정 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회의에 사용되는 이름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이메일 설정 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회의에 사용되는 이메일 </a:t>
            </a:r>
            <a:endParaRPr kumimoji="0" lang="en-US" altLang="ko-KR" sz="12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7B04C4-E7CC-4284-9CCD-FCD13E55EF14}"/>
              </a:ext>
            </a:extLst>
          </p:cNvPr>
          <p:cNvSpPr txBox="1"/>
          <p:nvPr/>
        </p:nvSpPr>
        <p:spPr>
          <a:xfrm>
            <a:off x="258222" y="3085821"/>
            <a:ext cx="26386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D6B9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rPr>
              <a:t>알림음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1D6B91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34FBF1-D9F8-4232-A16C-81A542B741EB}"/>
              </a:ext>
            </a:extLst>
          </p:cNvPr>
          <p:cNvSpPr txBox="1"/>
          <p:nvPr/>
        </p:nvSpPr>
        <p:spPr>
          <a:xfrm>
            <a:off x="258222" y="3411960"/>
            <a:ext cx="3170778" cy="28189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회의에서 이벤트 발생 시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알림음을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설정하는 메뉴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리액션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회의 내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리액션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발생 시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리액션음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수신 메시지 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메시지가 수신될 때 </a:t>
            </a:r>
            <a:r>
              <a:rPr kumimoji="0" lang="ko-KR" altLang="en-US" sz="12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알림음</a:t>
            </a:r>
            <a:endParaRPr kumimoji="0" lang="ko-KR" altLang="en-US" sz="12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R="0" lvl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참석자 참석 시 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</a:p>
          <a:p>
            <a:pPr marR="0" lvl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참석자가 회의 참석 시 </a:t>
            </a:r>
            <a:r>
              <a:rPr kumimoji="0" lang="ko-KR" altLang="en-US" sz="12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알림음</a:t>
            </a:r>
            <a:endParaRPr kumimoji="0" lang="ko-KR" altLang="en-US" sz="12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R="0" lvl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참석자 퇴장 시 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</a:p>
          <a:p>
            <a:pPr marR="0" lvl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참석자가 회의 퇴장 시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알림음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R="0" lvl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음소거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상태로 대화 중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음소거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상태에서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</a:p>
          <a:p>
            <a:pPr marR="0" lvl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음성이 감지되었을 때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알림음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9862D6A-5B81-4335-9030-EA8B88BDCF0B}"/>
              </a:ext>
            </a:extLst>
          </p:cNvPr>
          <p:cNvSpPr txBox="1"/>
          <p:nvPr/>
        </p:nvSpPr>
        <p:spPr>
          <a:xfrm>
            <a:off x="3429000" y="6563296"/>
            <a:ext cx="26386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D6B9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rPr>
              <a:t>기타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4207C61-02C2-4B81-BC69-55AD054BF666}"/>
              </a:ext>
            </a:extLst>
          </p:cNvPr>
          <p:cNvSpPr txBox="1"/>
          <p:nvPr/>
        </p:nvSpPr>
        <p:spPr>
          <a:xfrm>
            <a:off x="3429000" y="6876372"/>
            <a:ext cx="3170778" cy="17847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알림 표시 사용 여부 및 언어를 설정하는 메뉴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R="0" lvl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채팅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메세지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</a:p>
          <a:p>
            <a:pPr marR="0" lvl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채팅 </a:t>
            </a:r>
            <a:r>
              <a:rPr lang="ko-KR" altLang="en-US" sz="1200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메세지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알림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표시 발생 여부 설정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R="0" lvl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언어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사용할 언어 설정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CF64FE2-C294-CD47-997E-12065B008F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222" y="951316"/>
            <a:ext cx="3043646" cy="175379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547D699-0E8F-0847-BCB9-06DC2BF2AB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4029" y="3424375"/>
            <a:ext cx="3043646" cy="1825168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1F4488FE-6373-0A43-B19D-FA908C5C68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497" y="7015935"/>
            <a:ext cx="3043646" cy="1437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4476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3657375A-7D07-4FCE-9AF7-43BBED398CC8}"/>
              </a:ext>
            </a:extLst>
          </p:cNvPr>
          <p:cNvGrpSpPr/>
          <p:nvPr/>
        </p:nvGrpSpPr>
        <p:grpSpPr>
          <a:xfrm>
            <a:off x="-6083" y="-13063"/>
            <a:ext cx="6876000" cy="2625891"/>
            <a:chOff x="-13063" y="-13063"/>
            <a:chExt cx="6876000" cy="2625891"/>
          </a:xfrm>
        </p:grpSpPr>
        <p:pic>
          <p:nvPicPr>
            <p:cNvPr id="8" name="그림 7" descr="텍스트이(가) 표시된 사진&#10;&#10;자동 생성된 설명">
              <a:extLst>
                <a:ext uri="{FF2B5EF4-FFF2-40B4-BE49-F238E27FC236}">
                  <a16:creationId xmlns:a16="http://schemas.microsoft.com/office/drawing/2014/main" id="{780F336E-B268-4F78-A613-F1B21F1C6388}"/>
                </a:ext>
              </a:extLst>
            </p:cNvPr>
            <p:cNvPicPr>
              <a:picLocks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3063" y="-13063"/>
              <a:ext cx="6876000" cy="2613600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BACEF75-0FDF-4E35-9684-30968A601DDC}"/>
                </a:ext>
              </a:extLst>
            </p:cNvPr>
            <p:cNvSpPr txBox="1"/>
            <p:nvPr/>
          </p:nvSpPr>
          <p:spPr>
            <a:xfrm>
              <a:off x="492326" y="366245"/>
              <a:ext cx="55789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v2.2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36243EB-2309-455A-9AAA-4BE1EFFDDEEE}"/>
                </a:ext>
              </a:extLst>
            </p:cNvPr>
            <p:cNvSpPr txBox="1"/>
            <p:nvPr/>
          </p:nvSpPr>
          <p:spPr>
            <a:xfrm>
              <a:off x="-9000" y="2358912"/>
              <a:ext cx="101890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PC</a:t>
              </a:r>
              <a:r>
                <a:rPr lang="ko-KR" altLang="en-US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가이드</a:t>
              </a:r>
              <a:endPara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851B0305-14A4-4ADF-8943-C96958C330D2}"/>
              </a:ext>
            </a:extLst>
          </p:cNvPr>
          <p:cNvSpPr txBox="1"/>
          <p:nvPr/>
        </p:nvSpPr>
        <p:spPr>
          <a:xfrm>
            <a:off x="1234441" y="928236"/>
            <a:ext cx="43891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회의 생성 및 초대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AB22A0-0DF0-47BA-9381-F1D856A9DC7B}"/>
              </a:ext>
            </a:extLst>
          </p:cNvPr>
          <p:cNvSpPr txBox="1"/>
          <p:nvPr/>
        </p:nvSpPr>
        <p:spPr>
          <a:xfrm>
            <a:off x="209006" y="3213366"/>
            <a:ext cx="6444358" cy="13610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별도의 설치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진입없이 메인 화면에서 바로 회의 생성이 가능합니다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>
              <a:lnSpc>
                <a:spcPct val="140000"/>
              </a:lnSpc>
            </a:pPr>
            <a:endParaRPr lang="en-US" altLang="ko-KR" sz="1200" dirty="0">
              <a:ea typeface="나눔바른고딕" panose="020B0603020101020101" pitchFamily="50" charset="-127"/>
            </a:endParaRPr>
          </a:p>
          <a:p>
            <a:pPr>
              <a:lnSpc>
                <a:spcPct val="140000"/>
              </a:lnSpc>
            </a:pPr>
            <a:r>
              <a:rPr lang="ko-KR" altLang="en-US" sz="1200" dirty="0">
                <a:ea typeface="나눔바른고딕" panose="020B0603020101020101" pitchFamily="50" charset="-127"/>
              </a:rPr>
              <a:t>메인 화면의 회의 생성 영역에 회의 이름을 입력하시고 </a:t>
            </a:r>
            <a:r>
              <a:rPr lang="en-US" altLang="ko-KR" sz="1200" b="1" dirty="0"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>
                <a:ea typeface="나눔바른고딕" panose="020B0603020101020101" pitchFamily="50" charset="-127"/>
              </a:rPr>
              <a:t>회의 생성</a:t>
            </a:r>
            <a:r>
              <a:rPr lang="en-US" altLang="ko-KR" sz="1200" b="1" dirty="0">
                <a:ea typeface="나눔바른고딕" panose="020B0603020101020101" pitchFamily="50" charset="-127"/>
              </a:rPr>
              <a:t>]</a:t>
            </a:r>
            <a:r>
              <a:rPr lang="ko-KR" altLang="en-US" sz="1200" dirty="0">
                <a:ea typeface="나눔바른고딕" panose="020B0603020101020101" pitchFamily="50" charset="-127"/>
              </a:rPr>
              <a:t> 선택하시면  회의가 생성되며</a:t>
            </a:r>
            <a:r>
              <a:rPr lang="en-US" altLang="ko-KR" sz="1200" dirty="0">
                <a:ea typeface="나눔바른고딕" panose="020B0603020101020101" pitchFamily="50" charset="-127"/>
              </a:rPr>
              <a:t>,</a:t>
            </a:r>
            <a:r>
              <a:rPr lang="ko-KR" altLang="en-US" sz="1200" dirty="0">
                <a:ea typeface="나눔바른고딕" panose="020B0603020101020101" pitchFamily="50" charset="-127"/>
              </a:rPr>
              <a:t> 생성된 회의에 자동 </a:t>
            </a:r>
            <a:r>
              <a:rPr lang="ko-KR" altLang="en-US" sz="1200" dirty="0" err="1">
                <a:ea typeface="나눔바른고딕" panose="020B0603020101020101" pitchFamily="50" charset="-127"/>
              </a:rPr>
              <a:t>입장되고</a:t>
            </a:r>
            <a:r>
              <a:rPr lang="ko-KR" altLang="en-US" sz="1200" dirty="0">
                <a:ea typeface="나눔바른고딕" panose="020B0603020101020101" pitchFamily="50" charset="-127"/>
              </a:rPr>
              <a:t> 방장 권한을 가지게 됩니다</a:t>
            </a:r>
            <a:r>
              <a:rPr lang="en-US" altLang="ko-KR" sz="1200" dirty="0">
                <a:ea typeface="나눔바른고딕" panose="020B0603020101020101" pitchFamily="50" charset="-127"/>
              </a:rPr>
              <a:t>.</a:t>
            </a:r>
          </a:p>
          <a:p>
            <a:pPr>
              <a:lnSpc>
                <a:spcPct val="140000"/>
              </a:lnSpc>
            </a:pPr>
            <a:endParaRPr lang="en-US" altLang="ko-KR" sz="1200" dirty="0">
              <a:ea typeface="나눔바른고딕" panose="020B0603020101020101" pitchFamily="50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3CE50B-90EB-468B-9C9D-987E8785B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F5712-77C1-483E-AF6C-501D64E640ED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0C4332B-0BE3-43D3-B272-64E426DECB70}"/>
              </a:ext>
            </a:extLst>
          </p:cNvPr>
          <p:cNvSpPr txBox="1"/>
          <p:nvPr/>
        </p:nvSpPr>
        <p:spPr>
          <a:xfrm>
            <a:off x="206328" y="5185706"/>
            <a:ext cx="6439990" cy="537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회의 이름은 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'_'(</a:t>
            </a:r>
            <a:r>
              <a:rPr lang="ko-KR" altLang="en-US" sz="105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언더바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와 숫자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한글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영어만 입력이 가능합니다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>
              <a:lnSpc>
                <a:spcPct val="140000"/>
              </a:lnSpc>
            </a:pP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별도의 이름 입력 없이 </a:t>
            </a:r>
            <a:r>
              <a:rPr lang="en-US" altLang="ko-KR" sz="105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05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회의 생성</a:t>
            </a:r>
            <a:r>
              <a:rPr lang="en-US" altLang="ko-KR" sz="105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선택하시면 임의 단어로 조합된 이름으로 회의가 생성됩니다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EDA30D-8D62-4343-B990-02CA2FCC437A}"/>
              </a:ext>
            </a:extLst>
          </p:cNvPr>
          <p:cNvSpPr txBox="1"/>
          <p:nvPr/>
        </p:nvSpPr>
        <p:spPr>
          <a:xfrm>
            <a:off x="209005" y="2806851"/>
            <a:ext cx="26386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Vmeeting </a:t>
            </a:r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회의 생성하기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82FCE86-1EAE-BD42-8E2F-7CA1F90526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306" y="5871552"/>
            <a:ext cx="5389363" cy="3561798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44831FF3-354D-E84D-BF2B-C1DF76E38864}"/>
              </a:ext>
            </a:extLst>
          </p:cNvPr>
          <p:cNvSpPr/>
          <p:nvPr/>
        </p:nvSpPr>
        <p:spPr>
          <a:xfrm>
            <a:off x="204636" y="4472230"/>
            <a:ext cx="5938833" cy="57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ko-KR" sz="1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※ </a:t>
            </a:r>
            <a:r>
              <a:rPr lang="ko-KR" altLang="en-US" sz="1200" dirty="0">
                <a:solidFill>
                  <a:srgbClr val="FF0000"/>
                </a:solidFill>
                <a:ea typeface="나눔바른고딕" panose="020B0603020101020101" pitchFamily="50" charset="-127"/>
              </a:rPr>
              <a:t>동일한 이름의 회의가 있을 경우 </a:t>
            </a:r>
            <a:r>
              <a:rPr lang="ko-KR" altLang="en-US" sz="1200" dirty="0" err="1">
                <a:solidFill>
                  <a:srgbClr val="FF0000"/>
                </a:solidFill>
                <a:ea typeface="나눔바른고딕" panose="020B0603020101020101" pitchFamily="50" charset="-127"/>
              </a:rPr>
              <a:t>동일명</a:t>
            </a:r>
            <a:r>
              <a:rPr lang="ko-KR" altLang="en-US" sz="1200" dirty="0">
                <a:solidFill>
                  <a:srgbClr val="FF0000"/>
                </a:solidFill>
                <a:ea typeface="나눔바른고딕" panose="020B0603020101020101" pitchFamily="50" charset="-127"/>
              </a:rPr>
              <a:t> 회의에 참가가 되오니 참고바랍니다</a:t>
            </a:r>
            <a:r>
              <a:rPr lang="en-US" altLang="ko-KR" sz="1200" dirty="0">
                <a:solidFill>
                  <a:srgbClr val="FF0000"/>
                </a:solidFill>
                <a:ea typeface="나눔바른고딕" panose="020B0603020101020101" pitchFamily="50" charset="-127"/>
              </a:rPr>
              <a:t>.</a:t>
            </a:r>
          </a:p>
          <a:p>
            <a:pPr>
              <a:lnSpc>
                <a:spcPct val="140000"/>
              </a:lnSpc>
            </a:pPr>
            <a:r>
              <a:rPr lang="en-US" altLang="ko-KR" sz="1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※ </a:t>
            </a:r>
            <a:r>
              <a:rPr lang="ko-KR" altLang="en-US" sz="1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회원가입 후 로그인 하셔야 회의 생성 가능합니다</a:t>
            </a:r>
            <a:r>
              <a:rPr lang="en-US" altLang="ko-KR" sz="1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684F5FF-8012-A94B-BDF1-6EBC6A73A12C}"/>
              </a:ext>
            </a:extLst>
          </p:cNvPr>
          <p:cNvSpPr/>
          <p:nvPr/>
        </p:nvSpPr>
        <p:spPr>
          <a:xfrm>
            <a:off x="520572" y="7648148"/>
            <a:ext cx="2839493" cy="645243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1605667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F0EDA30D-8D62-4343-B990-02CA2FCC437A}"/>
              </a:ext>
            </a:extLst>
          </p:cNvPr>
          <p:cNvSpPr txBox="1"/>
          <p:nvPr/>
        </p:nvSpPr>
        <p:spPr>
          <a:xfrm>
            <a:off x="209005" y="392843"/>
            <a:ext cx="26386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D6B9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rPr>
              <a:t>회의 초대하기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8C8DB20-4DD9-466D-8006-12979EC8B927}"/>
              </a:ext>
            </a:extLst>
          </p:cNvPr>
          <p:cNvSpPr txBox="1"/>
          <p:nvPr/>
        </p:nvSpPr>
        <p:spPr>
          <a:xfrm>
            <a:off x="4625893" y="832196"/>
            <a:ext cx="2018425" cy="1870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하단 메뉴바의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참석자 목록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을 선택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참석자 목록 창에서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초대하기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기능을 통해 다양한 방법으로 회의에 초대하실 수 있습니다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1EB23B3-0C65-4060-92CA-B5E4EF8E7A37}"/>
              </a:ext>
            </a:extLst>
          </p:cNvPr>
          <p:cNvSpPr txBox="1"/>
          <p:nvPr/>
        </p:nvSpPr>
        <p:spPr>
          <a:xfrm>
            <a:off x="74681" y="9086960"/>
            <a:ext cx="4778537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*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'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기타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회의 삽입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'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페이지를 참고해주세요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E8796C3-2F00-4B9B-B3A2-AB85FBAD5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F5712-77C1-483E-AF6C-501D64E640ED}" type="slidenum">
              <a:rPr lang="ko-KR" altLang="en-US" smtClean="0"/>
              <a:t>12</a:t>
            </a:fld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A38AB383-F526-423F-829E-4C7652572C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4666" y="6716684"/>
            <a:ext cx="1913849" cy="2144599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D3E6594E-64F8-4E9D-8564-445A4A3E9F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4666" y="4105247"/>
            <a:ext cx="1913849" cy="2007598"/>
          </a:xfrm>
          <a:prstGeom prst="rect">
            <a:avLst/>
          </a:prstGeom>
          <a:effectLst/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25FCEAA-58AE-4FD8-91C4-217511B402E1}"/>
              </a:ext>
            </a:extLst>
          </p:cNvPr>
          <p:cNvSpPr txBox="1"/>
          <p:nvPr/>
        </p:nvSpPr>
        <p:spPr>
          <a:xfrm>
            <a:off x="4625893" y="4017933"/>
            <a:ext cx="2018425" cy="1612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회의 링크를 복사하여 카카오톡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라인 등 메신저에 공유할 수 있으며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링크를 통해 바로 회의에 참여하실 수 있습니다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0081BD5-18CA-4F66-9908-D6EFBBABFD5C}"/>
              </a:ext>
            </a:extLst>
          </p:cNvPr>
          <p:cNvSpPr txBox="1"/>
          <p:nvPr/>
        </p:nvSpPr>
        <p:spPr>
          <a:xfrm>
            <a:off x="4605775" y="6723653"/>
            <a:ext cx="2018425" cy="13538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회의 초대장 공유 기능으로 기본 제공되는 여러 이메일을 통해 회의 링크를 공유할 수 있습니다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BF7DE84-2405-D64E-8769-9C8407A718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145" y="908690"/>
            <a:ext cx="3578253" cy="2730228"/>
          </a:xfrm>
          <a:prstGeom prst="rect">
            <a:avLst/>
          </a:prstGeom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D8F64003-1D99-7745-9770-B13F38CEFC98}"/>
              </a:ext>
            </a:extLst>
          </p:cNvPr>
          <p:cNvSpPr/>
          <p:nvPr/>
        </p:nvSpPr>
        <p:spPr>
          <a:xfrm>
            <a:off x="3184061" y="1255557"/>
            <a:ext cx="1338271" cy="287867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4" name="오른쪽 화살표[R] 23">
            <a:extLst>
              <a:ext uri="{FF2B5EF4-FFF2-40B4-BE49-F238E27FC236}">
                <a16:creationId xmlns:a16="http://schemas.microsoft.com/office/drawing/2014/main" id="{366B17C7-B0DA-7F4F-9883-0E0328B369C9}"/>
              </a:ext>
            </a:extLst>
          </p:cNvPr>
          <p:cNvSpPr/>
          <p:nvPr/>
        </p:nvSpPr>
        <p:spPr>
          <a:xfrm rot="8696382">
            <a:off x="2810441" y="1603456"/>
            <a:ext cx="258380" cy="156291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AFD68E74-E853-094F-B6A5-37D57EA2B13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005" y="1169448"/>
            <a:ext cx="2458118" cy="2352057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F11A3A12-2787-5E4F-AFD2-83EF196D8E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842" y="4105247"/>
            <a:ext cx="2098126" cy="2007598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330CDEA2-D927-AC43-A30B-D9D8D986C2E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842" y="6716684"/>
            <a:ext cx="2098126" cy="2145690"/>
          </a:xfrm>
          <a:prstGeom prst="rect">
            <a:avLst/>
          </a:prstGeom>
        </p:spPr>
      </p:pic>
      <p:sp>
        <p:nvSpPr>
          <p:cNvPr id="33" name="직사각형 32">
            <a:extLst>
              <a:ext uri="{FF2B5EF4-FFF2-40B4-BE49-F238E27FC236}">
                <a16:creationId xmlns:a16="http://schemas.microsoft.com/office/drawing/2014/main" id="{A7FCE509-0C00-AB48-AF06-19956DB83924}"/>
              </a:ext>
            </a:extLst>
          </p:cNvPr>
          <p:cNvSpPr/>
          <p:nvPr/>
        </p:nvSpPr>
        <p:spPr>
          <a:xfrm>
            <a:off x="155733" y="4669132"/>
            <a:ext cx="2154344" cy="385440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E513D142-132F-454E-B406-427367974B77}"/>
              </a:ext>
            </a:extLst>
          </p:cNvPr>
          <p:cNvSpPr/>
          <p:nvPr/>
        </p:nvSpPr>
        <p:spPr>
          <a:xfrm>
            <a:off x="148992" y="7579495"/>
            <a:ext cx="2154344" cy="604306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1" name="오른쪽 화살표[R] 20">
            <a:extLst>
              <a:ext uri="{FF2B5EF4-FFF2-40B4-BE49-F238E27FC236}">
                <a16:creationId xmlns:a16="http://schemas.microsoft.com/office/drawing/2014/main" id="{BE3647B6-255F-4E4C-923D-96CD55CE0ECB}"/>
              </a:ext>
            </a:extLst>
          </p:cNvPr>
          <p:cNvSpPr/>
          <p:nvPr/>
        </p:nvSpPr>
        <p:spPr>
          <a:xfrm>
            <a:off x="2379921" y="7644122"/>
            <a:ext cx="168058" cy="14135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2" name="오른쪽 화살표[R] 21">
            <a:extLst>
              <a:ext uri="{FF2B5EF4-FFF2-40B4-BE49-F238E27FC236}">
                <a16:creationId xmlns:a16="http://schemas.microsoft.com/office/drawing/2014/main" id="{E11B75D8-FAD2-C747-BA7F-7667100AD803}"/>
              </a:ext>
            </a:extLst>
          </p:cNvPr>
          <p:cNvSpPr/>
          <p:nvPr/>
        </p:nvSpPr>
        <p:spPr>
          <a:xfrm>
            <a:off x="2379921" y="5106637"/>
            <a:ext cx="168058" cy="14135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0239843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E905B356-9E5F-4286-B7C4-FACE81F7B777}"/>
              </a:ext>
            </a:extLst>
          </p:cNvPr>
          <p:cNvGrpSpPr/>
          <p:nvPr/>
        </p:nvGrpSpPr>
        <p:grpSpPr>
          <a:xfrm>
            <a:off x="-6083" y="-13063"/>
            <a:ext cx="6876000" cy="2625891"/>
            <a:chOff x="-13063" y="-13063"/>
            <a:chExt cx="6876000" cy="2625891"/>
          </a:xfrm>
        </p:grpSpPr>
        <p:pic>
          <p:nvPicPr>
            <p:cNvPr id="8" name="그림 7" descr="텍스트이(가) 표시된 사진&#10;&#10;자동 생성된 설명">
              <a:extLst>
                <a:ext uri="{FF2B5EF4-FFF2-40B4-BE49-F238E27FC236}">
                  <a16:creationId xmlns:a16="http://schemas.microsoft.com/office/drawing/2014/main" id="{780F336E-B268-4F78-A613-F1B21F1C6388}"/>
                </a:ext>
              </a:extLst>
            </p:cNvPr>
            <p:cNvPicPr>
              <a:picLocks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3063" y="-13063"/>
              <a:ext cx="6876000" cy="261360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24BFE2A-56C0-4BD3-A6D3-9A7DDA7A66AA}"/>
                </a:ext>
              </a:extLst>
            </p:cNvPr>
            <p:cNvSpPr txBox="1"/>
            <p:nvPr/>
          </p:nvSpPr>
          <p:spPr>
            <a:xfrm>
              <a:off x="492326" y="366245"/>
              <a:ext cx="55789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v2.2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7DAE755-AE1D-4146-BBDF-CD9AD5BCE1F9}"/>
                </a:ext>
              </a:extLst>
            </p:cNvPr>
            <p:cNvSpPr txBox="1"/>
            <p:nvPr/>
          </p:nvSpPr>
          <p:spPr>
            <a:xfrm>
              <a:off x="-9000" y="2358912"/>
              <a:ext cx="101890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PC </a:t>
              </a:r>
              <a:r>
                <a:rPr lang="ko-KR" altLang="en-US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가이드</a:t>
              </a:r>
              <a:endPara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851B0305-14A4-4ADF-8943-C96958C330D2}"/>
              </a:ext>
            </a:extLst>
          </p:cNvPr>
          <p:cNvSpPr txBox="1"/>
          <p:nvPr/>
        </p:nvSpPr>
        <p:spPr>
          <a:xfrm>
            <a:off x="1234441" y="928236"/>
            <a:ext cx="43891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배경 선택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EDA30D-8D62-4343-B990-02CA2FCC437A}"/>
              </a:ext>
            </a:extLst>
          </p:cNvPr>
          <p:cNvSpPr txBox="1"/>
          <p:nvPr/>
        </p:nvSpPr>
        <p:spPr>
          <a:xfrm>
            <a:off x="209005" y="2947531"/>
            <a:ext cx="26386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배경 설정하기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3CE50B-90EB-468B-9C9D-987E8785B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F5712-77C1-483E-AF6C-501D64E640ED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F98607-0847-4E12-8B40-D9479391C83C}"/>
              </a:ext>
            </a:extLst>
          </p:cNvPr>
          <p:cNvSpPr txBox="1"/>
          <p:nvPr/>
        </p:nvSpPr>
        <p:spPr>
          <a:xfrm>
            <a:off x="278591" y="6762501"/>
            <a:ext cx="6361611" cy="16250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본인의 영상 배경을 가상 배경으로 적용할 수 있는 기능을 제공합니다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>
              <a:lnSpc>
                <a:spcPct val="140000"/>
              </a:lnSpc>
            </a:pPr>
            <a:endParaRPr lang="en-US" altLang="ko-KR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40000"/>
              </a:lnSpc>
            </a:pP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회의 시 가상 배경화면을 설정할 수 있으며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로그인 계정</a:t>
            </a: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- [</a:t>
            </a:r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배경 선택</a:t>
            </a: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으로 기본 제공되는 배경 또는 원하는 이미지를 추가하여 배경화면 설정을 할 수 있습니다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>
              <a:lnSpc>
                <a:spcPct val="140000"/>
              </a:lnSpc>
            </a:pPr>
            <a:endParaRPr lang="en-US" altLang="ko-KR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40000"/>
              </a:lnSpc>
            </a:pP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회의 중 하단 </a:t>
            </a:r>
            <a:r>
              <a:rPr lang="ko-KR" altLang="en-US" sz="1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메뉴바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추가 액션</a:t>
            </a: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- [</a:t>
            </a:r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배경 선택</a:t>
            </a: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에서도 배경을 변경할 수 있습니다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</a:t>
            </a:r>
            <a:endParaRPr lang="ko-KR" alt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9912717-86C5-554A-A5C9-A5AF88E27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053" y="3872777"/>
            <a:ext cx="2802950" cy="2062398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056D0378-CD20-C94B-A513-112735FC04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4362" y="3203870"/>
            <a:ext cx="3362387" cy="3400213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57B44418-B247-954B-B5E2-B4C559397512}"/>
              </a:ext>
            </a:extLst>
          </p:cNvPr>
          <p:cNvSpPr/>
          <p:nvPr/>
        </p:nvSpPr>
        <p:spPr>
          <a:xfrm>
            <a:off x="1582528" y="4972276"/>
            <a:ext cx="749542" cy="289040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4" name="오른쪽 화살표[R] 13">
            <a:extLst>
              <a:ext uri="{FF2B5EF4-FFF2-40B4-BE49-F238E27FC236}">
                <a16:creationId xmlns:a16="http://schemas.microsoft.com/office/drawing/2014/main" id="{816A1651-63F0-EE48-970A-9C1C6FE4FC25}"/>
              </a:ext>
            </a:extLst>
          </p:cNvPr>
          <p:cNvSpPr/>
          <p:nvPr/>
        </p:nvSpPr>
        <p:spPr>
          <a:xfrm>
            <a:off x="2857442" y="4762624"/>
            <a:ext cx="168058" cy="14135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278659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A366A4B0-F1BE-46F7-AA2B-7FCBD55A89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063" y="845683"/>
            <a:ext cx="1934371" cy="211758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0EDA30D-8D62-4343-B990-02CA2FCC437A}"/>
              </a:ext>
            </a:extLst>
          </p:cNvPr>
          <p:cNvSpPr txBox="1"/>
          <p:nvPr/>
        </p:nvSpPr>
        <p:spPr>
          <a:xfrm>
            <a:off x="258222" y="424810"/>
            <a:ext cx="26386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배경 사진 추가하기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1D6B91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E8796C3-2F00-4B9B-B3A2-AB85FBAD5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F5712-77C1-483E-AF6C-501D64E640ED}" type="slidenum">
              <a:rPr lang="ko-KR" altLang="en-US" smtClean="0"/>
              <a:t>14</a:t>
            </a:fld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8AEBCBB-2877-4518-AA2C-45CC149431F1}"/>
              </a:ext>
            </a:extLst>
          </p:cNvPr>
          <p:cNvSpPr txBox="1"/>
          <p:nvPr/>
        </p:nvSpPr>
        <p:spPr>
          <a:xfrm>
            <a:off x="209063" y="3045590"/>
            <a:ext cx="1934371" cy="3323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1.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배경 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추가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644BA763-747D-4B2C-9A5B-B489162BAA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8227" y="845683"/>
            <a:ext cx="1934371" cy="2117588"/>
          </a:xfrm>
          <a:prstGeom prst="rect">
            <a:avLst/>
          </a:prstGeom>
        </p:spPr>
      </p:pic>
      <p:pic>
        <p:nvPicPr>
          <p:cNvPr id="9224" name="Picture 8">
            <a:extLst>
              <a:ext uri="{FF2B5EF4-FFF2-40B4-BE49-F238E27FC236}">
                <a16:creationId xmlns:a16="http://schemas.microsoft.com/office/drawing/2014/main" id="{5ADE491F-5E1C-4D10-88FF-2F1F9AE2C0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7391" y="845682"/>
            <a:ext cx="1934371" cy="2117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6D962C5-4BA5-4774-BB13-67F5E962D9E0}"/>
              </a:ext>
            </a:extLst>
          </p:cNvPr>
          <p:cNvSpPr txBox="1"/>
          <p:nvPr/>
        </p:nvSpPr>
        <p:spPr>
          <a:xfrm>
            <a:off x="2458227" y="3045590"/>
            <a:ext cx="1934371" cy="8494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2. 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데스크탑 폴더</a:t>
            </a:r>
            <a:endParaRPr lang="en-US" altLang="ko-KR" sz="12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3.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원하는 사진 선택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4. 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열기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4E2A26E-D514-4517-A8E1-46107A1E3D0B}"/>
              </a:ext>
            </a:extLst>
          </p:cNvPr>
          <p:cNvSpPr txBox="1"/>
          <p:nvPr/>
        </p:nvSpPr>
        <p:spPr>
          <a:xfrm>
            <a:off x="4676193" y="3045590"/>
            <a:ext cx="2210489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5.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추가된 사진 확인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6. 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사진 선택 후 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적용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11" name="Picture 4">
            <a:extLst>
              <a:ext uri="{FF2B5EF4-FFF2-40B4-BE49-F238E27FC236}">
                <a16:creationId xmlns:a16="http://schemas.microsoft.com/office/drawing/2014/main" id="{4A981CA0-A861-EE48-9D12-16ECBC2E01A5}"/>
              </a:ext>
            </a:extLst>
          </p:cNvPr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8227" y="4845391"/>
            <a:ext cx="1933200" cy="2116800"/>
          </a:xfrm>
          <a:prstGeom prst="rect">
            <a:avLst/>
          </a:prstGeom>
          <a:noFill/>
          <a:ln w="28575">
            <a:solidFill>
              <a:srgbClr val="283447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>
            <a:extLst>
              <a:ext uri="{FF2B5EF4-FFF2-40B4-BE49-F238E27FC236}">
                <a16:creationId xmlns:a16="http://schemas.microsoft.com/office/drawing/2014/main" id="{EF0B5F26-E194-1441-BAA5-076AC17ACDB8}"/>
              </a:ext>
            </a:extLst>
          </p:cNvPr>
          <p:cNvPicPr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892" y="4845391"/>
            <a:ext cx="1933200" cy="211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B5AF720-DCAB-BB44-ACC7-C781DC1D8742}"/>
              </a:ext>
            </a:extLst>
          </p:cNvPr>
          <p:cNvSpPr txBox="1"/>
          <p:nvPr/>
        </p:nvSpPr>
        <p:spPr>
          <a:xfrm>
            <a:off x="258224" y="4406372"/>
            <a:ext cx="26386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화면 공유 배경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1D6B91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04098D-94BD-5D4C-AE6F-4D2949ECD640}"/>
              </a:ext>
            </a:extLst>
          </p:cNvPr>
          <p:cNvSpPr txBox="1"/>
          <p:nvPr/>
        </p:nvSpPr>
        <p:spPr>
          <a:xfrm>
            <a:off x="258222" y="7020997"/>
            <a:ext cx="1933200" cy="3323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1.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화면 공유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857A2A-B84A-3844-8D2A-2DDE658CC7C9}"/>
              </a:ext>
            </a:extLst>
          </p:cNvPr>
          <p:cNvSpPr txBox="1"/>
          <p:nvPr/>
        </p:nvSpPr>
        <p:spPr>
          <a:xfrm>
            <a:off x="2458227" y="7059215"/>
            <a:ext cx="2113773" cy="836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2. 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팝업 창의 전체 화면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창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Chrome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탭 중 컨텐츠 선택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3.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공유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B12BD18-98F6-DA4F-A2DA-A68EB21D92C2}"/>
              </a:ext>
            </a:extLst>
          </p:cNvPr>
          <p:cNvSpPr txBox="1"/>
          <p:nvPr/>
        </p:nvSpPr>
        <p:spPr>
          <a:xfrm>
            <a:off x="4707391" y="7059215"/>
            <a:ext cx="1933200" cy="836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4.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선택한 컨텐츠가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배경 이미지로 표시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5. 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적용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19" name="Picture 6">
            <a:extLst>
              <a:ext uri="{FF2B5EF4-FFF2-40B4-BE49-F238E27FC236}">
                <a16:creationId xmlns:a16="http://schemas.microsoft.com/office/drawing/2014/main" id="{111B29F8-7C38-2A41-9E7A-DA410D85A002}"/>
              </a:ext>
            </a:extLst>
          </p:cNvPr>
          <p:cNvPicPr>
            <a:picLocks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8562" y="4845391"/>
            <a:ext cx="1933200" cy="211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85861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사각형 19">
            <a:extLst>
              <a:ext uri="{FF2B5EF4-FFF2-40B4-BE49-F238E27FC236}">
                <a16:creationId xmlns:a16="http://schemas.microsoft.com/office/drawing/2014/main" id="{75411308-7D7C-441F-8B2D-9DB7103780D2}"/>
              </a:ext>
            </a:extLst>
          </p:cNvPr>
          <p:cNvSpPr/>
          <p:nvPr/>
        </p:nvSpPr>
        <p:spPr>
          <a:xfrm>
            <a:off x="-13063" y="1947511"/>
            <a:ext cx="6871063" cy="2638182"/>
          </a:xfrm>
          <a:prstGeom prst="rect">
            <a:avLst/>
          </a:prstGeom>
          <a:solidFill>
            <a:srgbClr val="343E44">
              <a:alpha val="3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2FF112D-B0A3-DC42-B173-9C60739E9620}"/>
              </a:ext>
            </a:extLst>
          </p:cNvPr>
          <p:cNvSpPr/>
          <p:nvPr/>
        </p:nvSpPr>
        <p:spPr>
          <a:xfrm>
            <a:off x="-6083" y="1626687"/>
            <a:ext cx="6871063" cy="2638182"/>
          </a:xfrm>
          <a:prstGeom prst="rect">
            <a:avLst/>
          </a:prstGeom>
          <a:solidFill>
            <a:srgbClr val="3848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1246B28-A183-4D21-ABA2-4A95AACCDCE1}"/>
              </a:ext>
            </a:extLst>
          </p:cNvPr>
          <p:cNvSpPr txBox="1"/>
          <p:nvPr/>
        </p:nvSpPr>
        <p:spPr>
          <a:xfrm>
            <a:off x="1515292" y="2522489"/>
            <a:ext cx="38012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8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기능 사용하기</a:t>
            </a:r>
            <a:endParaRPr lang="ko-KR" altLang="en-US" sz="4000" dirty="0">
              <a:solidFill>
                <a:schemeClr val="bg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999568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659F9920-CC6E-4D59-BF8E-39BFB06FE8D3}"/>
              </a:ext>
            </a:extLst>
          </p:cNvPr>
          <p:cNvGrpSpPr/>
          <p:nvPr/>
        </p:nvGrpSpPr>
        <p:grpSpPr>
          <a:xfrm>
            <a:off x="-6083" y="-13063"/>
            <a:ext cx="6876000" cy="2625891"/>
            <a:chOff x="-13063" y="-13063"/>
            <a:chExt cx="6876000" cy="2625891"/>
          </a:xfrm>
        </p:grpSpPr>
        <p:pic>
          <p:nvPicPr>
            <p:cNvPr id="8" name="그림 7" descr="텍스트이(가) 표시된 사진&#10;&#10;자동 생성된 설명">
              <a:extLst>
                <a:ext uri="{FF2B5EF4-FFF2-40B4-BE49-F238E27FC236}">
                  <a16:creationId xmlns:a16="http://schemas.microsoft.com/office/drawing/2014/main" id="{780F336E-B268-4F78-A613-F1B21F1C6388}"/>
                </a:ext>
              </a:extLst>
            </p:cNvPr>
            <p:cNvPicPr>
              <a:picLocks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3063" y="-13063"/>
              <a:ext cx="6876000" cy="2613600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07CBC6D-2634-4D8D-8FB5-DAD28A7E00BD}"/>
                </a:ext>
              </a:extLst>
            </p:cNvPr>
            <p:cNvSpPr txBox="1"/>
            <p:nvPr/>
          </p:nvSpPr>
          <p:spPr>
            <a:xfrm>
              <a:off x="492326" y="366245"/>
              <a:ext cx="55789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v2.2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17FC783-C303-43E4-9B81-C61A7E951167}"/>
                </a:ext>
              </a:extLst>
            </p:cNvPr>
            <p:cNvSpPr txBox="1"/>
            <p:nvPr/>
          </p:nvSpPr>
          <p:spPr>
            <a:xfrm>
              <a:off x="-9000" y="2358912"/>
              <a:ext cx="101890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PC </a:t>
              </a:r>
              <a:r>
                <a:rPr lang="ko-KR" altLang="en-US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가이드</a:t>
              </a:r>
              <a:endPara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851B0305-14A4-4ADF-8943-C96958C330D2}"/>
              </a:ext>
            </a:extLst>
          </p:cNvPr>
          <p:cNvSpPr txBox="1"/>
          <p:nvPr/>
        </p:nvSpPr>
        <p:spPr>
          <a:xfrm>
            <a:off x="1234441" y="928236"/>
            <a:ext cx="43891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채팅</a:t>
            </a:r>
            <a:r>
              <a:rPr lang="en-US" altLang="ko-KR" sz="40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/</a:t>
            </a:r>
            <a:r>
              <a:rPr lang="ko-KR" altLang="en-US" sz="40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투표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73B173-6515-4F8B-9569-20ED06F79F98}"/>
              </a:ext>
            </a:extLst>
          </p:cNvPr>
          <p:cNvSpPr txBox="1"/>
          <p:nvPr/>
        </p:nvSpPr>
        <p:spPr>
          <a:xfrm>
            <a:off x="209005" y="3368216"/>
            <a:ext cx="2049725" cy="2129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모든 참석자 또는 개인 참석자와 채팅창에서 대화를 나눌 수 있습니다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하단 메뉴바의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채팅창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열기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닫기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선택하여 채팅 기능을 사용할 수 있습니다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</a:t>
            </a:r>
          </a:p>
        </p:txBody>
      </p:sp>
      <p:sp>
        <p:nvSpPr>
          <p:cNvPr id="13" name="슬라이드 번호 개체 틀 15">
            <a:extLst>
              <a:ext uri="{FF2B5EF4-FFF2-40B4-BE49-F238E27FC236}">
                <a16:creationId xmlns:a16="http://schemas.microsoft.com/office/drawing/2014/main" id="{25A4539F-8EFE-44A1-8920-486E95E54F63}"/>
              </a:ext>
            </a:extLst>
          </p:cNvPr>
          <p:cNvSpPr txBox="1">
            <a:spLocks/>
          </p:cNvSpPr>
          <p:nvPr/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25F5712-77C1-483E-AF6C-501D64E640ED}" type="slidenum">
              <a:rPr lang="ko-KR" altLang="en-US" smtClean="0"/>
              <a:pPr/>
              <a:t>16</a:t>
            </a:fld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16475CF-2AA4-478A-B58E-033E6C682423}"/>
              </a:ext>
            </a:extLst>
          </p:cNvPr>
          <p:cNvSpPr txBox="1"/>
          <p:nvPr/>
        </p:nvSpPr>
        <p:spPr>
          <a:xfrm>
            <a:off x="209005" y="2947531"/>
            <a:ext cx="26386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채팅하기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9DA0DE-2ABA-437B-AE4D-3DCF10669DA7}"/>
              </a:ext>
            </a:extLst>
          </p:cNvPr>
          <p:cNvSpPr txBox="1"/>
          <p:nvPr/>
        </p:nvSpPr>
        <p:spPr>
          <a:xfrm>
            <a:off x="4480152" y="6298421"/>
            <a:ext cx="16459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채팅 검색하기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762491E-31F5-4816-8907-168B34D31B56}"/>
              </a:ext>
            </a:extLst>
          </p:cNvPr>
          <p:cNvSpPr txBox="1"/>
          <p:nvPr/>
        </p:nvSpPr>
        <p:spPr>
          <a:xfrm>
            <a:off x="4478868" y="6689107"/>
            <a:ext cx="2170128" cy="2388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채팅창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상단의 돋보기 아이콘을 선택하여 특정 단어를 검색할 수 있습니다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검색된 내용은 노랑색 하이라이트 표시됩니다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현재 검색위치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주황색</a:t>
            </a:r>
          </a:p>
          <a:p>
            <a:pPr marR="0" lvl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Enter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입력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</a:p>
          <a:p>
            <a:pPr marR="0" lvl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다음 검색 단어로 이동 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83652E05-8F3D-EB46-97D9-8DCB4A6561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7921" y="3046042"/>
            <a:ext cx="4133668" cy="2732333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B3753872-A9CD-984E-B876-025883BE15D3}"/>
              </a:ext>
            </a:extLst>
          </p:cNvPr>
          <p:cNvSpPr/>
          <p:nvPr/>
        </p:nvSpPr>
        <p:spPr>
          <a:xfrm>
            <a:off x="4917196" y="5404435"/>
            <a:ext cx="374468" cy="289040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6BF2780A-94B9-644C-8CEA-D7BDE0AB03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758" y="6345164"/>
            <a:ext cx="1842113" cy="3363636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1CD67DDF-B507-6249-90C3-00677D5AA9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7672" y="6319210"/>
            <a:ext cx="1784299" cy="3389589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CFCA6A99-EBEC-F442-A077-9D8D67E49FFE}"/>
              </a:ext>
            </a:extLst>
          </p:cNvPr>
          <p:cNvSpPr/>
          <p:nvPr/>
        </p:nvSpPr>
        <p:spPr>
          <a:xfrm>
            <a:off x="1696632" y="6345163"/>
            <a:ext cx="226861" cy="289040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1" name="오른쪽 화살표[R] 20">
            <a:extLst>
              <a:ext uri="{FF2B5EF4-FFF2-40B4-BE49-F238E27FC236}">
                <a16:creationId xmlns:a16="http://schemas.microsoft.com/office/drawing/2014/main" id="{99E766AA-C11D-6247-99C0-A81237EAE97C}"/>
              </a:ext>
            </a:extLst>
          </p:cNvPr>
          <p:cNvSpPr/>
          <p:nvPr/>
        </p:nvSpPr>
        <p:spPr>
          <a:xfrm>
            <a:off x="2263768" y="7813435"/>
            <a:ext cx="168058" cy="14135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9055064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48364E9D-EE3B-4D03-A954-601335AAD10B}"/>
              </a:ext>
            </a:extLst>
          </p:cNvPr>
          <p:cNvSpPr txBox="1"/>
          <p:nvPr/>
        </p:nvSpPr>
        <p:spPr>
          <a:xfrm>
            <a:off x="180755" y="4645274"/>
            <a:ext cx="6485856" cy="1390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입력창에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'@'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입력하고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메시지를 보낼 대상을 선택 또는 참가자 아이콘을 선택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하고 개인메시지를 선택한 뒤 개인 메시지를 보낼 수 있습니다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참석자 목록 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참가자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의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설정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(...)] - 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개인 메시지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선택하여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개인 메시지 기능을 사용할 수도 있습니다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4B7D34A-6655-4D0B-B24D-60C1FDB7C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F5712-77C1-483E-AF6C-501D64E640ED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9CB745-BB4A-BB47-A612-854F2A2D4BBC}"/>
              </a:ext>
            </a:extLst>
          </p:cNvPr>
          <p:cNvSpPr txBox="1"/>
          <p:nvPr/>
        </p:nvSpPr>
        <p:spPr>
          <a:xfrm>
            <a:off x="180756" y="427975"/>
            <a:ext cx="26386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개인 메시지 보내기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1D6B91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6CF393B-A6AA-984B-A862-F633EEAF4F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9045" y="879615"/>
            <a:ext cx="1944122" cy="341709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4FA0123-5B1A-AF4D-A8AF-69F6EF250CA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684"/>
          <a:stretch/>
        </p:blipFill>
        <p:spPr>
          <a:xfrm>
            <a:off x="222773" y="879615"/>
            <a:ext cx="2142358" cy="183055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45E9150-791C-DA4E-9E18-F76A0258518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151"/>
          <a:stretch/>
        </p:blipFill>
        <p:spPr>
          <a:xfrm>
            <a:off x="212819" y="2880930"/>
            <a:ext cx="2152312" cy="1415780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2C947B2C-A3AB-4741-8CB1-8F89DA4C26DD}"/>
              </a:ext>
            </a:extLst>
          </p:cNvPr>
          <p:cNvSpPr/>
          <p:nvPr/>
        </p:nvSpPr>
        <p:spPr>
          <a:xfrm>
            <a:off x="302857" y="1130330"/>
            <a:ext cx="899403" cy="346847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17971E5-B44F-3747-8C16-0A8FD282C139}"/>
              </a:ext>
            </a:extLst>
          </p:cNvPr>
          <p:cNvSpPr/>
          <p:nvPr/>
        </p:nvSpPr>
        <p:spPr>
          <a:xfrm>
            <a:off x="914931" y="3673642"/>
            <a:ext cx="1318316" cy="623067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870789B-331C-AE45-BD45-0DF13073476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5487" y="887867"/>
            <a:ext cx="1816980" cy="341709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F445A319-5883-DD4A-8D0B-1B42F7D77301}"/>
              </a:ext>
            </a:extLst>
          </p:cNvPr>
          <p:cNvSpPr txBox="1"/>
          <p:nvPr/>
        </p:nvSpPr>
        <p:spPr>
          <a:xfrm>
            <a:off x="4985237" y="4332492"/>
            <a:ext cx="14452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개인메시지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수신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endParaRPr lang="ko-Kore-KR" altLang="en-US" sz="12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54D17FE-83A2-9E41-B8E0-5DB1280AFFAF}"/>
              </a:ext>
            </a:extLst>
          </p:cNvPr>
          <p:cNvSpPr txBox="1"/>
          <p:nvPr/>
        </p:nvSpPr>
        <p:spPr>
          <a:xfrm>
            <a:off x="1836101" y="4340744"/>
            <a:ext cx="18169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개인메시지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발신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endParaRPr lang="ko-Kore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17142919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>
            <a:extLst>
              <a:ext uri="{FF2B5EF4-FFF2-40B4-BE49-F238E27FC236}">
                <a16:creationId xmlns:a16="http://schemas.microsoft.com/office/drawing/2014/main" id="{9641BEA0-1678-4FC3-A7A7-71AD144E2FB1}"/>
              </a:ext>
            </a:extLst>
          </p:cNvPr>
          <p:cNvSpPr txBox="1"/>
          <p:nvPr/>
        </p:nvSpPr>
        <p:spPr>
          <a:xfrm>
            <a:off x="121483" y="366946"/>
            <a:ext cx="42240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파일 공유하기</a:t>
            </a:r>
            <a:r>
              <a:rPr lang="en-US" altLang="ko-KR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</a:t>
            </a:r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문서</a:t>
            </a:r>
            <a:r>
              <a:rPr lang="en-US" altLang="ko-KR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</a:t>
            </a:r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사진</a:t>
            </a:r>
            <a:r>
              <a:rPr lang="en-US" altLang="ko-KR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</a:t>
            </a:r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동영상</a:t>
            </a:r>
            <a:r>
              <a:rPr lang="en-US" altLang="ko-KR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</a:t>
            </a:r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en-US" altLang="ko-KR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etc..)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1D6B91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4B7D34A-6655-4D0B-B24D-60C1FDB7C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F5712-77C1-483E-AF6C-501D64E640ED}" type="slidenum">
              <a:rPr lang="ko-KR" altLang="en-US" smtClean="0"/>
              <a:t>18</a:t>
            </a:fld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CDB1D8C-B645-9444-AB86-2517E6EA8B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883" y="818457"/>
            <a:ext cx="1816980" cy="328506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0193CE4-1D32-F24A-871F-D1D3E2B995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9644" y="818457"/>
            <a:ext cx="1816980" cy="328506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0B893B3-EEDE-E643-9324-AED8B1CDC1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2139" y="818457"/>
            <a:ext cx="1816041" cy="3285067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7120F543-D742-C24D-8172-A3C4E9B027E9}"/>
              </a:ext>
            </a:extLst>
          </p:cNvPr>
          <p:cNvSpPr txBox="1"/>
          <p:nvPr/>
        </p:nvSpPr>
        <p:spPr>
          <a:xfrm>
            <a:off x="186072" y="4414249"/>
            <a:ext cx="6485856" cy="616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rgbClr val="00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[</a:t>
            </a:r>
            <a:r>
              <a:rPr lang="ko-KR" altLang="en-US" sz="1200" b="1" dirty="0">
                <a:solidFill>
                  <a:prstClr val="black"/>
                </a:solidFill>
                <a:ea typeface="나눔바른고딕" panose="020B0603020101020101" pitchFamily="50" charset="-127"/>
              </a:rPr>
              <a:t>파일 전송</a:t>
            </a:r>
            <a:r>
              <a:rPr lang="en-US" altLang="ko-KR" sz="1200" b="1" dirty="0">
                <a:solidFill>
                  <a:prstClr val="black"/>
                </a:solidFill>
                <a:ea typeface="나눔바른고딕" panose="020B0603020101020101" pitchFamily="50" charset="-127"/>
              </a:rPr>
              <a:t>] </a:t>
            </a:r>
            <a:r>
              <a:rPr lang="ko-KR" altLang="en-US" sz="1200" b="1" dirty="0">
                <a:solidFill>
                  <a:prstClr val="black"/>
                </a:solidFill>
                <a:ea typeface="나눔바른고딕" panose="020B0603020101020101" pitchFamily="50" charset="-127"/>
              </a:rPr>
              <a:t>아이콘 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선택 또는 </a:t>
            </a:r>
            <a:r>
              <a:rPr lang="ko-KR" altLang="en-US" sz="1200" b="1" dirty="0">
                <a:solidFill>
                  <a:prstClr val="black"/>
                </a:solidFill>
                <a:ea typeface="나눔바른고딕" panose="020B0603020101020101" pitchFamily="50" charset="-127"/>
              </a:rPr>
              <a:t>파일을 드래그하여 </a:t>
            </a:r>
            <a:r>
              <a:rPr lang="ko-KR" altLang="en-US" sz="1200" b="1" dirty="0" err="1">
                <a:solidFill>
                  <a:prstClr val="black"/>
                </a:solidFill>
                <a:ea typeface="나눔바른고딕" panose="020B0603020101020101" pitchFamily="50" charset="-127"/>
              </a:rPr>
              <a:t>채팅창에</a:t>
            </a:r>
            <a:r>
              <a:rPr lang="ko-KR" altLang="en-US" sz="1200" b="1" dirty="0">
                <a:solidFill>
                  <a:prstClr val="black"/>
                </a:solidFill>
                <a:ea typeface="나눔바른고딕" panose="020B0603020101020101" pitchFamily="50" charset="-127"/>
              </a:rPr>
              <a:t> 놓아 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파일을 회의 전체 참여자와 파일을 공유하실 수 있으며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, </a:t>
            </a:r>
            <a:r>
              <a:rPr lang="ko-KR" altLang="en-US" sz="1200" dirty="0" err="1">
                <a:solidFill>
                  <a:prstClr val="black"/>
                </a:solidFill>
                <a:ea typeface="나눔바른고딕" panose="020B0603020101020101" pitchFamily="50" charset="-127"/>
              </a:rPr>
              <a:t>채팅창에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 </a:t>
            </a:r>
            <a:r>
              <a:rPr lang="ko-KR" altLang="en-US" sz="1200" dirty="0" err="1">
                <a:solidFill>
                  <a:prstClr val="black"/>
                </a:solidFill>
                <a:ea typeface="나눔바른고딕" panose="020B0603020101020101" pitchFamily="50" charset="-127"/>
              </a:rPr>
              <a:t>업로드된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 파일을 선택하시면 다운로드 받을 수 있습니다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F78E246-0D57-5E46-8AC2-B03FCFA038CE}"/>
              </a:ext>
            </a:extLst>
          </p:cNvPr>
          <p:cNvSpPr txBox="1"/>
          <p:nvPr/>
        </p:nvSpPr>
        <p:spPr>
          <a:xfrm>
            <a:off x="121482" y="5250501"/>
            <a:ext cx="34937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투표 생성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1D6B91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098CFB8-B4B1-E14B-B33C-4F13503980E9}"/>
              </a:ext>
            </a:extLst>
          </p:cNvPr>
          <p:cNvSpPr txBox="1"/>
          <p:nvPr/>
        </p:nvSpPr>
        <p:spPr>
          <a:xfrm>
            <a:off x="1730249" y="4139514"/>
            <a:ext cx="1004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파일 공유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endParaRPr lang="ko-Kore-KR" altLang="en-US" sz="12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14C486D-D0EE-7C4C-81A2-37E1752CE24C}"/>
              </a:ext>
            </a:extLst>
          </p:cNvPr>
          <p:cNvSpPr txBox="1"/>
          <p:nvPr/>
        </p:nvSpPr>
        <p:spPr>
          <a:xfrm>
            <a:off x="5020763" y="4149118"/>
            <a:ext cx="125879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파일 다운로드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endParaRPr lang="ko-Kore-KR" altLang="en-US" sz="12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F2B8BD2-405C-0E40-9C0B-5BED0A0FEB66}"/>
              </a:ext>
            </a:extLst>
          </p:cNvPr>
          <p:cNvSpPr txBox="1"/>
          <p:nvPr/>
        </p:nvSpPr>
        <p:spPr>
          <a:xfrm>
            <a:off x="186072" y="5589055"/>
            <a:ext cx="6372108" cy="6161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prstClr val="black"/>
                </a:solidFill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 err="1">
                <a:solidFill>
                  <a:prstClr val="black"/>
                </a:solidFill>
                <a:ea typeface="나눔바른고딕" panose="020B0603020101020101" pitchFamily="50" charset="-127"/>
              </a:rPr>
              <a:t>채팅창</a:t>
            </a:r>
            <a:r>
              <a:rPr lang="en-US" altLang="ko-KR" sz="1200" b="1" dirty="0">
                <a:solidFill>
                  <a:prstClr val="black"/>
                </a:solidFill>
                <a:ea typeface="나눔바른고딕" panose="020B0603020101020101" pitchFamily="50" charset="-127"/>
              </a:rPr>
              <a:t>] - [</a:t>
            </a:r>
            <a:r>
              <a:rPr lang="ko-KR" altLang="en-US" sz="1200" b="1" dirty="0">
                <a:solidFill>
                  <a:prstClr val="black"/>
                </a:solidFill>
                <a:ea typeface="나눔바른고딕" panose="020B0603020101020101" pitchFamily="50" charset="-127"/>
              </a:rPr>
              <a:t>투표</a:t>
            </a:r>
            <a:r>
              <a:rPr lang="en-US" altLang="ko-KR" sz="1200" b="1" dirty="0">
                <a:solidFill>
                  <a:prstClr val="black"/>
                </a:solidFill>
                <a:ea typeface="나눔바른고딕" panose="020B0603020101020101" pitchFamily="50" charset="-127"/>
              </a:rPr>
              <a:t>]</a:t>
            </a:r>
            <a:r>
              <a:rPr lang="en" altLang="ko-Kore-KR" sz="1200" b="1" dirty="0">
                <a:solidFill>
                  <a:prstClr val="black"/>
                </a:solidFill>
                <a:ea typeface="나눔바른고딕" panose="020B0603020101020101" pitchFamily="50" charset="-127"/>
              </a:rPr>
              <a:t>Tab - [</a:t>
            </a:r>
            <a:r>
              <a:rPr lang="ko-KR" altLang="en-US" sz="1200" b="1" dirty="0">
                <a:solidFill>
                  <a:prstClr val="black"/>
                </a:solidFill>
                <a:ea typeface="나눔바른고딕" panose="020B0603020101020101" pitchFamily="50" charset="-127"/>
              </a:rPr>
              <a:t>투표 추가하기</a:t>
            </a:r>
            <a:r>
              <a:rPr lang="en-US" altLang="ko-KR" sz="1200" b="1" dirty="0">
                <a:solidFill>
                  <a:prstClr val="black"/>
                </a:solidFill>
                <a:ea typeface="나눔바른고딕" panose="020B0603020101020101" pitchFamily="50" charset="-127"/>
              </a:rPr>
              <a:t>] 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– 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제목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항목을 입력 후 </a:t>
            </a:r>
            <a:r>
              <a:rPr lang="en-US" altLang="ko-KR" sz="1200" b="1" dirty="0">
                <a:solidFill>
                  <a:prstClr val="black"/>
                </a:solidFill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>
                <a:solidFill>
                  <a:prstClr val="black"/>
                </a:solidFill>
                <a:ea typeface="나눔바른고딕" panose="020B0603020101020101" pitchFamily="50" charset="-127"/>
              </a:rPr>
              <a:t>완료</a:t>
            </a:r>
            <a:r>
              <a:rPr lang="en-US" altLang="ko-KR" sz="1200" b="1" dirty="0">
                <a:solidFill>
                  <a:prstClr val="black"/>
                </a:solidFill>
                <a:ea typeface="나눔바른고딕" panose="020B0603020101020101" pitchFamily="50" charset="-127"/>
              </a:rPr>
              <a:t>]</a:t>
            </a:r>
            <a:r>
              <a:rPr lang="ko-KR" altLang="en-US" sz="1200" b="1" dirty="0">
                <a:solidFill>
                  <a:prstClr val="black"/>
                </a:solidFill>
                <a:ea typeface="나눔바른고딕" panose="020B0603020101020101" pitchFamily="50" charset="-127"/>
              </a:rPr>
              <a:t> 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선택하여 투표를 생성하여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회의참석자들과 투표에 참여 할 수 있습니다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.</a:t>
            </a:r>
            <a:endParaRPr lang="ko-Kore-KR" altLang="en-US" sz="1200" dirty="0">
              <a:solidFill>
                <a:prstClr val="black"/>
              </a:solidFill>
              <a:ea typeface="나눔바른고딕" panose="020B0603020101020101" pitchFamily="50" charset="-127"/>
            </a:endParaRP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86A99BCF-8A5E-4146-AF6C-6C43A210B8D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18"/>
          <a:stretch/>
        </p:blipFill>
        <p:spPr>
          <a:xfrm>
            <a:off x="432666" y="6243679"/>
            <a:ext cx="1833040" cy="3213696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97E02B9A-4691-2D41-8A22-C37163AA928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2480" y="6231801"/>
            <a:ext cx="1833040" cy="3213696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DD9B895C-749B-6E4E-9A63-33AAA7856E2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2294" y="6231801"/>
            <a:ext cx="1794219" cy="3213696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9D2D28A-C2F0-5E41-BC66-ED65D82B6136}"/>
              </a:ext>
            </a:extLst>
          </p:cNvPr>
          <p:cNvSpPr/>
          <p:nvPr/>
        </p:nvSpPr>
        <p:spPr>
          <a:xfrm>
            <a:off x="395227" y="3732246"/>
            <a:ext cx="276577" cy="323848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5EC731B-52E5-9147-BABE-2F2538D0BC06}"/>
              </a:ext>
            </a:extLst>
          </p:cNvPr>
          <p:cNvSpPr/>
          <p:nvPr/>
        </p:nvSpPr>
        <p:spPr>
          <a:xfrm>
            <a:off x="1238890" y="6505330"/>
            <a:ext cx="1054809" cy="323848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5079F37-D7CB-2E4A-9391-A0B58DC26D76}"/>
              </a:ext>
            </a:extLst>
          </p:cNvPr>
          <p:cNvSpPr/>
          <p:nvPr/>
        </p:nvSpPr>
        <p:spPr>
          <a:xfrm>
            <a:off x="2499775" y="7207550"/>
            <a:ext cx="1845745" cy="1531641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5483880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>
            <a:extLst>
              <a:ext uri="{FF2B5EF4-FFF2-40B4-BE49-F238E27FC236}">
                <a16:creationId xmlns:a16="http://schemas.microsoft.com/office/drawing/2014/main" id="{9641BEA0-1678-4FC3-A7A7-71AD144E2FB1}"/>
              </a:ext>
            </a:extLst>
          </p:cNvPr>
          <p:cNvSpPr txBox="1"/>
          <p:nvPr/>
        </p:nvSpPr>
        <p:spPr>
          <a:xfrm>
            <a:off x="121483" y="411767"/>
            <a:ext cx="34937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투표 참여 </a:t>
            </a:r>
            <a:r>
              <a:rPr lang="en-US" altLang="ko-KR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/</a:t>
            </a:r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투표 결과 확인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1D6B91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4B7D34A-6655-4D0B-B24D-60C1FDB7C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F5712-77C1-483E-AF6C-501D64E640ED}" type="slidenum">
              <a:rPr lang="ko-KR" altLang="en-US" smtClean="0"/>
              <a:t>19</a:t>
            </a:fld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9DC1EE4-F35B-5943-A5F3-CEF20EF844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1642" y="869735"/>
            <a:ext cx="1935061" cy="351269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2423B13-83BF-E549-AB19-9E28B5A2AF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8305" y="876033"/>
            <a:ext cx="1935061" cy="350652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25F059A-D627-C54C-A23C-7B8DD690E47D}"/>
              </a:ext>
            </a:extLst>
          </p:cNvPr>
          <p:cNvSpPr txBox="1"/>
          <p:nvPr/>
        </p:nvSpPr>
        <p:spPr>
          <a:xfrm>
            <a:off x="242945" y="750321"/>
            <a:ext cx="2197235" cy="2241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항목 </a:t>
            </a:r>
            <a:r>
              <a:rPr lang="ko-KR" altLang="en-US" sz="1200" dirty="0">
                <a:solidFill>
                  <a:srgbClr val="00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선택 후 </a:t>
            </a:r>
            <a:r>
              <a:rPr lang="en-US" altLang="ko-KR" sz="1200" b="1" dirty="0">
                <a:solidFill>
                  <a:srgbClr val="00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[</a:t>
            </a:r>
            <a:r>
              <a:rPr lang="ko-KR" altLang="en-US" sz="1200" b="1" dirty="0">
                <a:solidFill>
                  <a:srgbClr val="00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제출</a:t>
            </a:r>
            <a:r>
              <a:rPr lang="en-US" altLang="ko-KR" sz="1200" b="1" dirty="0">
                <a:solidFill>
                  <a:srgbClr val="00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] </a:t>
            </a:r>
            <a:r>
              <a:rPr lang="ko-KR" altLang="en-US" sz="1200" dirty="0">
                <a:solidFill>
                  <a:srgbClr val="00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선택하면 투표가 완료 되며</a:t>
            </a:r>
            <a:r>
              <a:rPr lang="en-US" altLang="ko-KR" sz="1200" dirty="0">
                <a:solidFill>
                  <a:srgbClr val="00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en-US" altLang="ko-KR" sz="1200" b="1" dirty="0">
                <a:solidFill>
                  <a:srgbClr val="00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[</a:t>
            </a:r>
            <a:r>
              <a:rPr lang="ko-KR" altLang="en-US" sz="1200" b="1" dirty="0">
                <a:solidFill>
                  <a:srgbClr val="00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투표변경하기</a:t>
            </a:r>
            <a:r>
              <a:rPr lang="en-US" altLang="ko-KR" sz="1200" b="1" dirty="0">
                <a:solidFill>
                  <a:srgbClr val="00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] </a:t>
            </a:r>
            <a:r>
              <a:rPr lang="ko-KR" altLang="en-US" sz="1200" dirty="0">
                <a:solidFill>
                  <a:srgbClr val="00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선택하여 투표 변경도 가능합니다</a:t>
            </a:r>
            <a:r>
              <a:rPr lang="en-US" altLang="ko-KR" sz="1200" dirty="0">
                <a:solidFill>
                  <a:srgbClr val="00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 </a:t>
            </a:r>
          </a:p>
          <a:p>
            <a:pPr>
              <a:lnSpc>
                <a:spcPct val="150000"/>
              </a:lnSpc>
            </a:pPr>
            <a:endParaRPr lang="en-US" altLang="ko-KR" sz="1050" b="1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[</a:t>
            </a:r>
            <a:r>
              <a:rPr lang="ko-KR" altLang="en-US" sz="1200" b="1" dirty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세보 </a:t>
            </a:r>
            <a:r>
              <a:rPr lang="ko-KR" altLang="en-US" sz="1200" b="1" dirty="0">
                <a:solidFill>
                  <a:srgbClr val="00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정보 표시</a:t>
            </a:r>
            <a:r>
              <a:rPr lang="en-US" altLang="ko-KR" sz="1200" b="1" dirty="0">
                <a:solidFill>
                  <a:srgbClr val="00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/</a:t>
            </a:r>
            <a:r>
              <a:rPr lang="ko-KR" altLang="en-US" sz="1200" b="1" dirty="0">
                <a:solidFill>
                  <a:srgbClr val="00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숨기기</a:t>
            </a:r>
            <a:r>
              <a:rPr lang="en-US" altLang="ko-KR" sz="1200" b="1" dirty="0">
                <a:solidFill>
                  <a:srgbClr val="00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]</a:t>
            </a:r>
            <a:r>
              <a:rPr lang="ko-KR" altLang="en-US" sz="1200" dirty="0">
                <a:solidFill>
                  <a:srgbClr val="00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선택하여 투표 상세 정보를 보실 수 있습니다</a:t>
            </a:r>
            <a:endParaRPr lang="ko-KR" altLang="en-US" sz="1100" dirty="0">
              <a:solidFill>
                <a:srgbClr val="21212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48DF8AD-2F23-9D4B-9250-FFC64A17993D}"/>
              </a:ext>
            </a:extLst>
          </p:cNvPr>
          <p:cNvSpPr/>
          <p:nvPr/>
        </p:nvSpPr>
        <p:spPr>
          <a:xfrm>
            <a:off x="3529173" y="2532521"/>
            <a:ext cx="811008" cy="365226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6A09B65-8CA0-554D-84F2-6F77F88DF305}"/>
              </a:ext>
            </a:extLst>
          </p:cNvPr>
          <p:cNvSpPr/>
          <p:nvPr/>
        </p:nvSpPr>
        <p:spPr>
          <a:xfrm>
            <a:off x="4749607" y="2664718"/>
            <a:ext cx="1845745" cy="365624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2011723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FEAA022E-4208-4704-AC0C-FA37BA7079E4}"/>
              </a:ext>
            </a:extLst>
          </p:cNvPr>
          <p:cNvGrpSpPr/>
          <p:nvPr/>
        </p:nvGrpSpPr>
        <p:grpSpPr>
          <a:xfrm>
            <a:off x="-6083" y="-13063"/>
            <a:ext cx="6876000" cy="2625891"/>
            <a:chOff x="-13063" y="-13063"/>
            <a:chExt cx="6876000" cy="2625891"/>
          </a:xfrm>
        </p:grpSpPr>
        <p:pic>
          <p:nvPicPr>
            <p:cNvPr id="8" name="그림 7" descr="텍스트이(가) 표시된 사진&#10;&#10;자동 생성된 설명">
              <a:extLst>
                <a:ext uri="{FF2B5EF4-FFF2-40B4-BE49-F238E27FC236}">
                  <a16:creationId xmlns:a16="http://schemas.microsoft.com/office/drawing/2014/main" id="{780F336E-B268-4F78-A613-F1B21F1C6388}"/>
                </a:ext>
              </a:extLst>
            </p:cNvPr>
            <p:cNvPicPr>
              <a:picLocks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3063" y="-13063"/>
              <a:ext cx="6876000" cy="26136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7292363-054B-4F47-AE5D-0319D815EC2D}"/>
                </a:ext>
              </a:extLst>
            </p:cNvPr>
            <p:cNvSpPr txBox="1"/>
            <p:nvPr/>
          </p:nvSpPr>
          <p:spPr>
            <a:xfrm>
              <a:off x="492326" y="366245"/>
              <a:ext cx="55789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v2.2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E6FD245-C704-450F-AF9D-BDD27C05E773}"/>
                </a:ext>
              </a:extLst>
            </p:cNvPr>
            <p:cNvSpPr txBox="1"/>
            <p:nvPr/>
          </p:nvSpPr>
          <p:spPr>
            <a:xfrm>
              <a:off x="-9000" y="2358912"/>
              <a:ext cx="101890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PC </a:t>
              </a:r>
              <a:r>
                <a:rPr lang="ko-KR" altLang="en-US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가이드</a:t>
              </a:r>
              <a:endPara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851B0305-14A4-4ADF-8943-C96958C330D2}"/>
              </a:ext>
            </a:extLst>
          </p:cNvPr>
          <p:cNvSpPr txBox="1"/>
          <p:nvPr/>
        </p:nvSpPr>
        <p:spPr>
          <a:xfrm>
            <a:off x="1234441" y="928236"/>
            <a:ext cx="43891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문서 공유</a:t>
            </a:r>
            <a:r>
              <a:rPr lang="en-US" altLang="ko-KR" sz="40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</a:t>
            </a:r>
            <a:r>
              <a:rPr lang="ko-KR" altLang="en-US" sz="40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판서</a:t>
            </a:r>
            <a:r>
              <a:rPr lang="en-US" altLang="ko-KR" sz="40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)</a:t>
            </a:r>
            <a:endParaRPr lang="ko-KR" altLang="en-US" sz="4000" dirty="0">
              <a:solidFill>
                <a:schemeClr val="bg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6" name="슬라이드 번호 개체 틀 15">
            <a:extLst>
              <a:ext uri="{FF2B5EF4-FFF2-40B4-BE49-F238E27FC236}">
                <a16:creationId xmlns:a16="http://schemas.microsoft.com/office/drawing/2014/main" id="{B84B8405-E471-4561-8245-1D4F47AB4F0F}"/>
              </a:ext>
            </a:extLst>
          </p:cNvPr>
          <p:cNvSpPr txBox="1">
            <a:spLocks/>
          </p:cNvSpPr>
          <p:nvPr/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25F5712-77C1-483E-AF6C-501D64E640ED}" type="slidenum">
              <a:rPr lang="ko-KR" altLang="en-US" smtClean="0"/>
              <a:pPr/>
              <a:t>20</a:t>
            </a:fld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9240C7-84A9-BFA1-AB33-365964253884}"/>
              </a:ext>
            </a:extLst>
          </p:cNvPr>
          <p:cNvSpPr txBox="1"/>
          <p:nvPr/>
        </p:nvSpPr>
        <p:spPr>
          <a:xfrm>
            <a:off x="209004" y="2799307"/>
            <a:ext cx="34092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문서 공유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4A08BD1-C53B-71D5-1078-1B633B296BB7}"/>
              </a:ext>
            </a:extLst>
          </p:cNvPr>
          <p:cNvSpPr txBox="1"/>
          <p:nvPr/>
        </p:nvSpPr>
        <p:spPr>
          <a:xfrm>
            <a:off x="209004" y="3236566"/>
            <a:ext cx="6280285" cy="18835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문서를 업로드하여 참가자들과 실시간으로 문서를 보며 판서 할 수 있는 기능을 제공합니다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>
              <a:lnSpc>
                <a:spcPct val="140000"/>
              </a:lnSpc>
            </a:pP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모든 참가자들이 동시에 판서 기능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그리기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할 수 있습니다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>
              <a:lnSpc>
                <a:spcPct val="140000"/>
              </a:lnSpc>
            </a:pPr>
            <a:endParaRPr lang="en-US" altLang="ko-KR" sz="1200" dirty="0">
              <a:solidFill>
                <a:srgbClr val="FF00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40000"/>
              </a:lnSpc>
            </a:pPr>
            <a:r>
              <a:rPr lang="ko-KR" altLang="en-US" sz="1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문서 공유 시작</a:t>
            </a:r>
            <a:r>
              <a:rPr lang="en-US" altLang="ko-KR" sz="1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</a:t>
            </a:r>
            <a:r>
              <a:rPr lang="ko-KR" altLang="en-US" sz="1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종료 하면 모든 참가자들도 동일하게 문서공유 화면으로 전환</a:t>
            </a:r>
            <a:r>
              <a:rPr lang="en-US" altLang="ko-KR" sz="1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</a:t>
            </a:r>
            <a:r>
              <a:rPr lang="ko-KR" altLang="en-US" sz="1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종료됩니다</a:t>
            </a:r>
            <a:r>
              <a:rPr lang="en-US" altLang="ko-KR" sz="1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>
              <a:lnSpc>
                <a:spcPct val="140000"/>
              </a:lnSpc>
            </a:pPr>
            <a:endParaRPr lang="en-US" altLang="ko-KR" sz="1200" dirty="0">
              <a:solidFill>
                <a:srgbClr val="FF00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40000"/>
              </a:lnSpc>
            </a:pPr>
            <a:r>
              <a:rPr lang="ko-KR" altLang="en-US" sz="1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회의가 종료되기 전까지는 업로드 문서와 판서는 유지 되며</a:t>
            </a:r>
            <a:r>
              <a:rPr lang="en-US" altLang="ko-KR" sz="1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lang="ko-KR" altLang="en-US" sz="1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회의가 종료되면 업로드했던 문서는 삭제되어 복구할 수 없습니다</a:t>
            </a:r>
            <a:r>
              <a:rPr lang="en-US" altLang="ko-KR" sz="1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  <a:endParaRPr lang="en-US" altLang="ko-KR" sz="1400" dirty="0">
              <a:solidFill>
                <a:srgbClr val="FF00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8EEA036-E885-4D6B-76D4-C245E1D213A5}"/>
              </a:ext>
            </a:extLst>
          </p:cNvPr>
          <p:cNvSpPr txBox="1"/>
          <p:nvPr/>
        </p:nvSpPr>
        <p:spPr>
          <a:xfrm>
            <a:off x="3878702" y="5386167"/>
            <a:ext cx="2627962" cy="18835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문서 공유</a:t>
            </a: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1.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하단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메뉴바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공유 </a:t>
            </a:r>
            <a:r>
              <a:rPr lang="ko-KR" altLang="en-US" sz="1200" b="1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토글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2.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문서 공유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171450" marR="0" lvl="0" indent="-17145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문서 공유 종료</a:t>
            </a: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40000"/>
              </a:lnSpc>
              <a:defRPr/>
            </a:pP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1. 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하단 </a:t>
            </a:r>
            <a:r>
              <a:rPr lang="ko-KR" altLang="en-US" sz="1200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메뉴바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공유 </a:t>
            </a:r>
            <a:r>
              <a:rPr lang="ko-KR" altLang="en-US" sz="1200" b="1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토글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</a:t>
            </a:r>
          </a:p>
          <a:p>
            <a:pPr marL="171450" marR="0" lvl="0" indent="-17145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79AA6F67-B52E-0510-BDDB-162C68A1958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89" t="8257" r="33539"/>
          <a:stretch/>
        </p:blipFill>
        <p:spPr>
          <a:xfrm>
            <a:off x="377660" y="5383275"/>
            <a:ext cx="3240612" cy="1805641"/>
          </a:xfrm>
          <a:prstGeom prst="rect">
            <a:avLst/>
          </a:prstGeom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3CB1D62E-14F3-6541-FC3B-C532F25E898C}"/>
              </a:ext>
            </a:extLst>
          </p:cNvPr>
          <p:cNvSpPr/>
          <p:nvPr/>
        </p:nvSpPr>
        <p:spPr>
          <a:xfrm>
            <a:off x="1354225" y="5960217"/>
            <a:ext cx="1237790" cy="370912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038CFF1-A19B-62DE-A394-09E1D068A902}"/>
              </a:ext>
            </a:extLst>
          </p:cNvPr>
          <p:cNvSpPr/>
          <p:nvPr/>
        </p:nvSpPr>
        <p:spPr>
          <a:xfrm>
            <a:off x="1311608" y="6601501"/>
            <a:ext cx="585724" cy="415280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6" name="오른쪽 화살표[R] 25">
            <a:extLst>
              <a:ext uri="{FF2B5EF4-FFF2-40B4-BE49-F238E27FC236}">
                <a16:creationId xmlns:a16="http://schemas.microsoft.com/office/drawing/2014/main" id="{AA437163-861A-83B4-72DA-B7B068F412A6}"/>
              </a:ext>
            </a:extLst>
          </p:cNvPr>
          <p:cNvSpPr/>
          <p:nvPr/>
        </p:nvSpPr>
        <p:spPr>
          <a:xfrm rot="16200000">
            <a:off x="1730136" y="6376838"/>
            <a:ext cx="168058" cy="14135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8801719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57E80D4-E499-4809-B55E-099B5CD9B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F5712-77C1-483E-AF6C-501D64E640ED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53A2EA-9E73-D61B-3139-E11A9056546A}"/>
              </a:ext>
            </a:extLst>
          </p:cNvPr>
          <p:cNvSpPr txBox="1"/>
          <p:nvPr/>
        </p:nvSpPr>
        <p:spPr>
          <a:xfrm>
            <a:off x="195519" y="480937"/>
            <a:ext cx="34092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파일 업로드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E445A0A-FE1D-EE47-6FE4-2EFF5D9E8E8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9"/>
          <a:stretch/>
        </p:blipFill>
        <p:spPr>
          <a:xfrm>
            <a:off x="434189" y="2866465"/>
            <a:ext cx="2627963" cy="580340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3A21CF9-9EA8-0CE4-6EE2-5CD881DFC7B3}"/>
              </a:ext>
            </a:extLst>
          </p:cNvPr>
          <p:cNvSpPr txBox="1"/>
          <p:nvPr/>
        </p:nvSpPr>
        <p:spPr>
          <a:xfrm>
            <a:off x="288857" y="950505"/>
            <a:ext cx="6280285" cy="16250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문서 추가</a:t>
            </a: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버튼을 선택하여 </a:t>
            </a: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문서 업로드</a:t>
            </a: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또는  파일을 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드래그 앤 드랍</a:t>
            </a: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하여 파일 업로드 할 수 있으며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화이트 보드도 추가할 수 도 있습니다 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endParaRPr lang="en-US" altLang="ko-KR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40000"/>
              </a:lnSpc>
            </a:pPr>
            <a:endParaRPr lang="en-US" altLang="ko-KR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40000"/>
              </a:lnSpc>
            </a:pP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추가된 문서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화이트보드에 판서 기능으로 누구나 그리기를 할 수 있고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그린 내용은 실시간으로 공유됩니다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>
              <a:lnSpc>
                <a:spcPct val="140000"/>
              </a:lnSpc>
            </a:pP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* 문서공유 권한이 없는 경우 판서기능이 제한됩니다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.([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방장 권한 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참고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69F1D05-2E1F-1E9E-9B8B-60F394D67283}"/>
              </a:ext>
            </a:extLst>
          </p:cNvPr>
          <p:cNvSpPr/>
          <p:nvPr/>
        </p:nvSpPr>
        <p:spPr>
          <a:xfrm>
            <a:off x="434189" y="4565211"/>
            <a:ext cx="1632346" cy="4104661"/>
          </a:xfrm>
          <a:prstGeom prst="rect">
            <a:avLst/>
          </a:prstGeom>
          <a:solidFill>
            <a:srgbClr val="00B0F0">
              <a:alpha val="33837"/>
            </a:srgbClr>
          </a:solidFill>
          <a:ln w="3810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0F23494-1F40-6B24-810E-67EBAA0C9E68}"/>
              </a:ext>
            </a:extLst>
          </p:cNvPr>
          <p:cNvSpPr/>
          <p:nvPr/>
        </p:nvSpPr>
        <p:spPr>
          <a:xfrm>
            <a:off x="434189" y="2862296"/>
            <a:ext cx="1632346" cy="1276189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38AC495-8E4D-5F91-9CB0-89D7B3BF3EAA}"/>
              </a:ext>
            </a:extLst>
          </p:cNvPr>
          <p:cNvSpPr txBox="1"/>
          <p:nvPr/>
        </p:nvSpPr>
        <p:spPr>
          <a:xfrm>
            <a:off x="3361095" y="2930030"/>
            <a:ext cx="3131680" cy="2142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문서 추가</a:t>
            </a: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1.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문서 추가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2.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문서 업로드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3.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파일 탐색기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에서 파일 선택</a:t>
            </a:r>
            <a:endParaRPr lang="en-US" altLang="ko-KR" sz="12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또는</a:t>
            </a:r>
            <a:endParaRPr lang="en-US" altLang="ko-KR" sz="12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28600" marR="0" lvl="0" indent="-22860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업로드 하자고 하는  파일을 드래그영역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파란색 영역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 드래그 앤 드랍</a:t>
            </a:r>
            <a:endParaRPr lang="en-US" altLang="ko-KR" sz="12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28600" marR="0" lvl="0" indent="-22860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altLang="ko-KR" sz="12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FCC491E-C0A3-BD57-C500-4A96476F7D3A}"/>
              </a:ext>
            </a:extLst>
          </p:cNvPr>
          <p:cNvSpPr txBox="1"/>
          <p:nvPr/>
        </p:nvSpPr>
        <p:spPr>
          <a:xfrm>
            <a:off x="3363771" y="5072155"/>
            <a:ext cx="2627962" cy="8494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화이트 보드 추가</a:t>
            </a: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1.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문사 추가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2.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화이트 보드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CB58692-1B3F-59DD-3DB5-313CE1AD6D04}"/>
              </a:ext>
            </a:extLst>
          </p:cNvPr>
          <p:cNvSpPr txBox="1"/>
          <p:nvPr/>
        </p:nvSpPr>
        <p:spPr>
          <a:xfrm>
            <a:off x="3363771" y="6220047"/>
            <a:ext cx="2627962" cy="136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파일 업로드 파일 포맷과 제한 용량</a:t>
            </a:r>
            <a:endParaRPr lang="en-US" altLang="ko-KR" sz="1200" b="1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R="0" lvl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1.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업로드 제한 용량 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100mb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이상 불가</a:t>
            </a:r>
            <a:endParaRPr lang="en-US" altLang="ko-KR" sz="12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R="0" lvl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2.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업로드 파일 포맷 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endParaRPr lang="en-US" altLang="ko-KR" sz="12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R="0" lvl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PPT,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PDF,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XLS,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DOC</a:t>
            </a:r>
          </a:p>
          <a:p>
            <a:pPr marR="0" lvl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PNG,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JPG,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BMP,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GIF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endParaRPr kumimoji="0" lang="ko-KR" altLang="en-US" sz="12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04848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F0EDA30D-8D62-4343-B990-02CA2FCC437A}"/>
              </a:ext>
            </a:extLst>
          </p:cNvPr>
          <p:cNvSpPr txBox="1"/>
          <p:nvPr/>
        </p:nvSpPr>
        <p:spPr>
          <a:xfrm>
            <a:off x="216304" y="356301"/>
            <a:ext cx="34092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그리기 도구 제공</a:t>
            </a:r>
          </a:p>
        </p:txBody>
      </p:sp>
      <p:sp>
        <p:nvSpPr>
          <p:cNvPr id="16" name="슬라이드 번호 개체 틀 15">
            <a:extLst>
              <a:ext uri="{FF2B5EF4-FFF2-40B4-BE49-F238E27FC236}">
                <a16:creationId xmlns:a16="http://schemas.microsoft.com/office/drawing/2014/main" id="{2D0D8020-09D5-430B-9598-F38BB5DD9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78148" y="9200058"/>
            <a:ext cx="1543050" cy="527403"/>
          </a:xfrm>
        </p:spPr>
        <p:txBody>
          <a:bodyPr/>
          <a:lstStyle/>
          <a:p>
            <a:fld id="{025F5712-77C1-483E-AF6C-501D64E640ED}" type="slidenum">
              <a:rPr lang="ko-KR" altLang="en-US" smtClean="0"/>
              <a:t>22</a:t>
            </a:fld>
            <a:endParaRPr lang="ko-KR" altLang="en-US" dirty="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CA9D7B3A-DAC6-F0D0-E166-CCB44856A7C4}"/>
              </a:ext>
            </a:extLst>
          </p:cNvPr>
          <p:cNvGrpSpPr/>
          <p:nvPr/>
        </p:nvGrpSpPr>
        <p:grpSpPr>
          <a:xfrm>
            <a:off x="411396" y="805315"/>
            <a:ext cx="5755518" cy="4820736"/>
            <a:chOff x="216304" y="1207533"/>
            <a:chExt cx="6220070" cy="6670415"/>
          </a:xfrm>
        </p:grpSpPr>
        <p:cxnSp>
          <p:nvCxnSpPr>
            <p:cNvPr id="6" name="직선 연결선[R] 5">
              <a:extLst>
                <a:ext uri="{FF2B5EF4-FFF2-40B4-BE49-F238E27FC236}">
                  <a16:creationId xmlns:a16="http://schemas.microsoft.com/office/drawing/2014/main" id="{BCB4A63F-4C84-05C3-E8B0-315AEF534DEE}"/>
                </a:ext>
              </a:extLst>
            </p:cNvPr>
            <p:cNvCxnSpPr>
              <a:cxnSpLocks/>
            </p:cNvCxnSpPr>
            <p:nvPr/>
          </p:nvCxnSpPr>
          <p:spPr>
            <a:xfrm>
              <a:off x="2026598" y="2116113"/>
              <a:ext cx="767674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[R] 13">
              <a:extLst>
                <a:ext uri="{FF2B5EF4-FFF2-40B4-BE49-F238E27FC236}">
                  <a16:creationId xmlns:a16="http://schemas.microsoft.com/office/drawing/2014/main" id="{4F0B6434-1466-5273-D837-FDAED44FB871}"/>
                </a:ext>
              </a:extLst>
            </p:cNvPr>
            <p:cNvCxnSpPr>
              <a:cxnSpLocks/>
            </p:cNvCxnSpPr>
            <p:nvPr/>
          </p:nvCxnSpPr>
          <p:spPr>
            <a:xfrm>
              <a:off x="2026598" y="2617812"/>
              <a:ext cx="767674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0768437-6F83-8E7E-B3EC-F6A945408798}"/>
                </a:ext>
              </a:extLst>
            </p:cNvPr>
            <p:cNvSpPr txBox="1"/>
            <p:nvPr/>
          </p:nvSpPr>
          <p:spPr>
            <a:xfrm>
              <a:off x="325154" y="1975919"/>
              <a:ext cx="1733142" cy="3832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kumimoji="1" lang="ko-Kore-KR" altLang="en-US" sz="1200" dirty="0"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레이저</a:t>
              </a:r>
              <a:r>
                <a:rPr kumimoji="1" lang="ko-KR" altLang="en-US" sz="1200" dirty="0"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 포인터</a:t>
              </a:r>
              <a:endParaRPr kumimoji="1" lang="ko-Kore-KR" altLang="en-US" sz="1200" dirty="0">
                <a:latin typeface="NanumBarunGothic" panose="020B0603020101020101" pitchFamily="34" charset="-127"/>
                <a:ea typeface="NanumBarunGothic" panose="020B0603020101020101" pitchFamily="34" charset="-127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1F06839-A4B3-1E02-F6CB-486CF09B66FB}"/>
                </a:ext>
              </a:extLst>
            </p:cNvPr>
            <p:cNvSpPr txBox="1"/>
            <p:nvPr/>
          </p:nvSpPr>
          <p:spPr>
            <a:xfrm>
              <a:off x="325154" y="2477619"/>
              <a:ext cx="1733142" cy="3832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kumimoji="1" lang="ko-KR" altLang="en-US" sz="1200" dirty="0"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사각 도형 그리기</a:t>
              </a:r>
              <a:endParaRPr kumimoji="1" lang="ko-Kore-KR" altLang="en-US" sz="1200" dirty="0">
                <a:latin typeface="NanumBarunGothic" panose="020B0603020101020101" pitchFamily="34" charset="-127"/>
                <a:ea typeface="NanumBarunGothic" panose="020B0603020101020101" pitchFamily="34" charset="-127"/>
              </a:endParaRPr>
            </a:p>
          </p:txBody>
        </p:sp>
        <p:cxnSp>
          <p:nvCxnSpPr>
            <p:cNvPr id="18" name="직선 연결선[R] 17">
              <a:extLst>
                <a:ext uri="{FF2B5EF4-FFF2-40B4-BE49-F238E27FC236}">
                  <a16:creationId xmlns:a16="http://schemas.microsoft.com/office/drawing/2014/main" id="{C7FF4436-5A92-D9B9-EB08-3D77EB89AF72}"/>
                </a:ext>
              </a:extLst>
            </p:cNvPr>
            <p:cNvCxnSpPr>
              <a:cxnSpLocks/>
            </p:cNvCxnSpPr>
            <p:nvPr/>
          </p:nvCxnSpPr>
          <p:spPr>
            <a:xfrm>
              <a:off x="2026598" y="3126138"/>
              <a:ext cx="767674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9E7E08B-92E3-16DD-6AAC-81DBE3C5A39E}"/>
                </a:ext>
              </a:extLst>
            </p:cNvPr>
            <p:cNvSpPr txBox="1"/>
            <p:nvPr/>
          </p:nvSpPr>
          <p:spPr>
            <a:xfrm>
              <a:off x="325154" y="2985944"/>
              <a:ext cx="1733142" cy="3832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kumimoji="1" lang="ko-KR" altLang="en-US" sz="1200" dirty="0"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원형 도형 그리기</a:t>
              </a:r>
              <a:endParaRPr kumimoji="1" lang="ko-Kore-KR" altLang="en-US" sz="1200" dirty="0">
                <a:latin typeface="NanumBarunGothic" panose="020B0603020101020101" pitchFamily="34" charset="-127"/>
                <a:ea typeface="NanumBarunGothic" panose="020B0603020101020101" pitchFamily="34" charset="-127"/>
              </a:endParaRPr>
            </a:p>
          </p:txBody>
        </p:sp>
        <p:cxnSp>
          <p:nvCxnSpPr>
            <p:cNvPr id="20" name="직선 연결선[R] 19">
              <a:extLst>
                <a:ext uri="{FF2B5EF4-FFF2-40B4-BE49-F238E27FC236}">
                  <a16:creationId xmlns:a16="http://schemas.microsoft.com/office/drawing/2014/main" id="{DF2EB007-753A-6DA8-0158-EEA9452826DE}"/>
                </a:ext>
              </a:extLst>
            </p:cNvPr>
            <p:cNvCxnSpPr>
              <a:cxnSpLocks/>
            </p:cNvCxnSpPr>
            <p:nvPr/>
          </p:nvCxnSpPr>
          <p:spPr>
            <a:xfrm>
              <a:off x="2026598" y="3628315"/>
              <a:ext cx="767674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FA272C3-EC10-9B72-DDFB-579869AAE21E}"/>
                </a:ext>
              </a:extLst>
            </p:cNvPr>
            <p:cNvSpPr txBox="1"/>
            <p:nvPr/>
          </p:nvSpPr>
          <p:spPr>
            <a:xfrm>
              <a:off x="325154" y="3488121"/>
              <a:ext cx="1733142" cy="3832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kumimoji="1" lang="ko-KR" altLang="en-US" sz="1200" dirty="0"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펜</a:t>
              </a:r>
              <a:endParaRPr kumimoji="1" lang="ko-Kore-KR" altLang="en-US" sz="1200" dirty="0">
                <a:latin typeface="NanumBarunGothic" panose="020B0603020101020101" pitchFamily="34" charset="-127"/>
                <a:ea typeface="NanumBarunGothic" panose="020B0603020101020101" pitchFamily="34" charset="-127"/>
              </a:endParaRPr>
            </a:p>
          </p:txBody>
        </p:sp>
        <p:cxnSp>
          <p:nvCxnSpPr>
            <p:cNvPr id="22" name="직선 연결선[R] 21">
              <a:extLst>
                <a:ext uri="{FF2B5EF4-FFF2-40B4-BE49-F238E27FC236}">
                  <a16:creationId xmlns:a16="http://schemas.microsoft.com/office/drawing/2014/main" id="{FB8237B4-EE07-D0C5-F6E1-E536E5B39247}"/>
                </a:ext>
              </a:extLst>
            </p:cNvPr>
            <p:cNvCxnSpPr>
              <a:cxnSpLocks/>
            </p:cNvCxnSpPr>
            <p:nvPr/>
          </p:nvCxnSpPr>
          <p:spPr>
            <a:xfrm>
              <a:off x="2026598" y="4135722"/>
              <a:ext cx="767674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424404B-A005-ACE0-D13C-2BDD500A332A}"/>
                </a:ext>
              </a:extLst>
            </p:cNvPr>
            <p:cNvSpPr txBox="1"/>
            <p:nvPr/>
          </p:nvSpPr>
          <p:spPr>
            <a:xfrm>
              <a:off x="325154" y="3995528"/>
              <a:ext cx="1733142" cy="3832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kumimoji="1" lang="ko-KR" altLang="en-US" sz="1200" dirty="0" err="1"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형광펜</a:t>
              </a:r>
              <a:endParaRPr kumimoji="1" lang="ko-Kore-KR" altLang="en-US" sz="1200" dirty="0">
                <a:latin typeface="NanumBarunGothic" panose="020B0603020101020101" pitchFamily="34" charset="-127"/>
                <a:ea typeface="NanumBarunGothic" panose="020B0603020101020101" pitchFamily="34" charset="-127"/>
              </a:endParaRPr>
            </a:p>
          </p:txBody>
        </p:sp>
        <p:cxnSp>
          <p:nvCxnSpPr>
            <p:cNvPr id="24" name="직선 연결선[R] 23">
              <a:extLst>
                <a:ext uri="{FF2B5EF4-FFF2-40B4-BE49-F238E27FC236}">
                  <a16:creationId xmlns:a16="http://schemas.microsoft.com/office/drawing/2014/main" id="{CCBFB4DF-9214-C402-D61B-F71092B996E0}"/>
                </a:ext>
              </a:extLst>
            </p:cNvPr>
            <p:cNvCxnSpPr>
              <a:cxnSpLocks/>
            </p:cNvCxnSpPr>
            <p:nvPr/>
          </p:nvCxnSpPr>
          <p:spPr>
            <a:xfrm>
              <a:off x="2026598" y="4628267"/>
              <a:ext cx="767674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7F338F5-0D3C-F646-0E34-3C43E945712A}"/>
                </a:ext>
              </a:extLst>
            </p:cNvPr>
            <p:cNvSpPr txBox="1"/>
            <p:nvPr/>
          </p:nvSpPr>
          <p:spPr>
            <a:xfrm>
              <a:off x="325154" y="4488074"/>
              <a:ext cx="1733142" cy="3832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kumimoji="1" lang="ko-KR" altLang="en-US" sz="1200" dirty="0"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직선 그리기</a:t>
              </a:r>
              <a:endParaRPr kumimoji="1" lang="ko-Kore-KR" altLang="en-US" sz="1200" dirty="0">
                <a:latin typeface="NanumBarunGothic" panose="020B0603020101020101" pitchFamily="34" charset="-127"/>
                <a:ea typeface="NanumBarunGothic" panose="020B0603020101020101" pitchFamily="34" charset="-127"/>
              </a:endParaRPr>
            </a:p>
          </p:txBody>
        </p:sp>
        <p:cxnSp>
          <p:nvCxnSpPr>
            <p:cNvPr id="26" name="직선 연결선[R] 25">
              <a:extLst>
                <a:ext uri="{FF2B5EF4-FFF2-40B4-BE49-F238E27FC236}">
                  <a16:creationId xmlns:a16="http://schemas.microsoft.com/office/drawing/2014/main" id="{72F6C63A-EDFF-60CE-AFCA-FD3420AEC1D3}"/>
                </a:ext>
              </a:extLst>
            </p:cNvPr>
            <p:cNvCxnSpPr>
              <a:cxnSpLocks/>
            </p:cNvCxnSpPr>
            <p:nvPr/>
          </p:nvCxnSpPr>
          <p:spPr>
            <a:xfrm>
              <a:off x="2026598" y="5123801"/>
              <a:ext cx="767674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F6DF39B-748F-FDAB-7DF6-847F45384D02}"/>
                </a:ext>
              </a:extLst>
            </p:cNvPr>
            <p:cNvSpPr txBox="1"/>
            <p:nvPr/>
          </p:nvSpPr>
          <p:spPr>
            <a:xfrm>
              <a:off x="325154" y="4993440"/>
              <a:ext cx="1733142" cy="3832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kumimoji="1" lang="ko-KR" altLang="en-US" sz="1200" dirty="0"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텍스트 </a:t>
              </a:r>
              <a:endParaRPr kumimoji="1" lang="ko-Kore-KR" altLang="en-US" sz="1200" dirty="0">
                <a:latin typeface="NanumBarunGothic" panose="020B0603020101020101" pitchFamily="34" charset="-127"/>
                <a:ea typeface="NanumBarunGothic" panose="020B0603020101020101" pitchFamily="34" charset="-127"/>
              </a:endParaRPr>
            </a:p>
          </p:txBody>
        </p:sp>
        <p:cxnSp>
          <p:nvCxnSpPr>
            <p:cNvPr id="28" name="직선 연결선[R] 27">
              <a:extLst>
                <a:ext uri="{FF2B5EF4-FFF2-40B4-BE49-F238E27FC236}">
                  <a16:creationId xmlns:a16="http://schemas.microsoft.com/office/drawing/2014/main" id="{A0B93310-2A40-299B-0200-A9B4A1834938}"/>
                </a:ext>
              </a:extLst>
            </p:cNvPr>
            <p:cNvCxnSpPr>
              <a:cxnSpLocks/>
            </p:cNvCxnSpPr>
            <p:nvPr/>
          </p:nvCxnSpPr>
          <p:spPr>
            <a:xfrm>
              <a:off x="2026598" y="5614587"/>
              <a:ext cx="767674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2CEC780-CCCE-72F4-B9C5-67F93B128F9E}"/>
                </a:ext>
              </a:extLst>
            </p:cNvPr>
            <p:cNvSpPr txBox="1"/>
            <p:nvPr/>
          </p:nvSpPr>
          <p:spPr>
            <a:xfrm>
              <a:off x="325154" y="5474393"/>
              <a:ext cx="1733142" cy="3832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kumimoji="1" lang="ko-KR" altLang="en-US" sz="1200" dirty="0"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지우개 </a:t>
              </a:r>
              <a:r>
                <a:rPr kumimoji="1" lang="en-US" altLang="ko-KR" sz="1200" dirty="0"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(</a:t>
              </a:r>
              <a:r>
                <a:rPr kumimoji="1" lang="ko-KR" altLang="en-US" sz="1200" dirty="0"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선택</a:t>
              </a:r>
              <a:r>
                <a:rPr kumimoji="1" lang="en-US" altLang="ko-KR" sz="1200" dirty="0"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/</a:t>
              </a:r>
              <a:r>
                <a:rPr kumimoji="1" lang="ko-KR" altLang="en-US" sz="1200" dirty="0"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전체</a:t>
              </a:r>
              <a:r>
                <a:rPr kumimoji="1" lang="en-US" altLang="ko-KR" sz="1200" dirty="0"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)</a:t>
              </a:r>
              <a:endParaRPr kumimoji="1" lang="ko-Kore-KR" altLang="en-US" sz="1200" dirty="0">
                <a:latin typeface="NanumBarunGothic" panose="020B0603020101020101" pitchFamily="34" charset="-127"/>
                <a:ea typeface="NanumBarunGothic" panose="020B0603020101020101" pitchFamily="34" charset="-127"/>
              </a:endParaRPr>
            </a:p>
          </p:txBody>
        </p:sp>
        <p:cxnSp>
          <p:nvCxnSpPr>
            <p:cNvPr id="30" name="직선 연결선[R] 29">
              <a:extLst>
                <a:ext uri="{FF2B5EF4-FFF2-40B4-BE49-F238E27FC236}">
                  <a16:creationId xmlns:a16="http://schemas.microsoft.com/office/drawing/2014/main" id="{BC72CAB6-F9FB-19C4-B998-D2AE4EA25121}"/>
                </a:ext>
              </a:extLst>
            </p:cNvPr>
            <p:cNvCxnSpPr>
              <a:cxnSpLocks/>
            </p:cNvCxnSpPr>
            <p:nvPr/>
          </p:nvCxnSpPr>
          <p:spPr>
            <a:xfrm>
              <a:off x="2026598" y="6106130"/>
              <a:ext cx="767674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94C5AD1-6164-F080-E985-4D6C7D3FB7F4}"/>
                </a:ext>
              </a:extLst>
            </p:cNvPr>
            <p:cNvSpPr txBox="1"/>
            <p:nvPr/>
          </p:nvSpPr>
          <p:spPr>
            <a:xfrm>
              <a:off x="325154" y="5965936"/>
              <a:ext cx="1733142" cy="3832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kumimoji="1" lang="ko-KR" altLang="en-US" sz="1200" dirty="0"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이동</a:t>
              </a:r>
              <a:endParaRPr kumimoji="1" lang="ko-Kore-KR" altLang="en-US" sz="1200" dirty="0">
                <a:latin typeface="NanumBarunGothic" panose="020B0603020101020101" pitchFamily="34" charset="-127"/>
                <a:ea typeface="NanumBarunGothic" panose="020B0603020101020101" pitchFamily="34" charset="-127"/>
              </a:endParaRPr>
            </a:p>
          </p:txBody>
        </p:sp>
        <p:cxnSp>
          <p:nvCxnSpPr>
            <p:cNvPr id="32" name="직선 연결선[R] 31">
              <a:extLst>
                <a:ext uri="{FF2B5EF4-FFF2-40B4-BE49-F238E27FC236}">
                  <a16:creationId xmlns:a16="http://schemas.microsoft.com/office/drawing/2014/main" id="{51A16901-D35D-200C-1B4E-BDAD1C41E7E0}"/>
                </a:ext>
              </a:extLst>
            </p:cNvPr>
            <p:cNvCxnSpPr>
              <a:cxnSpLocks/>
            </p:cNvCxnSpPr>
            <p:nvPr/>
          </p:nvCxnSpPr>
          <p:spPr>
            <a:xfrm>
              <a:off x="2026598" y="6810573"/>
              <a:ext cx="767674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1852C387-8BF9-6B7D-418F-A98860FC5A30}"/>
                </a:ext>
              </a:extLst>
            </p:cNvPr>
            <p:cNvSpPr txBox="1"/>
            <p:nvPr/>
          </p:nvSpPr>
          <p:spPr>
            <a:xfrm>
              <a:off x="314799" y="6661255"/>
              <a:ext cx="1733142" cy="3832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kumimoji="1" lang="en-US" altLang="ko-Kore-KR" sz="1200" dirty="0"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ZOOM IN/OUT</a:t>
              </a:r>
              <a:endParaRPr kumimoji="1" lang="ko-Kore-KR" altLang="en-US" sz="1200" dirty="0">
                <a:latin typeface="NanumBarunGothic" panose="020B0603020101020101" pitchFamily="34" charset="-127"/>
                <a:ea typeface="NanumBarunGothic" panose="020B0603020101020101" pitchFamily="34" charset="-127"/>
              </a:endParaRPr>
            </a:p>
          </p:txBody>
        </p:sp>
        <p:cxnSp>
          <p:nvCxnSpPr>
            <p:cNvPr id="37" name="직선 연결선[R] 36">
              <a:extLst>
                <a:ext uri="{FF2B5EF4-FFF2-40B4-BE49-F238E27FC236}">
                  <a16:creationId xmlns:a16="http://schemas.microsoft.com/office/drawing/2014/main" id="{C6CFF08E-A0C2-E2E5-914A-DA880DFC50DB}"/>
                </a:ext>
              </a:extLst>
            </p:cNvPr>
            <p:cNvCxnSpPr>
              <a:cxnSpLocks/>
            </p:cNvCxnSpPr>
            <p:nvPr/>
          </p:nvCxnSpPr>
          <p:spPr>
            <a:xfrm>
              <a:off x="2026598" y="1498667"/>
              <a:ext cx="767674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EFCFA75-3817-8EED-540B-9E29064359EC}"/>
                </a:ext>
              </a:extLst>
            </p:cNvPr>
            <p:cNvSpPr txBox="1"/>
            <p:nvPr/>
          </p:nvSpPr>
          <p:spPr>
            <a:xfrm>
              <a:off x="216304" y="1369014"/>
              <a:ext cx="1865747" cy="3832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kumimoji="1" lang="ko-KR" altLang="en-US" sz="1200" dirty="0"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판서 </a:t>
              </a:r>
              <a:r>
                <a:rPr kumimoji="1" lang="ko-KR" altLang="en-US" sz="1200" dirty="0" err="1"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툴바</a:t>
              </a:r>
              <a:r>
                <a:rPr kumimoji="1" lang="ko-KR" altLang="en-US" sz="1200" dirty="0"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 열림</a:t>
              </a:r>
              <a:r>
                <a:rPr kumimoji="1" lang="en-US" altLang="ko-KR" sz="1200" dirty="0"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/</a:t>
              </a:r>
              <a:r>
                <a:rPr kumimoji="1" lang="ko-KR" altLang="en-US" sz="1200" dirty="0"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닫힘</a:t>
              </a:r>
              <a:endParaRPr kumimoji="1" lang="ko-Kore-KR" altLang="en-US" sz="1200" dirty="0">
                <a:latin typeface="NanumBarunGothic" panose="020B0603020101020101" pitchFamily="34" charset="-127"/>
                <a:ea typeface="NanumBarunGothic" panose="020B0603020101020101" pitchFamily="34" charset="-127"/>
              </a:endParaRPr>
            </a:p>
          </p:txBody>
        </p: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711176C1-B5F3-D162-FAA5-36800BE93916}"/>
                </a:ext>
              </a:extLst>
            </p:cNvPr>
            <p:cNvGrpSpPr/>
            <p:nvPr/>
          </p:nvGrpSpPr>
          <p:grpSpPr>
            <a:xfrm>
              <a:off x="2532325" y="1207533"/>
              <a:ext cx="3383777" cy="6670415"/>
              <a:chOff x="2532325" y="1207533"/>
              <a:chExt cx="3383777" cy="6670415"/>
            </a:xfrm>
          </p:grpSpPr>
          <p:grpSp>
            <p:nvGrpSpPr>
              <p:cNvPr id="15" name="그룹 14">
                <a:extLst>
                  <a:ext uri="{FF2B5EF4-FFF2-40B4-BE49-F238E27FC236}">
                    <a16:creationId xmlns:a16="http://schemas.microsoft.com/office/drawing/2014/main" id="{454BD3B5-6A9C-0A75-51C8-B123FB019EA1}"/>
                  </a:ext>
                </a:extLst>
              </p:cNvPr>
              <p:cNvGrpSpPr/>
              <p:nvPr/>
            </p:nvGrpSpPr>
            <p:grpSpPr>
              <a:xfrm>
                <a:off x="2532325" y="1207533"/>
                <a:ext cx="1595356" cy="6511516"/>
                <a:chOff x="1980026" y="1170699"/>
                <a:chExt cx="1880465" cy="6680355"/>
              </a:xfrm>
            </p:grpSpPr>
            <p:pic>
              <p:nvPicPr>
                <p:cNvPr id="3" name="그림 2">
                  <a:extLst>
                    <a:ext uri="{FF2B5EF4-FFF2-40B4-BE49-F238E27FC236}">
                      <a16:creationId xmlns:a16="http://schemas.microsoft.com/office/drawing/2014/main" id="{9E7F19A0-62C6-BB33-B448-47472805A76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45797"/>
                <a:stretch/>
              </p:blipFill>
              <p:spPr>
                <a:xfrm>
                  <a:off x="1980026" y="1170699"/>
                  <a:ext cx="1879259" cy="6477000"/>
                </a:xfrm>
                <a:prstGeom prst="rect">
                  <a:avLst/>
                </a:prstGeom>
              </p:spPr>
            </p:pic>
            <p:pic>
              <p:nvPicPr>
                <p:cNvPr id="34" name="그림 33">
                  <a:extLst>
                    <a:ext uri="{FF2B5EF4-FFF2-40B4-BE49-F238E27FC236}">
                      <a16:creationId xmlns:a16="http://schemas.microsoft.com/office/drawing/2014/main" id="{93E6BBE0-F10F-D925-5A77-6FAE175DF7A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45797" t="79944" r="1"/>
                <a:stretch/>
              </p:blipFill>
              <p:spPr>
                <a:xfrm>
                  <a:off x="1981234" y="6551999"/>
                  <a:ext cx="1879257" cy="1299055"/>
                </a:xfrm>
                <a:prstGeom prst="rect">
                  <a:avLst/>
                </a:prstGeom>
              </p:spPr>
            </p:pic>
          </p:grpSp>
          <p:pic>
            <p:nvPicPr>
              <p:cNvPr id="55" name="그림 54">
                <a:extLst>
                  <a:ext uri="{FF2B5EF4-FFF2-40B4-BE49-F238E27FC236}">
                    <a16:creationId xmlns:a16="http://schemas.microsoft.com/office/drawing/2014/main" id="{506E71D0-A856-0F69-1711-0E7247A7A06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8253"/>
              <a:stretch/>
            </p:blipFill>
            <p:spPr>
              <a:xfrm>
                <a:off x="3305314" y="6165122"/>
                <a:ext cx="1587500" cy="1712826"/>
              </a:xfrm>
              <a:prstGeom prst="rect">
                <a:avLst/>
              </a:prstGeom>
            </p:spPr>
          </p:pic>
          <p:pic>
            <p:nvPicPr>
              <p:cNvPr id="57" name="그림 56">
                <a:extLst>
                  <a:ext uri="{FF2B5EF4-FFF2-40B4-BE49-F238E27FC236}">
                    <a16:creationId xmlns:a16="http://schemas.microsoft.com/office/drawing/2014/main" id="{190DF737-B71A-254E-DB7C-74A345E038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309935" y="4953000"/>
                <a:ext cx="1905000" cy="1308100"/>
              </a:xfrm>
              <a:prstGeom prst="rect">
                <a:avLst/>
              </a:prstGeom>
            </p:spPr>
          </p:pic>
          <p:pic>
            <p:nvPicPr>
              <p:cNvPr id="4" name="그림 3">
                <a:extLst>
                  <a:ext uri="{FF2B5EF4-FFF2-40B4-BE49-F238E27FC236}">
                    <a16:creationId xmlns:a16="http://schemas.microsoft.com/office/drawing/2014/main" id="{068980CD-6EA5-FFC4-2D2D-45127A58A4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312602" y="1955717"/>
                <a:ext cx="2603500" cy="1320800"/>
              </a:xfrm>
              <a:prstGeom prst="rect">
                <a:avLst/>
              </a:prstGeom>
            </p:spPr>
          </p:pic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BE3F5336-2C23-6D76-45E3-38A8C6805B5A}"/>
                </a:ext>
              </a:extLst>
            </p:cNvPr>
            <p:cNvSpPr txBox="1"/>
            <p:nvPr/>
          </p:nvSpPr>
          <p:spPr>
            <a:xfrm>
              <a:off x="4698074" y="3355443"/>
              <a:ext cx="1733142" cy="3832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1200" dirty="0"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선 굵기 조절</a:t>
              </a:r>
              <a:endParaRPr kumimoji="1" lang="ko-Kore-KR" altLang="en-US" sz="1200" dirty="0">
                <a:latin typeface="NanumBarunGothic" panose="020B0603020101020101" pitchFamily="34" charset="-127"/>
                <a:ea typeface="NanumBarunGothic" panose="020B0603020101020101" pitchFamily="34" charset="-127"/>
              </a:endParaRPr>
            </a:p>
          </p:txBody>
        </p:sp>
        <p:cxnSp>
          <p:nvCxnSpPr>
            <p:cNvPr id="36" name="꺾인 연결선[E] 35">
              <a:extLst>
                <a:ext uri="{FF2B5EF4-FFF2-40B4-BE49-F238E27FC236}">
                  <a16:creationId xmlns:a16="http://schemas.microsoft.com/office/drawing/2014/main" id="{5F0EB337-F4EC-8A6D-8FBE-298BC76C68B3}"/>
                </a:ext>
              </a:extLst>
            </p:cNvPr>
            <p:cNvCxnSpPr>
              <a:cxnSpLocks/>
              <a:endCxn id="40" idx="1"/>
            </p:cNvCxnSpPr>
            <p:nvPr/>
          </p:nvCxnSpPr>
          <p:spPr>
            <a:xfrm rot="16200000" flipH="1">
              <a:off x="4359973" y="3208981"/>
              <a:ext cx="396714" cy="279489"/>
            </a:xfrm>
            <a:prstGeom prst="bentConnector2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0538AEA4-C1F6-977E-A1BC-56C357ECCF38}"/>
                </a:ext>
              </a:extLst>
            </p:cNvPr>
            <p:cNvSpPr txBox="1"/>
            <p:nvPr/>
          </p:nvSpPr>
          <p:spPr>
            <a:xfrm>
              <a:off x="4703232" y="1598159"/>
              <a:ext cx="1733142" cy="3832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1200" dirty="0"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선 색상 선택</a:t>
              </a:r>
              <a:endParaRPr kumimoji="1" lang="ko-Kore-KR" altLang="en-US" sz="1200" dirty="0">
                <a:latin typeface="NanumBarunGothic" panose="020B0603020101020101" pitchFamily="34" charset="-127"/>
                <a:ea typeface="NanumBarunGothic" panose="020B0603020101020101" pitchFamily="34" charset="-127"/>
              </a:endParaRPr>
            </a:p>
          </p:txBody>
        </p:sp>
        <p:cxnSp>
          <p:nvCxnSpPr>
            <p:cNvPr id="43" name="꺾인 연결선[E] 42">
              <a:extLst>
                <a:ext uri="{FF2B5EF4-FFF2-40B4-BE49-F238E27FC236}">
                  <a16:creationId xmlns:a16="http://schemas.microsoft.com/office/drawing/2014/main" id="{2308FCC4-8BA0-C502-02D8-05737EDB9119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4384694" y="1750888"/>
              <a:ext cx="322934" cy="294477"/>
            </a:xfrm>
            <a:prstGeom prst="bentConnector2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9034E4E8-4A1B-7CC3-D242-CF8C4B5E8CA0}"/>
              </a:ext>
            </a:extLst>
          </p:cNvPr>
          <p:cNvSpPr txBox="1"/>
          <p:nvPr/>
        </p:nvSpPr>
        <p:spPr>
          <a:xfrm>
            <a:off x="325914" y="5835549"/>
            <a:ext cx="34092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다운로드 </a:t>
            </a:r>
            <a:r>
              <a:rPr lang="en-US" altLang="ko-KR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/</a:t>
            </a:r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삭제</a:t>
            </a:r>
          </a:p>
        </p:txBody>
      </p:sp>
      <p:pic>
        <p:nvPicPr>
          <p:cNvPr id="41" name="그림 40">
            <a:extLst>
              <a:ext uri="{FF2B5EF4-FFF2-40B4-BE49-F238E27FC236}">
                <a16:creationId xmlns:a16="http://schemas.microsoft.com/office/drawing/2014/main" id="{3D204C5D-0491-2559-A8B8-7B982AA4F153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798"/>
          <a:stretch/>
        </p:blipFill>
        <p:spPr>
          <a:xfrm>
            <a:off x="474286" y="6333623"/>
            <a:ext cx="2551136" cy="2971800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2511E387-B6EC-27FF-E9C6-2D6F4870D08D}"/>
              </a:ext>
            </a:extLst>
          </p:cNvPr>
          <p:cNvSpPr txBox="1"/>
          <p:nvPr/>
        </p:nvSpPr>
        <p:spPr>
          <a:xfrm>
            <a:off x="3255288" y="6304578"/>
            <a:ext cx="3409267" cy="31762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문서의 체크박스를 선택하면 상단 다운로드와 삭제 할 수 있는 아이콘으로 변경됩니다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다운로드 </a:t>
            </a:r>
            <a:endParaRPr lang="en-US" altLang="ko-KR" sz="1200" b="1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다운로드하려는 문서를 체크하고 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다운로드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버튼을 선택하면 다운로드 됩니다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다운로드는 원본 파일이 아닌  </a:t>
            </a:r>
            <a:r>
              <a:rPr lang="en-US" altLang="ko-KR" sz="1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PDF</a:t>
            </a:r>
            <a:r>
              <a:rPr lang="ko-KR" altLang="en-US" sz="1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로 변환되어 판서 내용과 함께 파일로 </a:t>
            </a:r>
            <a:r>
              <a:rPr lang="ko-KR" altLang="en-US" sz="1200" dirty="0" err="1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다운로드됩니다</a:t>
            </a:r>
            <a:r>
              <a:rPr lang="en-US" altLang="ko-KR" sz="1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삭제 </a:t>
            </a: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삭제하려는 문서를 체크한 후 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삭제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버튼을 선택하면 해당 문서가 삭제 됩니다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  <a:endParaRPr kumimoji="0" lang="ko-KR" altLang="en-US" sz="12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F507389B-F0AC-32F2-6CA5-26484711ED65}"/>
              </a:ext>
            </a:extLst>
          </p:cNvPr>
          <p:cNvSpPr/>
          <p:nvPr/>
        </p:nvSpPr>
        <p:spPr>
          <a:xfrm>
            <a:off x="489746" y="6333623"/>
            <a:ext cx="1808623" cy="563281"/>
          </a:xfrm>
          <a:prstGeom prst="rect">
            <a:avLst/>
          </a:prstGeom>
          <a:noFill/>
          <a:ln w="254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477EEAFB-0CF3-55E8-4E66-7AFA4B8379DF}"/>
              </a:ext>
            </a:extLst>
          </p:cNvPr>
          <p:cNvSpPr/>
          <p:nvPr/>
        </p:nvSpPr>
        <p:spPr>
          <a:xfrm>
            <a:off x="493617" y="7139892"/>
            <a:ext cx="394582" cy="324072"/>
          </a:xfrm>
          <a:prstGeom prst="rect">
            <a:avLst/>
          </a:prstGeom>
          <a:noFill/>
          <a:ln w="254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9010503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FEAA022E-4208-4704-AC0C-FA37BA7079E4}"/>
              </a:ext>
            </a:extLst>
          </p:cNvPr>
          <p:cNvGrpSpPr/>
          <p:nvPr/>
        </p:nvGrpSpPr>
        <p:grpSpPr>
          <a:xfrm>
            <a:off x="-6083" y="-13063"/>
            <a:ext cx="6876000" cy="2625891"/>
            <a:chOff x="-13063" y="-13063"/>
            <a:chExt cx="6876000" cy="2625891"/>
          </a:xfrm>
        </p:grpSpPr>
        <p:pic>
          <p:nvPicPr>
            <p:cNvPr id="8" name="그림 7" descr="텍스트이(가) 표시된 사진&#10;&#10;자동 생성된 설명">
              <a:extLst>
                <a:ext uri="{FF2B5EF4-FFF2-40B4-BE49-F238E27FC236}">
                  <a16:creationId xmlns:a16="http://schemas.microsoft.com/office/drawing/2014/main" id="{780F336E-B268-4F78-A613-F1B21F1C6388}"/>
                </a:ext>
              </a:extLst>
            </p:cNvPr>
            <p:cNvPicPr>
              <a:picLocks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3063" y="-13063"/>
              <a:ext cx="6876000" cy="26136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7292363-054B-4F47-AE5D-0319D815EC2D}"/>
                </a:ext>
              </a:extLst>
            </p:cNvPr>
            <p:cNvSpPr txBox="1"/>
            <p:nvPr/>
          </p:nvSpPr>
          <p:spPr>
            <a:xfrm>
              <a:off x="492326" y="366245"/>
              <a:ext cx="55789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v2.2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E6FD245-C704-450F-AF9D-BDD27C05E773}"/>
                </a:ext>
              </a:extLst>
            </p:cNvPr>
            <p:cNvSpPr txBox="1"/>
            <p:nvPr/>
          </p:nvSpPr>
          <p:spPr>
            <a:xfrm>
              <a:off x="-9000" y="2358912"/>
              <a:ext cx="101890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PC </a:t>
              </a:r>
              <a:r>
                <a:rPr lang="ko-KR" altLang="en-US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가이드</a:t>
              </a:r>
              <a:endPara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851B0305-14A4-4ADF-8943-C96958C330D2}"/>
              </a:ext>
            </a:extLst>
          </p:cNvPr>
          <p:cNvSpPr txBox="1"/>
          <p:nvPr/>
        </p:nvSpPr>
        <p:spPr>
          <a:xfrm>
            <a:off x="1234441" y="928236"/>
            <a:ext cx="43891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공유 기능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EDA30D-8D62-4343-B990-02CA2FCC437A}"/>
              </a:ext>
            </a:extLst>
          </p:cNvPr>
          <p:cNvSpPr txBox="1"/>
          <p:nvPr/>
        </p:nvSpPr>
        <p:spPr>
          <a:xfrm>
            <a:off x="209005" y="2795131"/>
            <a:ext cx="23251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화면 공유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73B173-6515-4F8B-9569-20ED06F79F98}"/>
              </a:ext>
            </a:extLst>
          </p:cNvPr>
          <p:cNvSpPr txBox="1"/>
          <p:nvPr/>
        </p:nvSpPr>
        <p:spPr>
          <a:xfrm>
            <a:off x="145991" y="5821209"/>
            <a:ext cx="6436763" cy="57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Aldhabi" panose="020B0604020202020204" pitchFamily="2" charset="-78"/>
              </a:rPr>
              <a:t>회의 참석자들과 공유하고자 하는 본인의 화면 또는 문서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Aldhabi" panose="020B0604020202020204" pitchFamily="2" charset="-78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Aldhabi" panose="020B0604020202020204" pitchFamily="2" charset="-78"/>
              </a:rPr>
              <a:t>영상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Aldhabi" panose="020B0604020202020204" pitchFamily="2" charset="-78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Aldhabi" panose="020B0604020202020204" pitchFamily="2" charset="-78"/>
              </a:rPr>
              <a:t>브라우저를 함께 보며 회의 하실 수 있는 화면 공유 기능을 제공합니다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Aldhabi" panose="020B0604020202020204" pitchFamily="2" charset="-78"/>
              </a:rPr>
              <a:t>.</a:t>
            </a:r>
          </a:p>
        </p:txBody>
      </p:sp>
      <p:sp>
        <p:nvSpPr>
          <p:cNvPr id="16" name="슬라이드 번호 개체 틀 15">
            <a:extLst>
              <a:ext uri="{FF2B5EF4-FFF2-40B4-BE49-F238E27FC236}">
                <a16:creationId xmlns:a16="http://schemas.microsoft.com/office/drawing/2014/main" id="{B84B8405-E471-4561-8245-1D4F47AB4F0F}"/>
              </a:ext>
            </a:extLst>
          </p:cNvPr>
          <p:cNvSpPr txBox="1">
            <a:spLocks/>
          </p:cNvSpPr>
          <p:nvPr/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25F5712-77C1-483E-AF6C-501D64E640ED}" type="slidenum">
              <a:rPr lang="ko-KR" altLang="en-US" smtClean="0"/>
              <a:pPr/>
              <a:t>23</a:t>
            </a:fld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0994342-EC1B-4671-81AE-94416DBA4725}"/>
              </a:ext>
            </a:extLst>
          </p:cNvPr>
          <p:cNvSpPr txBox="1"/>
          <p:nvPr/>
        </p:nvSpPr>
        <p:spPr>
          <a:xfrm>
            <a:off x="215312" y="8414248"/>
            <a:ext cx="6298120" cy="12588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Aldhabi" panose="020B0604020202020204" pitchFamily="2" charset="-78"/>
              </a:rPr>
              <a:t>-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Aldhabi" panose="020B0604020202020204" pitchFamily="2" charset="-78"/>
              </a:rPr>
              <a:t> 화면 공유 해제 시</a:t>
            </a:r>
          </a:p>
          <a:p>
            <a:pPr marL="228600" lvl="0" indent="-228600">
              <a:lnSpc>
                <a:spcPct val="140000"/>
              </a:lnSpc>
              <a:buAutoNum type="arabicPeriod"/>
              <a:defRPr/>
            </a:pP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  <a:cs typeface="Aldhabi" panose="020B0604020202020204" pitchFamily="2" charset="-78"/>
              </a:rPr>
              <a:t>하단 메뉴바의 </a:t>
            </a:r>
            <a:r>
              <a:rPr lang="en-US" altLang="ko-KR" sz="1200" b="1" dirty="0">
                <a:solidFill>
                  <a:prstClr val="black"/>
                </a:solidFill>
                <a:ea typeface="나눔바른고딕" panose="020B0603020101020101" pitchFamily="50" charset="-127"/>
                <a:cs typeface="Aldhabi" panose="020B0604020202020204" pitchFamily="2" charset="-78"/>
              </a:rPr>
              <a:t>[</a:t>
            </a:r>
            <a:r>
              <a:rPr lang="ko-KR" altLang="en-US" sz="1200" b="1" dirty="0">
                <a:solidFill>
                  <a:prstClr val="black"/>
                </a:solidFill>
                <a:ea typeface="나눔바른고딕" panose="020B0603020101020101" pitchFamily="50" charset="-127"/>
                <a:cs typeface="Aldhabi" panose="020B0604020202020204" pitchFamily="2" charset="-78"/>
              </a:rPr>
              <a:t>공유 </a:t>
            </a:r>
            <a:r>
              <a:rPr lang="ko-KR" altLang="en-US" sz="1200" b="1" dirty="0" err="1">
                <a:solidFill>
                  <a:prstClr val="black"/>
                </a:solidFill>
                <a:ea typeface="나눔바른고딕" panose="020B0603020101020101" pitchFamily="50" charset="-127"/>
                <a:cs typeface="Aldhabi" panose="020B0604020202020204" pitchFamily="2" charset="-78"/>
              </a:rPr>
              <a:t>토글</a:t>
            </a:r>
            <a:r>
              <a:rPr lang="en-US" altLang="ko-KR" sz="1200" b="1" dirty="0">
                <a:solidFill>
                  <a:prstClr val="black"/>
                </a:solidFill>
                <a:ea typeface="나눔바른고딕" panose="020B0603020101020101" pitchFamily="50" charset="-127"/>
                <a:cs typeface="Aldhabi" panose="020B0604020202020204" pitchFamily="2" charset="-78"/>
              </a:rPr>
              <a:t>] 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  <a:cs typeface="Aldhabi" panose="020B0604020202020204" pitchFamily="2" charset="-78"/>
              </a:rPr>
              <a:t>선택</a:t>
            </a:r>
            <a:endParaRPr lang="en-US" altLang="ko-KR" sz="1200" dirty="0">
              <a:solidFill>
                <a:prstClr val="black"/>
              </a:solidFill>
              <a:ea typeface="나눔바른고딕" panose="020B0603020101020101" pitchFamily="50" charset="-127"/>
              <a:cs typeface="Aldhabi" panose="020B0604020202020204" pitchFamily="2" charset="-78"/>
            </a:endParaRPr>
          </a:p>
          <a:p>
            <a:pPr marL="228600" lvl="0" indent="-228600">
              <a:lnSpc>
                <a:spcPct val="140000"/>
              </a:lnSpc>
              <a:buAutoNum type="arabicPeriod"/>
              <a:defRPr/>
            </a:pP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  <a:cs typeface="Aldhabi" panose="020B0604020202020204" pitchFamily="2" charset="-78"/>
            </a:endParaRPr>
          </a:p>
          <a:p>
            <a:pPr lvl="0">
              <a:lnSpc>
                <a:spcPct val="140000"/>
              </a:lnSpc>
              <a:defRPr/>
            </a:pPr>
            <a:r>
              <a:rPr lang="en-US" altLang="ko-KR" sz="1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※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Aldhabi" panose="020B0604020202020204" pitchFamily="2" charset="-78"/>
              </a:rPr>
              <a:t>오디오와 함께 화면 공유 중 공유자의 마이크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Aldhabi" panose="020B0604020202020204" pitchFamily="2" charset="-78"/>
              </a:rPr>
              <a:t>OFF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Aldhabi" panose="020B0604020202020204" pitchFamily="2" charset="-78"/>
              </a:rPr>
              <a:t>하면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Aldhabi" panose="020B0604020202020204" pitchFamily="2" charset="-78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Aldhabi" panose="020B0604020202020204" pitchFamily="2" charset="-78"/>
              </a:rPr>
              <a:t>참가자에게 오디오가 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  <a:cs typeface="Aldhabi" panose="020B0604020202020204" pitchFamily="2" charset="-78"/>
            </a:endParaRPr>
          </a:p>
          <a:p>
            <a:pPr marR="0" lvl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Aldhabi" panose="020B0604020202020204" pitchFamily="2" charset="-78"/>
              </a:rPr>
              <a:t> 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Aldhabi" panose="020B0604020202020204" pitchFamily="2" charset="-78"/>
              </a:rPr>
              <a:t>공유되지 않습니다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Aldhabi" panose="020B0604020202020204" pitchFamily="2" charset="-78"/>
              </a:rPr>
              <a:t>.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7EF1401-A6E3-8B4A-AD31-D09DDBB49572}"/>
              </a:ext>
            </a:extLst>
          </p:cNvPr>
          <p:cNvSpPr/>
          <p:nvPr/>
        </p:nvSpPr>
        <p:spPr>
          <a:xfrm>
            <a:off x="212232" y="6465082"/>
            <a:ext cx="4325043" cy="18835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lvl="0" indent="-171450">
              <a:lnSpc>
                <a:spcPct val="140000"/>
              </a:lnSpc>
              <a:buFontTx/>
              <a:buChar char="-"/>
              <a:defRPr/>
            </a:pPr>
            <a:r>
              <a:rPr lang="ko-KR" altLang="en-US" sz="1200" b="1" dirty="0">
                <a:solidFill>
                  <a:prstClr val="black"/>
                </a:solidFill>
                <a:ea typeface="나눔바른고딕" panose="020B0603020101020101" pitchFamily="50" charset="-127"/>
                <a:cs typeface="Aldhabi" panose="020B0604020202020204" pitchFamily="2" charset="-78"/>
              </a:rPr>
              <a:t>화면 공유  시</a:t>
            </a:r>
          </a:p>
          <a:p>
            <a:pPr marL="228600" lvl="0" indent="-228600">
              <a:lnSpc>
                <a:spcPct val="140000"/>
              </a:lnSpc>
              <a:buAutoNum type="arabicPeriod"/>
              <a:defRPr/>
            </a:pP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  <a:cs typeface="Aldhabi" panose="020B0604020202020204" pitchFamily="2" charset="-78"/>
              </a:rPr>
              <a:t>하단 메뉴바의 </a:t>
            </a:r>
            <a:r>
              <a:rPr lang="en-US" altLang="ko-KR" sz="1200" b="1" dirty="0">
                <a:solidFill>
                  <a:prstClr val="black"/>
                </a:solidFill>
                <a:ea typeface="나눔바른고딕" panose="020B0603020101020101" pitchFamily="50" charset="-127"/>
                <a:cs typeface="Aldhabi" panose="020B0604020202020204" pitchFamily="2" charset="-78"/>
              </a:rPr>
              <a:t>[</a:t>
            </a:r>
            <a:r>
              <a:rPr lang="ko-KR" altLang="en-US" sz="1200" b="1" dirty="0">
                <a:solidFill>
                  <a:prstClr val="black"/>
                </a:solidFill>
                <a:ea typeface="나눔바른고딕" panose="020B0603020101020101" pitchFamily="50" charset="-127"/>
                <a:cs typeface="Aldhabi" panose="020B0604020202020204" pitchFamily="2" charset="-78"/>
              </a:rPr>
              <a:t>공유 </a:t>
            </a:r>
            <a:r>
              <a:rPr lang="ko-KR" altLang="en-US" sz="1200" b="1" dirty="0" err="1">
                <a:solidFill>
                  <a:prstClr val="black"/>
                </a:solidFill>
                <a:ea typeface="나눔바른고딕" panose="020B0603020101020101" pitchFamily="50" charset="-127"/>
                <a:cs typeface="Aldhabi" panose="020B0604020202020204" pitchFamily="2" charset="-78"/>
              </a:rPr>
              <a:t>토글</a:t>
            </a:r>
            <a:r>
              <a:rPr lang="en-US" altLang="ko-KR" sz="1200" b="1" dirty="0">
                <a:solidFill>
                  <a:prstClr val="black"/>
                </a:solidFill>
                <a:ea typeface="나눔바른고딕" panose="020B0603020101020101" pitchFamily="50" charset="-127"/>
                <a:cs typeface="Aldhabi" panose="020B0604020202020204" pitchFamily="2" charset="-78"/>
              </a:rPr>
              <a:t>] 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  <a:cs typeface="Aldhabi" panose="020B0604020202020204" pitchFamily="2" charset="-78"/>
              </a:rPr>
              <a:t>선택</a:t>
            </a:r>
            <a:endParaRPr lang="en-US" altLang="ko-KR" sz="1200" dirty="0">
              <a:solidFill>
                <a:prstClr val="black"/>
              </a:solidFill>
              <a:ea typeface="나눔바른고딕" panose="020B0603020101020101" pitchFamily="50" charset="-127"/>
              <a:cs typeface="Aldhabi" panose="020B0604020202020204" pitchFamily="2" charset="-78"/>
            </a:endParaRPr>
          </a:p>
          <a:p>
            <a:pPr marL="228600" lvl="0" indent="-228600">
              <a:lnSpc>
                <a:spcPct val="140000"/>
              </a:lnSpc>
              <a:buAutoNum type="arabicPeriod"/>
              <a:defRPr/>
            </a:pPr>
            <a:r>
              <a:rPr lang="en-US" altLang="ko-KR" sz="1200" b="1" dirty="0">
                <a:solidFill>
                  <a:prstClr val="black"/>
                </a:solidFill>
                <a:ea typeface="나눔바른고딕" panose="020B0603020101020101" pitchFamily="50" charset="-127"/>
                <a:cs typeface="Aldhabi" panose="020B0604020202020204" pitchFamily="2" charset="-78"/>
              </a:rPr>
              <a:t>[</a:t>
            </a:r>
            <a:r>
              <a:rPr lang="ko-KR" altLang="en-US" sz="1200" b="1" dirty="0">
                <a:solidFill>
                  <a:prstClr val="black"/>
                </a:solidFill>
                <a:ea typeface="나눔바른고딕" panose="020B0603020101020101" pitchFamily="50" charset="-127"/>
                <a:cs typeface="Aldhabi" panose="020B0604020202020204" pitchFamily="2" charset="-78"/>
              </a:rPr>
              <a:t>화면 공유</a:t>
            </a:r>
            <a:r>
              <a:rPr lang="en-US" altLang="ko-KR" sz="1200" b="1" dirty="0">
                <a:solidFill>
                  <a:prstClr val="black"/>
                </a:solidFill>
                <a:ea typeface="나눔바른고딕" panose="020B0603020101020101" pitchFamily="50" charset="-127"/>
                <a:cs typeface="Aldhabi" panose="020B0604020202020204" pitchFamily="2" charset="-78"/>
              </a:rPr>
              <a:t>]</a:t>
            </a:r>
            <a:r>
              <a:rPr lang="ko-KR" altLang="en-US" sz="1200" b="1" dirty="0">
                <a:solidFill>
                  <a:prstClr val="black"/>
                </a:solidFill>
                <a:ea typeface="나눔바른고딕" panose="020B0603020101020101" pitchFamily="50" charset="-127"/>
                <a:cs typeface="Aldhabi" panose="020B0604020202020204" pitchFamily="2" charset="-78"/>
              </a:rPr>
              <a:t> 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  <a:cs typeface="Aldhabi" panose="020B0604020202020204" pitchFamily="2" charset="-78"/>
              </a:rPr>
              <a:t>선택</a:t>
            </a:r>
            <a:endParaRPr lang="en-US" altLang="ko-KR" sz="1200" dirty="0">
              <a:solidFill>
                <a:prstClr val="black"/>
              </a:solidFill>
              <a:ea typeface="나눔바른고딕" panose="020B0603020101020101" pitchFamily="50" charset="-127"/>
              <a:cs typeface="Aldhabi" panose="020B0604020202020204" pitchFamily="2" charset="-78"/>
            </a:endParaRPr>
          </a:p>
          <a:p>
            <a:pPr marL="228600" lvl="0" indent="-228600">
              <a:lnSpc>
                <a:spcPct val="140000"/>
              </a:lnSpc>
              <a:buAutoNum type="arabicPeriod"/>
              <a:defRPr/>
            </a:pP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  <a:cs typeface="Aldhabi" panose="020B0604020202020204" pitchFamily="2" charset="-78"/>
              </a:rPr>
              <a:t>공유할 항목 선택 팝업</a:t>
            </a:r>
            <a:endParaRPr lang="en-US" altLang="ko-KR" sz="1200" dirty="0">
              <a:solidFill>
                <a:prstClr val="black"/>
              </a:solidFill>
              <a:ea typeface="나눔바른고딕" panose="020B0603020101020101" pitchFamily="50" charset="-127"/>
              <a:cs typeface="Aldhabi" panose="020B0604020202020204" pitchFamily="2" charset="-78"/>
            </a:endParaRPr>
          </a:p>
          <a:p>
            <a:pPr marL="228600" lvl="0" indent="-228600">
              <a:lnSpc>
                <a:spcPct val="140000"/>
              </a:lnSpc>
              <a:buAutoNum type="arabicPeriod"/>
              <a:defRPr/>
            </a:pP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  <a:cs typeface="Aldhabi" panose="020B0604020202020204" pitchFamily="2" charset="-78"/>
              </a:rPr>
              <a:t>공유 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  <a:cs typeface="Aldhabi" panose="020B0604020202020204" pitchFamily="2" charset="-78"/>
              </a:rPr>
              <a:t>Tab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  <a:cs typeface="Aldhabi" panose="020B0604020202020204" pitchFamily="2" charset="-78"/>
              </a:rPr>
              <a:t>의 프로그램 선택</a:t>
            </a:r>
            <a:endParaRPr lang="en-US" altLang="ko-KR" sz="1200" dirty="0">
              <a:solidFill>
                <a:prstClr val="black"/>
              </a:solidFill>
              <a:ea typeface="나눔바른고딕" panose="020B0603020101020101" pitchFamily="50" charset="-127"/>
              <a:cs typeface="Aldhabi" panose="020B0604020202020204" pitchFamily="2" charset="-78"/>
            </a:endParaRPr>
          </a:p>
          <a:p>
            <a:pPr lvl="0">
              <a:lnSpc>
                <a:spcPct val="140000"/>
              </a:lnSpc>
              <a:defRPr/>
            </a:pP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  <a:cs typeface="Aldhabi" panose="020B0604020202020204" pitchFamily="2" charset="-78"/>
              </a:rPr>
              <a:t>   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  <a:cs typeface="Aldhabi" panose="020B0604020202020204" pitchFamily="2" charset="-78"/>
              </a:rPr>
              <a:t>(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  <a:cs typeface="Aldhabi" panose="020B0604020202020204" pitchFamily="2" charset="-78"/>
              </a:rPr>
              <a:t>오디오도 함께 공유 시 </a:t>
            </a:r>
            <a:r>
              <a:rPr lang="en-US" altLang="ko-KR" sz="1200" b="1" dirty="0">
                <a:solidFill>
                  <a:prstClr val="black"/>
                </a:solidFill>
                <a:ea typeface="나눔바른고딕" panose="020B0603020101020101" pitchFamily="50" charset="-127"/>
                <a:cs typeface="Aldhabi" panose="020B0604020202020204" pitchFamily="2" charset="-78"/>
              </a:rPr>
              <a:t>[</a:t>
            </a:r>
            <a:r>
              <a:rPr lang="ko-KR" altLang="en-US" sz="1200" b="1" dirty="0">
                <a:solidFill>
                  <a:prstClr val="black"/>
                </a:solidFill>
                <a:ea typeface="나눔바른고딕" panose="020B0603020101020101" pitchFamily="50" charset="-127"/>
                <a:cs typeface="Aldhabi" panose="020B0604020202020204" pitchFamily="2" charset="-78"/>
              </a:rPr>
              <a:t>오디오 공유</a:t>
            </a:r>
            <a:r>
              <a:rPr lang="en-US" altLang="ko-KR" sz="1200" b="1" dirty="0">
                <a:solidFill>
                  <a:prstClr val="black"/>
                </a:solidFill>
                <a:ea typeface="나눔바른고딕" panose="020B0603020101020101" pitchFamily="50" charset="-127"/>
                <a:cs typeface="Aldhabi" panose="020B0604020202020204" pitchFamily="2" charset="-78"/>
              </a:rPr>
              <a:t>] 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  <a:cs typeface="Aldhabi" panose="020B0604020202020204" pitchFamily="2" charset="-78"/>
              </a:rPr>
              <a:t>체크박스 체크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  <a:cs typeface="Aldhabi" panose="020B0604020202020204" pitchFamily="2" charset="-78"/>
              </a:rPr>
              <a:t>)</a:t>
            </a:r>
          </a:p>
          <a:p>
            <a:pPr lvl="0">
              <a:lnSpc>
                <a:spcPct val="140000"/>
              </a:lnSpc>
              <a:defRPr/>
            </a:pP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  <a:cs typeface="Aldhabi" panose="020B0604020202020204" pitchFamily="2" charset="-78"/>
              </a:rPr>
              <a:t>4. </a:t>
            </a:r>
            <a:r>
              <a:rPr lang="en-US" altLang="ko-KR" sz="1200" b="1" dirty="0">
                <a:solidFill>
                  <a:prstClr val="black"/>
                </a:solidFill>
                <a:ea typeface="나눔바른고딕" panose="020B0603020101020101" pitchFamily="50" charset="-127"/>
                <a:cs typeface="Aldhabi" panose="020B0604020202020204" pitchFamily="2" charset="-78"/>
              </a:rPr>
              <a:t>[</a:t>
            </a:r>
            <a:r>
              <a:rPr lang="ko-KR" altLang="en-US" sz="1200" b="1" dirty="0">
                <a:solidFill>
                  <a:prstClr val="black"/>
                </a:solidFill>
                <a:ea typeface="나눔바른고딕" panose="020B0603020101020101" pitchFamily="50" charset="-127"/>
                <a:cs typeface="Aldhabi" panose="020B0604020202020204" pitchFamily="2" charset="-78"/>
              </a:rPr>
              <a:t>공유</a:t>
            </a:r>
            <a:r>
              <a:rPr lang="en-US" altLang="ko-KR" sz="1200" b="1" dirty="0">
                <a:solidFill>
                  <a:prstClr val="black"/>
                </a:solidFill>
                <a:ea typeface="나눔바른고딕" panose="020B0603020101020101" pitchFamily="50" charset="-127"/>
                <a:cs typeface="Aldhabi" panose="020B0604020202020204" pitchFamily="2" charset="-78"/>
              </a:rPr>
              <a:t>] 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  <a:cs typeface="Aldhabi" panose="020B0604020202020204" pitchFamily="2" charset="-78"/>
              </a:rPr>
              <a:t>선택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4E7D5C5-D9BF-624C-B764-0E592C4F37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3492" y="3297734"/>
            <a:ext cx="3322276" cy="249455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5" name="직사각형 24">
            <a:extLst>
              <a:ext uri="{FF2B5EF4-FFF2-40B4-BE49-F238E27FC236}">
                <a16:creationId xmlns:a16="http://schemas.microsoft.com/office/drawing/2014/main" id="{FCCD86F3-7F78-6843-92AD-628EE53EDB34}"/>
              </a:ext>
            </a:extLst>
          </p:cNvPr>
          <p:cNvSpPr/>
          <p:nvPr/>
        </p:nvSpPr>
        <p:spPr>
          <a:xfrm>
            <a:off x="3421642" y="3582767"/>
            <a:ext cx="3188958" cy="214423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9" name="오른쪽 화살표[R] 18">
            <a:extLst>
              <a:ext uri="{FF2B5EF4-FFF2-40B4-BE49-F238E27FC236}">
                <a16:creationId xmlns:a16="http://schemas.microsoft.com/office/drawing/2014/main" id="{A4720143-AD2F-854C-B37C-13C413A93158}"/>
              </a:ext>
            </a:extLst>
          </p:cNvPr>
          <p:cNvSpPr/>
          <p:nvPr/>
        </p:nvSpPr>
        <p:spPr>
          <a:xfrm>
            <a:off x="2981254" y="3606143"/>
            <a:ext cx="168058" cy="14135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38907000-E5EE-2416-2DB7-5906EC665D2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89" t="8257" r="33539"/>
          <a:stretch/>
        </p:blipFill>
        <p:spPr>
          <a:xfrm>
            <a:off x="209005" y="3295668"/>
            <a:ext cx="2684779" cy="1495936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20DF045E-AC4C-738B-695F-A4600A83EBFC}"/>
              </a:ext>
            </a:extLst>
          </p:cNvPr>
          <p:cNvSpPr/>
          <p:nvPr/>
        </p:nvSpPr>
        <p:spPr>
          <a:xfrm>
            <a:off x="1040393" y="3424224"/>
            <a:ext cx="1022002" cy="340696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43D776A-0B44-B553-9193-C78F8D009235}"/>
              </a:ext>
            </a:extLst>
          </p:cNvPr>
          <p:cNvSpPr/>
          <p:nvPr/>
        </p:nvSpPr>
        <p:spPr>
          <a:xfrm>
            <a:off x="1027918" y="4267517"/>
            <a:ext cx="367959" cy="380279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6" name="오른쪽 화살표[R] 25">
            <a:extLst>
              <a:ext uri="{FF2B5EF4-FFF2-40B4-BE49-F238E27FC236}">
                <a16:creationId xmlns:a16="http://schemas.microsoft.com/office/drawing/2014/main" id="{32A1C745-06B2-2DCA-6B54-1C7CCDE9C159}"/>
              </a:ext>
            </a:extLst>
          </p:cNvPr>
          <p:cNvSpPr/>
          <p:nvPr/>
        </p:nvSpPr>
        <p:spPr>
          <a:xfrm rot="16200000">
            <a:off x="1044289" y="3930905"/>
            <a:ext cx="168058" cy="14135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6016512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F0EDA30D-8D62-4343-B990-02CA2FCC437A}"/>
              </a:ext>
            </a:extLst>
          </p:cNvPr>
          <p:cNvSpPr txBox="1"/>
          <p:nvPr/>
        </p:nvSpPr>
        <p:spPr>
          <a:xfrm>
            <a:off x="258222" y="424810"/>
            <a:ext cx="26386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YouTube </a:t>
            </a:r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비디오 공유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8C5B30-94D0-4740-BD9A-C4DA44377678}"/>
              </a:ext>
            </a:extLst>
          </p:cNvPr>
          <p:cNvSpPr txBox="1"/>
          <p:nvPr/>
        </p:nvSpPr>
        <p:spPr>
          <a:xfrm>
            <a:off x="258222" y="3959879"/>
            <a:ext cx="6221236" cy="4714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회의 참석자들과 공유하고자 하는 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YouTube 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영상을 함께 시청하실 수 있는 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YouTube 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공유 기능을 제공합니다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YouTube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비디오공유 시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1.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추가 액션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2.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[YouTube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비디오 공유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 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– 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링크 입력 팝업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3. 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공유하려는 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YouTube 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링크 입력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4.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공유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5. 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회의 참석자 영상 공유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공유할 영상 종료 시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1.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추가 액션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2.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비디오 공유 종료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또는 브라우저 공유 알림 메시지의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종료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YouTube 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영상을 공유한 참석자 또는 방장은 영상의 소리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재생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멈춤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영상 위치 등을 설정할 수 있으며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참가자들에게도 실시간으로 적용되어 공유됩니다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공유자와 참가자간 영상 딜레이가 발생될 수 있습니다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)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57E80D4-E499-4809-B55E-099B5CD9B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F5712-77C1-483E-AF6C-501D64E640ED}" type="slidenum">
              <a:rPr lang="ko-KR" altLang="en-US" smtClean="0"/>
              <a:t>24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4D57CD5-BFCC-794D-8472-76AF4DB3026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15" t="20066"/>
          <a:stretch/>
        </p:blipFill>
        <p:spPr>
          <a:xfrm>
            <a:off x="422844" y="995999"/>
            <a:ext cx="2638696" cy="2457179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88EBC0F1-DAD7-794F-9173-CD4134DE73A8}"/>
              </a:ext>
            </a:extLst>
          </p:cNvPr>
          <p:cNvSpPr/>
          <p:nvPr/>
        </p:nvSpPr>
        <p:spPr>
          <a:xfrm>
            <a:off x="1431883" y="1558168"/>
            <a:ext cx="1261111" cy="337497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3241B2D-697C-EF49-A424-9ADB79D7EF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7429" y="1196622"/>
            <a:ext cx="2977605" cy="1880189"/>
          </a:xfrm>
          <a:prstGeom prst="rect">
            <a:avLst/>
          </a:prstGeom>
        </p:spPr>
      </p:pic>
      <p:sp>
        <p:nvSpPr>
          <p:cNvPr id="14" name="오른쪽 화살표[R] 13">
            <a:extLst>
              <a:ext uri="{FF2B5EF4-FFF2-40B4-BE49-F238E27FC236}">
                <a16:creationId xmlns:a16="http://schemas.microsoft.com/office/drawing/2014/main" id="{19C885B3-45B4-8E44-9E7B-7EBF44627998}"/>
              </a:ext>
            </a:extLst>
          </p:cNvPr>
          <p:cNvSpPr/>
          <p:nvPr/>
        </p:nvSpPr>
        <p:spPr>
          <a:xfrm>
            <a:off x="3222910" y="2160887"/>
            <a:ext cx="168058" cy="14135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C25D486-5EA3-815A-0BDB-0BFA63A9A3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6360" y="2160887"/>
            <a:ext cx="627560" cy="141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2909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108C5B30-94D0-4740-BD9A-C4DA44377678}"/>
              </a:ext>
            </a:extLst>
          </p:cNvPr>
          <p:cNvSpPr txBox="1"/>
          <p:nvPr/>
        </p:nvSpPr>
        <p:spPr>
          <a:xfrm>
            <a:off x="258222" y="3851796"/>
            <a:ext cx="6341556" cy="49733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회의 참석자들과 공유하고자 하는 오디오를 함께 청취하실 수 있는 오디오 공유 기능을 제공합니다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오디오 공유 시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1.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추가 액션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2.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오디오 공유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 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공유할 항목 선택 팝업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3. 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오디오 공유 할 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Tab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의 프로세스 선택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4. 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오디오 공유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체크 박스에 체크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5.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공유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오디오 공유 해제 시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1.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추가 액션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2.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오디오 공유 종료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또는 브라우저 공유 알림 메세지의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종료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>
              <a:lnSpc>
                <a:spcPct val="140000"/>
              </a:lnSpc>
              <a:defRPr/>
            </a:pPr>
            <a:r>
              <a:rPr lang="en-US" altLang="ko-KR" sz="1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※ 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'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오디오 공유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' 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체크하지 않고 공유 시 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"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시스템 오디오를 공유할 수 없습니다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.”</a:t>
            </a:r>
          </a:p>
          <a:p>
            <a:pPr marR="0" lvl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안내메시지가 발생됩니다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lvl="0">
              <a:lnSpc>
                <a:spcPct val="140000"/>
              </a:lnSpc>
              <a:defRPr/>
            </a:pPr>
            <a:r>
              <a:rPr lang="en-US" altLang="ko-KR" sz="1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※ 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오디오 공유 중 공유자의 마이크를 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OFF 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하면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참가자에게 오디오가 공유되지</a:t>
            </a:r>
            <a:endParaRPr kumimoji="0" lang="en-US" altLang="ko-KR" sz="120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않습니다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57E80D4-E499-4809-B55E-099B5CD9B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F5712-77C1-483E-AF6C-501D64E640ED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D6FEAC-20A6-4F3C-997E-A41BF815CCD2}"/>
              </a:ext>
            </a:extLst>
          </p:cNvPr>
          <p:cNvSpPr txBox="1"/>
          <p:nvPr/>
        </p:nvSpPr>
        <p:spPr>
          <a:xfrm>
            <a:off x="258222" y="433775"/>
            <a:ext cx="26386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오디오 공유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CAB3C18-CD77-674B-9D59-C2A2BD216B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540" y="979997"/>
            <a:ext cx="3415435" cy="256450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11A327BB-B6C3-2E44-8B70-2077B80B8811}"/>
              </a:ext>
            </a:extLst>
          </p:cNvPr>
          <p:cNvSpPr/>
          <p:nvPr/>
        </p:nvSpPr>
        <p:spPr>
          <a:xfrm>
            <a:off x="5275384" y="1292622"/>
            <a:ext cx="1257259" cy="214423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74772C8D-A84C-1548-863C-6E315905F9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011" y="952317"/>
            <a:ext cx="2723992" cy="2592186"/>
          </a:xfrm>
          <a:prstGeom prst="rect">
            <a:avLst/>
          </a:prstGeom>
        </p:spPr>
      </p:pic>
      <p:sp>
        <p:nvSpPr>
          <p:cNvPr id="15" name="오른쪽 화살표[R] 14">
            <a:extLst>
              <a:ext uri="{FF2B5EF4-FFF2-40B4-BE49-F238E27FC236}">
                <a16:creationId xmlns:a16="http://schemas.microsoft.com/office/drawing/2014/main" id="{EDED7A51-C104-1F45-97E1-E116ED03196C}"/>
              </a:ext>
            </a:extLst>
          </p:cNvPr>
          <p:cNvSpPr/>
          <p:nvPr/>
        </p:nvSpPr>
        <p:spPr>
          <a:xfrm>
            <a:off x="3021556" y="2129767"/>
            <a:ext cx="168058" cy="14135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D701357-2A52-0347-B956-B66750BF387E}"/>
              </a:ext>
            </a:extLst>
          </p:cNvPr>
          <p:cNvSpPr/>
          <p:nvPr/>
        </p:nvSpPr>
        <p:spPr>
          <a:xfrm flipV="1">
            <a:off x="3275541" y="3303867"/>
            <a:ext cx="759129" cy="213419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029B12F-01E6-734C-ABD8-DA8D8DC42E0C}"/>
              </a:ext>
            </a:extLst>
          </p:cNvPr>
          <p:cNvSpPr/>
          <p:nvPr/>
        </p:nvSpPr>
        <p:spPr>
          <a:xfrm>
            <a:off x="3346533" y="1295940"/>
            <a:ext cx="1257259" cy="214423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8B3A87D6-BFA6-9183-A68A-161428CE65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3657" y="2370286"/>
            <a:ext cx="1006824" cy="252942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485871BC-0210-0D44-9C2F-1E8A5BEBC052}"/>
              </a:ext>
            </a:extLst>
          </p:cNvPr>
          <p:cNvSpPr/>
          <p:nvPr/>
        </p:nvSpPr>
        <p:spPr>
          <a:xfrm>
            <a:off x="1484977" y="2105743"/>
            <a:ext cx="1201664" cy="337497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3527013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E434E697-CE76-4CA0-8629-952BAE2987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567" y="6522792"/>
            <a:ext cx="3287015" cy="2710345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0C057060-C149-452E-9B77-6C6D49AD84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724" y="3217561"/>
            <a:ext cx="3306858" cy="2714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FEAA022E-4208-4704-AC0C-FA37BA7079E4}"/>
              </a:ext>
            </a:extLst>
          </p:cNvPr>
          <p:cNvGrpSpPr/>
          <p:nvPr/>
        </p:nvGrpSpPr>
        <p:grpSpPr>
          <a:xfrm>
            <a:off x="-6083" y="-13063"/>
            <a:ext cx="6876000" cy="2625891"/>
            <a:chOff x="-13063" y="-13063"/>
            <a:chExt cx="6876000" cy="2625891"/>
          </a:xfrm>
        </p:grpSpPr>
        <p:pic>
          <p:nvPicPr>
            <p:cNvPr id="8" name="그림 7" descr="텍스트이(가) 표시된 사진&#10;&#10;자동 생성된 설명">
              <a:extLst>
                <a:ext uri="{FF2B5EF4-FFF2-40B4-BE49-F238E27FC236}">
                  <a16:creationId xmlns:a16="http://schemas.microsoft.com/office/drawing/2014/main" id="{780F336E-B268-4F78-A613-F1B21F1C6388}"/>
                </a:ext>
              </a:extLst>
            </p:cNvPr>
            <p:cNvPicPr>
              <a:picLocks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3063" y="-13063"/>
              <a:ext cx="6876000" cy="26136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7292363-054B-4F47-AE5D-0319D815EC2D}"/>
                </a:ext>
              </a:extLst>
            </p:cNvPr>
            <p:cNvSpPr txBox="1"/>
            <p:nvPr/>
          </p:nvSpPr>
          <p:spPr>
            <a:xfrm>
              <a:off x="492326" y="366245"/>
              <a:ext cx="55789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v2.2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E6FD245-C704-450F-AF9D-BDD27C05E773}"/>
                </a:ext>
              </a:extLst>
            </p:cNvPr>
            <p:cNvSpPr txBox="1"/>
            <p:nvPr/>
          </p:nvSpPr>
          <p:spPr>
            <a:xfrm>
              <a:off x="-9000" y="2358912"/>
              <a:ext cx="101890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PC </a:t>
              </a:r>
              <a:r>
                <a:rPr lang="ko-KR" altLang="en-US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가이드</a:t>
              </a:r>
              <a:endPara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851B0305-14A4-4ADF-8943-C96958C330D2}"/>
              </a:ext>
            </a:extLst>
          </p:cNvPr>
          <p:cNvSpPr txBox="1"/>
          <p:nvPr/>
        </p:nvSpPr>
        <p:spPr>
          <a:xfrm>
            <a:off x="499655" y="928236"/>
            <a:ext cx="58586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비디오 </a:t>
            </a:r>
            <a:r>
              <a:rPr lang="en-US" altLang="ko-KR" sz="40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&amp; </a:t>
            </a:r>
            <a:r>
              <a:rPr lang="ko-KR" altLang="en-US" sz="40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오디오 설정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EDA30D-8D62-4343-B990-02CA2FCC437A}"/>
              </a:ext>
            </a:extLst>
          </p:cNvPr>
          <p:cNvSpPr txBox="1"/>
          <p:nvPr/>
        </p:nvSpPr>
        <p:spPr>
          <a:xfrm>
            <a:off x="209005" y="2811772"/>
            <a:ext cx="12605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마이크 설정</a:t>
            </a:r>
          </a:p>
        </p:txBody>
      </p:sp>
      <p:sp>
        <p:nvSpPr>
          <p:cNvPr id="16" name="슬라이드 번호 개체 틀 15">
            <a:extLst>
              <a:ext uri="{FF2B5EF4-FFF2-40B4-BE49-F238E27FC236}">
                <a16:creationId xmlns:a16="http://schemas.microsoft.com/office/drawing/2014/main" id="{B84B8405-E471-4561-8245-1D4F47AB4F0F}"/>
              </a:ext>
            </a:extLst>
          </p:cNvPr>
          <p:cNvSpPr txBox="1">
            <a:spLocks/>
          </p:cNvSpPr>
          <p:nvPr/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25F5712-77C1-483E-AF6C-501D64E640ED}" type="slidenum">
              <a:rPr lang="ko-KR" altLang="en-US" smtClean="0"/>
              <a:pPr/>
              <a:t>26</a:t>
            </a:fld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970CDF6-D924-402B-92F7-491F109E0E5C}"/>
              </a:ext>
            </a:extLst>
          </p:cNvPr>
          <p:cNvSpPr txBox="1"/>
          <p:nvPr/>
        </p:nvSpPr>
        <p:spPr>
          <a:xfrm>
            <a:off x="3618412" y="3160701"/>
            <a:ext cx="3030584" cy="2905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하단 메뉴바의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음소거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ko-KR" alt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토글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을 선택하여 마이크를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OFF(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음소거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상태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 / ON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할 수 있습니다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음소거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상태일 때 본인의 음성이 타 참여자에게 들리지 않으며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음소거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아이콘이 표시됩니다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음소거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토글의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^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(audio setting)]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아이콘 선택하여 마이크와 스피커 장치를 설정할 수 있습니다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CDA4BE-A475-4A7D-A962-EDA34FF54913}"/>
              </a:ext>
            </a:extLst>
          </p:cNvPr>
          <p:cNvSpPr txBox="1"/>
          <p:nvPr/>
        </p:nvSpPr>
        <p:spPr>
          <a:xfrm>
            <a:off x="202723" y="6137893"/>
            <a:ext cx="12605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카메라 설정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F23B566-5F96-4962-9359-E807FC627938}"/>
              </a:ext>
            </a:extLst>
          </p:cNvPr>
          <p:cNvSpPr txBox="1"/>
          <p:nvPr/>
        </p:nvSpPr>
        <p:spPr>
          <a:xfrm>
            <a:off x="3618410" y="6476814"/>
            <a:ext cx="3030583" cy="31636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하단 메뉴바의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카메라 켜기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끄기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선택하여 카메라를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OFF / ON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할 수 있습니다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카메라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끄기일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때 본인의 영상이 타 참여자에게 보이지 않으며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프로필이 보여지고 카메라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OFF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아이콘이 표시됩니다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카메라 켜기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끄기의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[^(video setting)]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아이콘을 선택하여 카메라 장치를 설정할 수 있습니다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2025140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FEAA022E-4208-4704-AC0C-FA37BA7079E4}"/>
              </a:ext>
            </a:extLst>
          </p:cNvPr>
          <p:cNvGrpSpPr/>
          <p:nvPr/>
        </p:nvGrpSpPr>
        <p:grpSpPr>
          <a:xfrm>
            <a:off x="-6083" y="-13063"/>
            <a:ext cx="6876000" cy="2625891"/>
            <a:chOff x="-13063" y="-13063"/>
            <a:chExt cx="6876000" cy="2625891"/>
          </a:xfrm>
        </p:grpSpPr>
        <p:pic>
          <p:nvPicPr>
            <p:cNvPr id="8" name="그림 7" descr="텍스트이(가) 표시된 사진&#10;&#10;자동 생성된 설명">
              <a:extLst>
                <a:ext uri="{FF2B5EF4-FFF2-40B4-BE49-F238E27FC236}">
                  <a16:creationId xmlns:a16="http://schemas.microsoft.com/office/drawing/2014/main" id="{780F336E-B268-4F78-A613-F1B21F1C6388}"/>
                </a:ext>
              </a:extLst>
            </p:cNvPr>
            <p:cNvPicPr>
              <a:picLocks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3063" y="-13063"/>
              <a:ext cx="6876000" cy="26136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7292363-054B-4F47-AE5D-0319D815EC2D}"/>
                </a:ext>
              </a:extLst>
            </p:cNvPr>
            <p:cNvSpPr txBox="1"/>
            <p:nvPr/>
          </p:nvSpPr>
          <p:spPr>
            <a:xfrm>
              <a:off x="492326" y="366245"/>
              <a:ext cx="55789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v2.2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E6FD245-C704-450F-AF9D-BDD27C05E773}"/>
                </a:ext>
              </a:extLst>
            </p:cNvPr>
            <p:cNvSpPr txBox="1"/>
            <p:nvPr/>
          </p:nvSpPr>
          <p:spPr>
            <a:xfrm>
              <a:off x="-9000" y="2358912"/>
              <a:ext cx="101890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PC </a:t>
              </a:r>
              <a:r>
                <a:rPr lang="ko-KR" altLang="en-US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가이드</a:t>
              </a:r>
              <a:endPara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851B0305-14A4-4ADF-8943-C96958C330D2}"/>
              </a:ext>
            </a:extLst>
          </p:cNvPr>
          <p:cNvSpPr txBox="1"/>
          <p:nvPr/>
        </p:nvSpPr>
        <p:spPr>
          <a:xfrm>
            <a:off x="1234441" y="928236"/>
            <a:ext cx="43891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참석자 목록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EDA30D-8D62-4343-B990-02CA2FCC437A}"/>
              </a:ext>
            </a:extLst>
          </p:cNvPr>
          <p:cNvSpPr txBox="1"/>
          <p:nvPr/>
        </p:nvSpPr>
        <p:spPr>
          <a:xfrm>
            <a:off x="209005" y="2809589"/>
            <a:ext cx="12605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참석자 목록</a:t>
            </a:r>
          </a:p>
        </p:txBody>
      </p:sp>
      <p:sp>
        <p:nvSpPr>
          <p:cNvPr id="16" name="슬라이드 번호 개체 틀 15">
            <a:extLst>
              <a:ext uri="{FF2B5EF4-FFF2-40B4-BE49-F238E27FC236}">
                <a16:creationId xmlns:a16="http://schemas.microsoft.com/office/drawing/2014/main" id="{B84B8405-E471-4561-8245-1D4F47AB4F0F}"/>
              </a:ext>
            </a:extLst>
          </p:cNvPr>
          <p:cNvSpPr txBox="1">
            <a:spLocks/>
          </p:cNvSpPr>
          <p:nvPr/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25F5712-77C1-483E-AF6C-501D64E640ED}" type="slidenum">
              <a:rPr lang="ko-KR" altLang="en-US" smtClean="0"/>
              <a:pPr/>
              <a:t>27</a:t>
            </a:fld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502C017-88A0-40C3-9A20-16FFAF319564}"/>
              </a:ext>
            </a:extLst>
          </p:cNvPr>
          <p:cNvSpPr txBox="1"/>
          <p:nvPr/>
        </p:nvSpPr>
        <p:spPr>
          <a:xfrm>
            <a:off x="299936" y="6895425"/>
            <a:ext cx="6240543" cy="13538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하단 메뉴바의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참가자 목록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을 선택하여 참석자 목록을 활성화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비활성화 할 수 있습니다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40000"/>
              </a:lnSpc>
              <a:defRPr/>
            </a:pP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회의에 참석 중인 참가자 리스트와 참가자의 상태 확인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마이크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카메라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화면공유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),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회의 초대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기타 회의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방장 컨트롤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 대한 설정을 할 수 있는 메뉴입니다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8AA8C53-5618-8F4D-B3F3-7DAD720BB69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53"/>
          <a:stretch/>
        </p:blipFill>
        <p:spPr>
          <a:xfrm>
            <a:off x="513022" y="3401805"/>
            <a:ext cx="2852400" cy="683448"/>
          </a:xfrm>
          <a:prstGeom prst="rect">
            <a:avLst/>
          </a:prstGeom>
        </p:spPr>
      </p:pic>
      <p:sp>
        <p:nvSpPr>
          <p:cNvPr id="24" name="오른쪽 화살표[R] 23">
            <a:extLst>
              <a:ext uri="{FF2B5EF4-FFF2-40B4-BE49-F238E27FC236}">
                <a16:creationId xmlns:a16="http://schemas.microsoft.com/office/drawing/2014/main" id="{0916B4AE-FA17-9844-86AC-A32A58088817}"/>
              </a:ext>
            </a:extLst>
          </p:cNvPr>
          <p:cNvSpPr/>
          <p:nvPr/>
        </p:nvSpPr>
        <p:spPr>
          <a:xfrm>
            <a:off x="3496378" y="3639963"/>
            <a:ext cx="168058" cy="14135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0032A1F5-E50F-164E-93B0-2FFD897FA3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5392" y="3072119"/>
            <a:ext cx="2427764" cy="3696115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A2FCF390-A394-6E4C-BE53-846669DA5FC5}"/>
              </a:ext>
            </a:extLst>
          </p:cNvPr>
          <p:cNvSpPr/>
          <p:nvPr/>
        </p:nvSpPr>
        <p:spPr>
          <a:xfrm>
            <a:off x="2056556" y="3591420"/>
            <a:ext cx="483488" cy="474467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0859143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774A94EB-A79B-41BC-8AC6-3EDC83ECBEA0}"/>
              </a:ext>
            </a:extLst>
          </p:cNvPr>
          <p:cNvSpPr txBox="1"/>
          <p:nvPr/>
        </p:nvSpPr>
        <p:spPr>
          <a:xfrm>
            <a:off x="3277740" y="5712690"/>
            <a:ext cx="3305608" cy="235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참석자 목록에서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참가자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설정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에서 개인메시지 보내기 기능을 사용할 수 있습니다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방장 권한을 가진 참가자는 추가 기능을 사용하실 수 있으며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자세한 내용은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"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방장 권한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"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페이지를 참고 바랍니다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40000"/>
              </a:lnSpc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* </a:t>
            </a:r>
            <a:r>
              <a:rPr lang="en-US" altLang="ko-KR" sz="10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‘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채팅하기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’, ‘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방장 권한</a:t>
            </a:r>
            <a:r>
              <a:rPr lang="en-US" altLang="ko-KR" sz="10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’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페이지를 참고해주세요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6" name="슬라이드 번호 개체 틀 15">
            <a:extLst>
              <a:ext uri="{FF2B5EF4-FFF2-40B4-BE49-F238E27FC236}">
                <a16:creationId xmlns:a16="http://schemas.microsoft.com/office/drawing/2014/main" id="{B84B8405-E471-4561-8245-1D4F47AB4F0F}"/>
              </a:ext>
            </a:extLst>
          </p:cNvPr>
          <p:cNvSpPr txBox="1">
            <a:spLocks/>
          </p:cNvSpPr>
          <p:nvPr/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25F5712-77C1-483E-AF6C-501D64E640ED}" type="slidenum">
              <a:rPr lang="ko-KR" altLang="en-US" smtClean="0"/>
              <a:pPr/>
              <a:t>28</a:t>
            </a:fld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6949D7C-AC83-4FF6-B507-9E3B34CDCE7D}"/>
              </a:ext>
            </a:extLst>
          </p:cNvPr>
          <p:cNvSpPr txBox="1"/>
          <p:nvPr/>
        </p:nvSpPr>
        <p:spPr>
          <a:xfrm>
            <a:off x="241790" y="5178232"/>
            <a:ext cx="35300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참석자 목록 </a:t>
            </a:r>
            <a:r>
              <a:rPr lang="en-US" altLang="ko-KR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- </a:t>
            </a:r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다른 참가자 대상 기능 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1D6B91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C8136AF-A6FC-514A-B271-0C45D6C987A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296"/>
          <a:stretch/>
        </p:blipFill>
        <p:spPr>
          <a:xfrm>
            <a:off x="709312" y="5712690"/>
            <a:ext cx="2378445" cy="275469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496A947-384D-F04E-BCF4-10281747C90A}"/>
              </a:ext>
            </a:extLst>
          </p:cNvPr>
          <p:cNvSpPr txBox="1"/>
          <p:nvPr/>
        </p:nvSpPr>
        <p:spPr>
          <a:xfrm>
            <a:off x="345233" y="3828191"/>
            <a:ext cx="6279769" cy="10953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참석자 목록에서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초대하기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선택하여 이메일 초대장 발송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회의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URL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복사 등 초대기능을 사용하실 수 있습니다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자세한 내용은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"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회의 생성 및 초대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"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페이지를 참고 바랍니다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9498B4-F859-5647-8702-D6EE69ED357E}"/>
              </a:ext>
            </a:extLst>
          </p:cNvPr>
          <p:cNvSpPr txBox="1"/>
          <p:nvPr/>
        </p:nvSpPr>
        <p:spPr>
          <a:xfrm>
            <a:off x="224435" y="471696"/>
            <a:ext cx="35300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참석자 목록 </a:t>
            </a:r>
            <a:r>
              <a:rPr lang="en-US" altLang="ko-KR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- </a:t>
            </a:r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초대하기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1D6B91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F9A37B17-7F45-A74D-843A-6DFFCDC283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4573" y="1135358"/>
            <a:ext cx="2458118" cy="2352057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7C6B5A18-51B9-604F-8BAD-B6C4D7B4E8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520" y="933809"/>
            <a:ext cx="2378445" cy="2849512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B3A0817A-B3CE-154D-8F36-37B3564299ED}"/>
              </a:ext>
            </a:extLst>
          </p:cNvPr>
          <p:cNvSpPr/>
          <p:nvPr/>
        </p:nvSpPr>
        <p:spPr>
          <a:xfrm>
            <a:off x="755309" y="1505161"/>
            <a:ext cx="2267095" cy="287867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3" name="오른쪽 화살표[R] 12">
            <a:extLst>
              <a:ext uri="{FF2B5EF4-FFF2-40B4-BE49-F238E27FC236}">
                <a16:creationId xmlns:a16="http://schemas.microsoft.com/office/drawing/2014/main" id="{E3D7A032-B1C0-A64D-9AAD-4CC88C6EFD83}"/>
              </a:ext>
            </a:extLst>
          </p:cNvPr>
          <p:cNvSpPr/>
          <p:nvPr/>
        </p:nvSpPr>
        <p:spPr>
          <a:xfrm>
            <a:off x="3277740" y="2240710"/>
            <a:ext cx="168058" cy="14135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8310734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FEAA022E-4208-4704-AC0C-FA37BA7079E4}"/>
              </a:ext>
            </a:extLst>
          </p:cNvPr>
          <p:cNvGrpSpPr/>
          <p:nvPr/>
        </p:nvGrpSpPr>
        <p:grpSpPr>
          <a:xfrm>
            <a:off x="-6083" y="-13063"/>
            <a:ext cx="6876000" cy="2625891"/>
            <a:chOff x="-13063" y="-13063"/>
            <a:chExt cx="6876000" cy="2625891"/>
          </a:xfrm>
        </p:grpSpPr>
        <p:pic>
          <p:nvPicPr>
            <p:cNvPr id="8" name="그림 7" descr="텍스트이(가) 표시된 사진&#10;&#10;자동 생성된 설명">
              <a:extLst>
                <a:ext uri="{FF2B5EF4-FFF2-40B4-BE49-F238E27FC236}">
                  <a16:creationId xmlns:a16="http://schemas.microsoft.com/office/drawing/2014/main" id="{780F336E-B268-4F78-A613-F1B21F1C6388}"/>
                </a:ext>
              </a:extLst>
            </p:cNvPr>
            <p:cNvPicPr>
              <a:picLocks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3063" y="-13063"/>
              <a:ext cx="6876000" cy="26136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7292363-054B-4F47-AE5D-0319D815EC2D}"/>
                </a:ext>
              </a:extLst>
            </p:cNvPr>
            <p:cNvSpPr txBox="1"/>
            <p:nvPr/>
          </p:nvSpPr>
          <p:spPr>
            <a:xfrm>
              <a:off x="492326" y="366245"/>
              <a:ext cx="55789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v2.2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E6FD245-C704-450F-AF9D-BDD27C05E773}"/>
                </a:ext>
              </a:extLst>
            </p:cNvPr>
            <p:cNvSpPr txBox="1"/>
            <p:nvPr/>
          </p:nvSpPr>
          <p:spPr>
            <a:xfrm>
              <a:off x="-9000" y="2358912"/>
              <a:ext cx="101890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PC </a:t>
              </a:r>
              <a:r>
                <a:rPr lang="ko-KR" altLang="en-US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가이드</a:t>
              </a:r>
              <a:endPara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851B0305-14A4-4ADF-8943-C96958C330D2}"/>
              </a:ext>
            </a:extLst>
          </p:cNvPr>
          <p:cNvSpPr txBox="1"/>
          <p:nvPr/>
        </p:nvSpPr>
        <p:spPr>
          <a:xfrm>
            <a:off x="1234441" y="928236"/>
            <a:ext cx="43891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 err="1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접속자</a:t>
            </a:r>
            <a:r>
              <a:rPr lang="ko-KR" altLang="en-US" sz="40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통계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EDA30D-8D62-4343-B990-02CA2FCC437A}"/>
              </a:ext>
            </a:extLst>
          </p:cNvPr>
          <p:cNvSpPr txBox="1"/>
          <p:nvPr/>
        </p:nvSpPr>
        <p:spPr>
          <a:xfrm>
            <a:off x="209005" y="2969084"/>
            <a:ext cx="12605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err="1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접속자</a:t>
            </a:r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통계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1CDE44-003D-40A8-81CA-849024FCFE84}"/>
              </a:ext>
            </a:extLst>
          </p:cNvPr>
          <p:cNvSpPr txBox="1"/>
          <p:nvPr/>
        </p:nvSpPr>
        <p:spPr>
          <a:xfrm>
            <a:off x="209005" y="5371903"/>
            <a:ext cx="6487473" cy="13538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해당 회의에 참석했던 참석자들의 접속 기록을 볼 수 있는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접속자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통계 기능입니다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상단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접속자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아이콘을 선택하여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접속자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통계를 확인할 수 있습니다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>
              <a:lnSpc>
                <a:spcPct val="140000"/>
              </a:lnSpc>
              <a:defRPr/>
            </a:pP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※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인원수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아이콘은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인 이상 참석해야 표시됩니다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sp>
        <p:nvSpPr>
          <p:cNvPr id="16" name="슬라이드 번호 개체 틀 15">
            <a:extLst>
              <a:ext uri="{FF2B5EF4-FFF2-40B4-BE49-F238E27FC236}">
                <a16:creationId xmlns:a16="http://schemas.microsoft.com/office/drawing/2014/main" id="{B84B8405-E471-4561-8245-1D4F47AB4F0F}"/>
              </a:ext>
            </a:extLst>
          </p:cNvPr>
          <p:cNvSpPr txBox="1">
            <a:spLocks/>
          </p:cNvSpPr>
          <p:nvPr/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25F5712-77C1-483E-AF6C-501D64E640ED}" type="slidenum">
              <a:rPr lang="ko-KR" altLang="en-US" smtClean="0"/>
              <a:pPr/>
              <a:t>29</a:t>
            </a:fld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6535C58-61C3-3144-A7E5-8E9B974A94A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320"/>
          <a:stretch/>
        </p:blipFill>
        <p:spPr>
          <a:xfrm>
            <a:off x="161523" y="3512274"/>
            <a:ext cx="2864482" cy="757002"/>
          </a:xfrm>
          <a:prstGeom prst="rect">
            <a:avLst/>
          </a:prstGeom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A90B0A28-C83D-C94C-8586-B6675FD96822}"/>
              </a:ext>
            </a:extLst>
          </p:cNvPr>
          <p:cNvSpPr/>
          <p:nvPr/>
        </p:nvSpPr>
        <p:spPr>
          <a:xfrm>
            <a:off x="2109767" y="3541836"/>
            <a:ext cx="558017" cy="359175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D789377-A6BF-CB46-8F39-C90CA9166D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00" y="3477097"/>
            <a:ext cx="3267478" cy="1583854"/>
          </a:xfrm>
          <a:prstGeom prst="rect">
            <a:avLst/>
          </a:prstGeom>
        </p:spPr>
      </p:pic>
      <p:sp>
        <p:nvSpPr>
          <p:cNvPr id="28" name="오른쪽 화살표[R] 27">
            <a:extLst>
              <a:ext uri="{FF2B5EF4-FFF2-40B4-BE49-F238E27FC236}">
                <a16:creationId xmlns:a16="http://schemas.microsoft.com/office/drawing/2014/main" id="{6DCA9E5B-4129-3541-9DD1-E917DAEE7BAC}"/>
              </a:ext>
            </a:extLst>
          </p:cNvPr>
          <p:cNvSpPr/>
          <p:nvPr/>
        </p:nvSpPr>
        <p:spPr>
          <a:xfrm>
            <a:off x="3143473" y="3816250"/>
            <a:ext cx="168058" cy="14135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5039907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FEAA022E-4208-4704-AC0C-FA37BA7079E4}"/>
              </a:ext>
            </a:extLst>
          </p:cNvPr>
          <p:cNvGrpSpPr/>
          <p:nvPr/>
        </p:nvGrpSpPr>
        <p:grpSpPr>
          <a:xfrm>
            <a:off x="-6083" y="-13063"/>
            <a:ext cx="6876000" cy="2625891"/>
            <a:chOff x="-13063" y="-13063"/>
            <a:chExt cx="6876000" cy="2625891"/>
          </a:xfrm>
        </p:grpSpPr>
        <p:pic>
          <p:nvPicPr>
            <p:cNvPr id="8" name="그림 7" descr="텍스트이(가) 표시된 사진&#10;&#10;자동 생성된 설명">
              <a:extLst>
                <a:ext uri="{FF2B5EF4-FFF2-40B4-BE49-F238E27FC236}">
                  <a16:creationId xmlns:a16="http://schemas.microsoft.com/office/drawing/2014/main" id="{780F336E-B268-4F78-A613-F1B21F1C6388}"/>
                </a:ext>
              </a:extLst>
            </p:cNvPr>
            <p:cNvPicPr>
              <a:picLocks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3063" y="-13063"/>
              <a:ext cx="6876000" cy="26136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7292363-054B-4F47-AE5D-0319D815EC2D}"/>
                </a:ext>
              </a:extLst>
            </p:cNvPr>
            <p:cNvSpPr txBox="1"/>
            <p:nvPr/>
          </p:nvSpPr>
          <p:spPr>
            <a:xfrm>
              <a:off x="492326" y="366245"/>
              <a:ext cx="55789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v2.2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E6FD245-C704-450F-AF9D-BDD27C05E773}"/>
                </a:ext>
              </a:extLst>
            </p:cNvPr>
            <p:cNvSpPr txBox="1"/>
            <p:nvPr/>
          </p:nvSpPr>
          <p:spPr>
            <a:xfrm>
              <a:off x="-9000" y="2358912"/>
              <a:ext cx="101890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PC </a:t>
              </a:r>
              <a:r>
                <a:rPr lang="ko-KR" altLang="en-US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가이드</a:t>
              </a:r>
              <a:endPara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851B0305-14A4-4ADF-8943-C96958C330D2}"/>
              </a:ext>
            </a:extLst>
          </p:cNvPr>
          <p:cNvSpPr txBox="1"/>
          <p:nvPr/>
        </p:nvSpPr>
        <p:spPr>
          <a:xfrm>
            <a:off x="1234441" y="928236"/>
            <a:ext cx="43891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화면 모드 전환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EDA30D-8D62-4343-B990-02CA2FCC437A}"/>
              </a:ext>
            </a:extLst>
          </p:cNvPr>
          <p:cNvSpPr txBox="1"/>
          <p:nvPr/>
        </p:nvSpPr>
        <p:spPr>
          <a:xfrm>
            <a:off x="209004" y="2766959"/>
            <a:ext cx="23994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화면 모드 전환</a:t>
            </a:r>
          </a:p>
        </p:txBody>
      </p:sp>
      <p:sp>
        <p:nvSpPr>
          <p:cNvPr id="16" name="슬라이드 번호 개체 틀 15">
            <a:extLst>
              <a:ext uri="{FF2B5EF4-FFF2-40B4-BE49-F238E27FC236}">
                <a16:creationId xmlns:a16="http://schemas.microsoft.com/office/drawing/2014/main" id="{B84B8405-E471-4561-8245-1D4F47AB4F0F}"/>
              </a:ext>
            </a:extLst>
          </p:cNvPr>
          <p:cNvSpPr txBox="1">
            <a:spLocks/>
          </p:cNvSpPr>
          <p:nvPr/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25F5712-77C1-483E-AF6C-501D64E640ED}" type="slidenum">
              <a:rPr lang="ko-KR" altLang="en-US" smtClean="0"/>
              <a:pPr/>
              <a:t>30</a:t>
            </a:fld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690464-6120-4D44-AFA1-078C56F83249}"/>
              </a:ext>
            </a:extLst>
          </p:cNvPr>
          <p:cNvSpPr txBox="1"/>
          <p:nvPr/>
        </p:nvSpPr>
        <p:spPr>
          <a:xfrm>
            <a:off x="221859" y="3091245"/>
            <a:ext cx="6173446" cy="319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회의에 참가한 인원수와 회의 진행 방식에 따라 화면을 전환할 수 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있습니다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F02E016-CA31-5542-B314-4C666EC7C62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91"/>
          <a:stretch/>
        </p:blipFill>
        <p:spPr>
          <a:xfrm>
            <a:off x="531415" y="4163594"/>
            <a:ext cx="2662359" cy="624533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ECE233B1-03AE-4F49-8060-7DC3B60E84A5}"/>
              </a:ext>
            </a:extLst>
          </p:cNvPr>
          <p:cNvSpPr txBox="1"/>
          <p:nvPr/>
        </p:nvSpPr>
        <p:spPr>
          <a:xfrm>
            <a:off x="320235" y="3502013"/>
            <a:ext cx="6173445" cy="57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b="1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타일뷰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참가자들의 영상을 타일 형태로 한번에 볼 수 있는 모드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40000"/>
              </a:lnSpc>
              <a:defRPr/>
            </a:pP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   하단 </a:t>
            </a:r>
            <a:r>
              <a:rPr lang="ko-KR" altLang="en-US" sz="1200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메뉴바의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타일뷰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b="1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토글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을 선택하여 화면 모드 전환하실 수 있습니다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sp>
        <p:nvSpPr>
          <p:cNvPr id="21" name="오른쪽 화살표[R] 20">
            <a:extLst>
              <a:ext uri="{FF2B5EF4-FFF2-40B4-BE49-F238E27FC236}">
                <a16:creationId xmlns:a16="http://schemas.microsoft.com/office/drawing/2014/main" id="{74B53540-861E-0A40-81E7-0F9651807006}"/>
              </a:ext>
            </a:extLst>
          </p:cNvPr>
          <p:cNvSpPr/>
          <p:nvPr/>
        </p:nvSpPr>
        <p:spPr>
          <a:xfrm>
            <a:off x="3343493" y="4361327"/>
            <a:ext cx="168058" cy="14135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DB1B716D-5D54-3C4B-8B9B-D7D7D1CF4A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9116" y="4163595"/>
            <a:ext cx="2662360" cy="1662093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6957DDC-02BA-E24F-ACF7-FF0FC5B030F1}"/>
              </a:ext>
            </a:extLst>
          </p:cNvPr>
          <p:cNvSpPr txBox="1"/>
          <p:nvPr/>
        </p:nvSpPr>
        <p:spPr>
          <a:xfrm>
            <a:off x="320236" y="6056555"/>
            <a:ext cx="6173446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40000"/>
              </a:lnSpc>
              <a:defRPr/>
            </a:pP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b="1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고정모드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참가자 영상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 또는 참가자 목록에서 참가자를 선택하여 고정하는 모드     </a:t>
            </a:r>
            <a:endParaRPr lang="en-US" altLang="ko-KR" sz="12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>
              <a:lnSpc>
                <a:spcPct val="140000"/>
              </a:lnSpc>
              <a:defRPr/>
            </a:pP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            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참석자목록에          핀아이콘 표시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0ED28B17-0450-0A49-BA06-1099EB7A70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0140" y="6725855"/>
            <a:ext cx="3597720" cy="2044397"/>
          </a:xfrm>
          <a:prstGeom prst="rect">
            <a:avLst/>
          </a:prstGeom>
        </p:spPr>
      </p:pic>
      <p:sp>
        <p:nvSpPr>
          <p:cNvPr id="27" name="직사각형 26">
            <a:extLst>
              <a:ext uri="{FF2B5EF4-FFF2-40B4-BE49-F238E27FC236}">
                <a16:creationId xmlns:a16="http://schemas.microsoft.com/office/drawing/2014/main" id="{9FBB5E49-730B-7447-8EE2-723837B0DC9A}"/>
              </a:ext>
            </a:extLst>
          </p:cNvPr>
          <p:cNvSpPr/>
          <p:nvPr/>
        </p:nvSpPr>
        <p:spPr>
          <a:xfrm>
            <a:off x="1618009" y="4340955"/>
            <a:ext cx="412610" cy="390576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79EE0D2-0D96-5240-988F-95B9E5D18D61}"/>
              </a:ext>
            </a:extLst>
          </p:cNvPr>
          <p:cNvSpPr/>
          <p:nvPr/>
        </p:nvSpPr>
        <p:spPr>
          <a:xfrm>
            <a:off x="3575787" y="8045141"/>
            <a:ext cx="303194" cy="295486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9A52F69-F359-644D-A39D-13DA6AA14D56}"/>
              </a:ext>
            </a:extLst>
          </p:cNvPr>
          <p:cNvSpPr txBox="1"/>
          <p:nvPr/>
        </p:nvSpPr>
        <p:spPr>
          <a:xfrm>
            <a:off x="320236" y="8961455"/>
            <a:ext cx="5971240" cy="57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b="1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화자모드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말하는 참가자 영상을 보여주는 화자 모드</a:t>
            </a:r>
            <a:endParaRPr lang="en-US" altLang="ko-KR" sz="12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R="0" lvl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      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200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타일뷰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모드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OFF,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고정 모드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200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핀아이콘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OFF 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상태에서 동작 됩니다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8E29CA6B-B44F-1A48-B58E-D4ECC3C1168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4702" y="6404149"/>
            <a:ext cx="207644" cy="218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8117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57E80D4-E499-4809-B55E-099B5CD9B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F5712-77C1-483E-AF6C-501D64E640ED}" type="slidenum">
              <a:rPr lang="ko-KR" altLang="en-US" smtClean="0"/>
              <a:t>31</a:t>
            </a:fld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B580C4-43C4-4748-B62D-2918A24D9B24}"/>
              </a:ext>
            </a:extLst>
          </p:cNvPr>
          <p:cNvSpPr txBox="1"/>
          <p:nvPr/>
        </p:nvSpPr>
        <p:spPr>
          <a:xfrm>
            <a:off x="299199" y="5137001"/>
            <a:ext cx="15575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 err="1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썸네일</a:t>
            </a:r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en-US" altLang="ko-KR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- </a:t>
            </a:r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설정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1D6B91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AD70DB-8C28-634B-A9BC-38EEB98ABB24}"/>
              </a:ext>
            </a:extLst>
          </p:cNvPr>
          <p:cNvSpPr txBox="1"/>
          <p:nvPr/>
        </p:nvSpPr>
        <p:spPr>
          <a:xfrm>
            <a:off x="2947806" y="5503857"/>
            <a:ext cx="3692948" cy="2142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타 참가자의 타일의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설정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(...)]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을 선택하여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개인메시지 보내기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와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참가자의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음량조절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을 할 수 있습니다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kumimoji="0" lang="ko-KR" alt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개인메시지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보내기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해당 참가자에게만 메시지를 보낼 수 있는 기능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음량 조절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해당 참가자의 음량을 조절할 수 있는 기능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AB7DE7-32DD-3B4C-89BA-062AAAC8FF3A}"/>
              </a:ext>
            </a:extLst>
          </p:cNvPr>
          <p:cNvSpPr txBox="1"/>
          <p:nvPr/>
        </p:nvSpPr>
        <p:spPr>
          <a:xfrm>
            <a:off x="337699" y="8378559"/>
            <a:ext cx="2889927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*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‘</a:t>
            </a:r>
            <a:r>
              <a:rPr lang="ko-KR" altLang="en-US" sz="10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채팅</a:t>
            </a:r>
            <a:r>
              <a:rPr lang="en-US" altLang="ko-KR" sz="10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</a:t>
            </a:r>
            <a:r>
              <a:rPr lang="ko-KR" altLang="en-US" sz="10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투표</a:t>
            </a:r>
            <a:r>
              <a:rPr lang="en-US" altLang="ko-KR" sz="10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’,</a:t>
            </a:r>
            <a:r>
              <a:rPr lang="ko-KR" altLang="en-US" sz="10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0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‘</a:t>
            </a:r>
            <a:r>
              <a:rPr lang="ko-KR" altLang="en-US" sz="10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방장 권한</a:t>
            </a:r>
            <a:r>
              <a:rPr lang="en-US" altLang="ko-KR" sz="10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’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페이지를 참고해주세요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621CA0-ED60-2540-8FE0-CB22765FCE59}"/>
              </a:ext>
            </a:extLst>
          </p:cNvPr>
          <p:cNvSpPr txBox="1"/>
          <p:nvPr/>
        </p:nvSpPr>
        <p:spPr>
          <a:xfrm>
            <a:off x="299199" y="7724193"/>
            <a:ext cx="6341555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방장권한을 가진 참가자는 추가 기능을 사용하실 수 있으며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자세한 내용은 방장 권한 페이지를 참고 바랍니다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A1D1D8AF-26F0-0F4E-B3AE-C17F4F2177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572" y="5574053"/>
            <a:ext cx="2414110" cy="2048245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0DAC7A95-914F-6547-915E-4493341E5C32}"/>
              </a:ext>
            </a:extLst>
          </p:cNvPr>
          <p:cNvSpPr/>
          <p:nvPr/>
        </p:nvSpPr>
        <p:spPr>
          <a:xfrm>
            <a:off x="2379908" y="6357944"/>
            <a:ext cx="356136" cy="336024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1BC48E-CA90-F74A-9286-CBB2A265E074}"/>
              </a:ext>
            </a:extLst>
          </p:cNvPr>
          <p:cNvSpPr txBox="1"/>
          <p:nvPr/>
        </p:nvSpPr>
        <p:spPr>
          <a:xfrm>
            <a:off x="252275" y="462539"/>
            <a:ext cx="35300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카메라 수평 뒤집기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1D6B91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3D4B576-2FC6-3B4C-91B9-B735828F6FF0}"/>
              </a:ext>
            </a:extLst>
          </p:cNvPr>
          <p:cNvSpPr txBox="1"/>
          <p:nvPr/>
        </p:nvSpPr>
        <p:spPr>
          <a:xfrm>
            <a:off x="252275" y="3737493"/>
            <a:ext cx="634155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본인 타일의 상단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설정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(...)]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수평 뒤집기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기능이 있으며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수평 뒤집기 시 본인 비디오가 좌우 반전되어 표출됩니다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타 참가자들 화면에는 변화없이 동일하게 표출됩니다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DF3D5DBE-084A-2E47-B5F4-D0809CC822F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39"/>
          <a:stretch/>
        </p:blipFill>
        <p:spPr>
          <a:xfrm>
            <a:off x="195040" y="968824"/>
            <a:ext cx="3051842" cy="2545289"/>
          </a:xfrm>
          <a:prstGeom prst="rect">
            <a:avLst/>
          </a:prstGeom>
        </p:spPr>
      </p:pic>
      <p:sp>
        <p:nvSpPr>
          <p:cNvPr id="19" name="오른쪽 화살표[R] 18">
            <a:extLst>
              <a:ext uri="{FF2B5EF4-FFF2-40B4-BE49-F238E27FC236}">
                <a16:creationId xmlns:a16="http://schemas.microsoft.com/office/drawing/2014/main" id="{1CDCE96D-5DF8-0648-B129-835E16866598}"/>
              </a:ext>
            </a:extLst>
          </p:cNvPr>
          <p:cNvSpPr/>
          <p:nvPr/>
        </p:nvSpPr>
        <p:spPr>
          <a:xfrm>
            <a:off x="3311901" y="2198617"/>
            <a:ext cx="168058" cy="14135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9F455FDB-F0AC-7149-8E9C-338DA411AB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9725" y="968824"/>
            <a:ext cx="3101029" cy="2545289"/>
          </a:xfrm>
          <a:prstGeom prst="rect">
            <a:avLst/>
          </a:prstGeom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6FA30E11-2AC5-8E41-A325-476E82AB0060}"/>
              </a:ext>
            </a:extLst>
          </p:cNvPr>
          <p:cNvSpPr/>
          <p:nvPr/>
        </p:nvSpPr>
        <p:spPr>
          <a:xfrm>
            <a:off x="1839210" y="1053600"/>
            <a:ext cx="1407672" cy="349984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3214750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57E80D4-E499-4809-B55E-099B5CD9B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F5712-77C1-483E-AF6C-501D64E640ED}" type="slidenum">
              <a:rPr lang="ko-KR" altLang="en-US" smtClean="0"/>
              <a:t>32</a:t>
            </a:fld>
            <a:endParaRPr lang="ko-KR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D01C07B-2487-A942-A6A6-1EE649DE5514}"/>
              </a:ext>
            </a:extLst>
          </p:cNvPr>
          <p:cNvSpPr txBox="1"/>
          <p:nvPr/>
        </p:nvSpPr>
        <p:spPr>
          <a:xfrm>
            <a:off x="258222" y="421721"/>
            <a:ext cx="35300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참가자 상태 정보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1D6B91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403482C-0ABF-4341-9ED0-EABA6A89A966}"/>
              </a:ext>
            </a:extLst>
          </p:cNvPr>
          <p:cNvSpPr txBox="1"/>
          <p:nvPr/>
        </p:nvSpPr>
        <p:spPr>
          <a:xfrm>
            <a:off x="245159" y="848684"/>
            <a:ext cx="2786276" cy="2388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참가자의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썸네일에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아이콘으로 상태 정보가 표시됩니다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참가자의 이름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본인 이름 변경가능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음성 감지 표시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200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파랑색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테두리 표시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왕관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아이콘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방장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마이크 아이콘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음소거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상태</a:t>
            </a:r>
          </a:p>
          <a:p>
            <a:pPr marR="0" lvl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안테나 아이콘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네트워크 상태 정보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아이콘 선택 시 상세 정보 표시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 </a:t>
            </a: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D042FB2E-1D1C-3C47-B5AD-B4D542C6C2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00" y="760275"/>
            <a:ext cx="3078093" cy="3707904"/>
          </a:xfrm>
          <a:prstGeom prst="rect">
            <a:avLst/>
          </a:prstGeom>
        </p:spPr>
      </p:pic>
      <p:sp>
        <p:nvSpPr>
          <p:cNvPr id="32" name="직사각형 31">
            <a:extLst>
              <a:ext uri="{FF2B5EF4-FFF2-40B4-BE49-F238E27FC236}">
                <a16:creationId xmlns:a16="http://schemas.microsoft.com/office/drawing/2014/main" id="{5FE55801-9EBA-8E47-BA97-6FF89F70501A}"/>
              </a:ext>
            </a:extLst>
          </p:cNvPr>
          <p:cNvSpPr/>
          <p:nvPr/>
        </p:nvSpPr>
        <p:spPr>
          <a:xfrm>
            <a:off x="5407757" y="769172"/>
            <a:ext cx="374705" cy="257518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8301762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FEAA022E-4208-4704-AC0C-FA37BA7079E4}"/>
              </a:ext>
            </a:extLst>
          </p:cNvPr>
          <p:cNvGrpSpPr/>
          <p:nvPr/>
        </p:nvGrpSpPr>
        <p:grpSpPr>
          <a:xfrm>
            <a:off x="-6083" y="-13063"/>
            <a:ext cx="6876000" cy="2625891"/>
            <a:chOff x="-13063" y="-13063"/>
            <a:chExt cx="6876000" cy="2625891"/>
          </a:xfrm>
        </p:grpSpPr>
        <p:pic>
          <p:nvPicPr>
            <p:cNvPr id="8" name="그림 7" descr="텍스트이(가) 표시된 사진&#10;&#10;자동 생성된 설명">
              <a:extLst>
                <a:ext uri="{FF2B5EF4-FFF2-40B4-BE49-F238E27FC236}">
                  <a16:creationId xmlns:a16="http://schemas.microsoft.com/office/drawing/2014/main" id="{780F336E-B268-4F78-A613-F1B21F1C6388}"/>
                </a:ext>
              </a:extLst>
            </p:cNvPr>
            <p:cNvPicPr>
              <a:picLocks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3063" y="-13063"/>
              <a:ext cx="6876000" cy="26136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7292363-054B-4F47-AE5D-0319D815EC2D}"/>
                </a:ext>
              </a:extLst>
            </p:cNvPr>
            <p:cNvSpPr txBox="1"/>
            <p:nvPr/>
          </p:nvSpPr>
          <p:spPr>
            <a:xfrm>
              <a:off x="492326" y="366245"/>
              <a:ext cx="55789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v2.2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E6FD245-C704-450F-AF9D-BDD27C05E773}"/>
                </a:ext>
              </a:extLst>
            </p:cNvPr>
            <p:cNvSpPr txBox="1"/>
            <p:nvPr/>
          </p:nvSpPr>
          <p:spPr>
            <a:xfrm>
              <a:off x="-9000" y="2358912"/>
              <a:ext cx="101890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PC </a:t>
              </a:r>
              <a:r>
                <a:rPr lang="ko-KR" altLang="en-US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가이드</a:t>
              </a:r>
              <a:endPara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851B0305-14A4-4ADF-8943-C96958C330D2}"/>
              </a:ext>
            </a:extLst>
          </p:cNvPr>
          <p:cNvSpPr txBox="1"/>
          <p:nvPr/>
        </p:nvSpPr>
        <p:spPr>
          <a:xfrm>
            <a:off x="1234441" y="928236"/>
            <a:ext cx="43891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영상 품질 설정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EDA30D-8D62-4343-B990-02CA2FCC437A}"/>
              </a:ext>
            </a:extLst>
          </p:cNvPr>
          <p:cNvSpPr txBox="1"/>
          <p:nvPr/>
        </p:nvSpPr>
        <p:spPr>
          <a:xfrm>
            <a:off x="209005" y="2969084"/>
            <a:ext cx="17634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영상 품질 설정</a:t>
            </a:r>
          </a:p>
        </p:txBody>
      </p:sp>
      <p:sp>
        <p:nvSpPr>
          <p:cNvPr id="16" name="슬라이드 번호 개체 틀 15">
            <a:extLst>
              <a:ext uri="{FF2B5EF4-FFF2-40B4-BE49-F238E27FC236}">
                <a16:creationId xmlns:a16="http://schemas.microsoft.com/office/drawing/2014/main" id="{B84B8405-E471-4561-8245-1D4F47AB4F0F}"/>
              </a:ext>
            </a:extLst>
          </p:cNvPr>
          <p:cNvSpPr txBox="1">
            <a:spLocks/>
          </p:cNvSpPr>
          <p:nvPr/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25F5712-77C1-483E-AF6C-501D64E640ED}" type="slidenum">
              <a:rPr lang="ko-KR" altLang="en-US" smtClean="0"/>
              <a:pPr/>
              <a:t>33</a:t>
            </a:fld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78819F8-4455-4BEA-8A94-073EEB5EC665}"/>
              </a:ext>
            </a:extLst>
          </p:cNvPr>
          <p:cNvSpPr txBox="1"/>
          <p:nvPr/>
        </p:nvSpPr>
        <p:spPr>
          <a:xfrm>
            <a:off x="209004" y="5808462"/>
            <a:ext cx="6435927" cy="34221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본인의 비디오 품질을 설정할 수 있는 기능을 제공합니다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상단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해상도 설정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아이콘을 선택하여 본인의 비디오 품질을 설정할 수 있으며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다른 참가자들에게 설정한 품질의 영상으로 보여집니다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품질은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단계로 이루어져 있습니다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낮은대역폭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(AUD,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음성전용으로 카메라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OFF)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저화질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(LD, 180p)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표준해상도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(SD, 360p)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고해상도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(HD, 720p)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단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고해상도로 설정되어 있어도 네트워크 연결 상태에 따라 시스템에서 자동으로 품질 상태를 조절합니다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9716876-8398-964B-95C9-D8BA46C5212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25" b="15608"/>
          <a:stretch/>
        </p:blipFill>
        <p:spPr>
          <a:xfrm>
            <a:off x="367426" y="3465253"/>
            <a:ext cx="2693032" cy="103987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E6822A9-6D59-B44F-823C-D0B5590DB0A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01" b="7394"/>
          <a:stretch/>
        </p:blipFill>
        <p:spPr>
          <a:xfrm>
            <a:off x="3416390" y="3429000"/>
            <a:ext cx="3087254" cy="2171700"/>
          </a:xfrm>
          <a:prstGeom prst="rect">
            <a:avLst/>
          </a:prstGeom>
        </p:spPr>
      </p:pic>
      <p:sp>
        <p:nvSpPr>
          <p:cNvPr id="15" name="오른쪽 화살표[R] 14">
            <a:extLst>
              <a:ext uri="{FF2B5EF4-FFF2-40B4-BE49-F238E27FC236}">
                <a16:creationId xmlns:a16="http://schemas.microsoft.com/office/drawing/2014/main" id="{4E378A9B-80F3-E345-B6D6-16E1212B3418}"/>
              </a:ext>
            </a:extLst>
          </p:cNvPr>
          <p:cNvSpPr/>
          <p:nvPr/>
        </p:nvSpPr>
        <p:spPr>
          <a:xfrm>
            <a:off x="3154395" y="3914513"/>
            <a:ext cx="168058" cy="14135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FAFA0A9-D880-464B-86E6-BB8F0D1FCD4E}"/>
              </a:ext>
            </a:extLst>
          </p:cNvPr>
          <p:cNvSpPr/>
          <p:nvPr/>
        </p:nvSpPr>
        <p:spPr>
          <a:xfrm>
            <a:off x="2402597" y="3577177"/>
            <a:ext cx="457201" cy="349984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8282979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FEAA022E-4208-4704-AC0C-FA37BA7079E4}"/>
              </a:ext>
            </a:extLst>
          </p:cNvPr>
          <p:cNvGrpSpPr/>
          <p:nvPr/>
        </p:nvGrpSpPr>
        <p:grpSpPr>
          <a:xfrm>
            <a:off x="-6083" y="-13063"/>
            <a:ext cx="6876000" cy="2625891"/>
            <a:chOff x="-13063" y="-13063"/>
            <a:chExt cx="6876000" cy="2625891"/>
          </a:xfrm>
        </p:grpSpPr>
        <p:pic>
          <p:nvPicPr>
            <p:cNvPr id="8" name="그림 7" descr="텍스트이(가) 표시된 사진&#10;&#10;자동 생성된 설명">
              <a:extLst>
                <a:ext uri="{FF2B5EF4-FFF2-40B4-BE49-F238E27FC236}">
                  <a16:creationId xmlns:a16="http://schemas.microsoft.com/office/drawing/2014/main" id="{780F336E-B268-4F78-A613-F1B21F1C6388}"/>
                </a:ext>
              </a:extLst>
            </p:cNvPr>
            <p:cNvPicPr>
              <a:picLocks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3063" y="-13063"/>
              <a:ext cx="6876000" cy="26136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7292363-054B-4F47-AE5D-0319D815EC2D}"/>
                </a:ext>
              </a:extLst>
            </p:cNvPr>
            <p:cNvSpPr txBox="1"/>
            <p:nvPr/>
          </p:nvSpPr>
          <p:spPr>
            <a:xfrm>
              <a:off x="492326" y="366245"/>
              <a:ext cx="55789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v2.2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E6FD245-C704-450F-AF9D-BDD27C05E773}"/>
                </a:ext>
              </a:extLst>
            </p:cNvPr>
            <p:cNvSpPr txBox="1"/>
            <p:nvPr/>
          </p:nvSpPr>
          <p:spPr>
            <a:xfrm>
              <a:off x="-9000" y="2358912"/>
              <a:ext cx="101890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PC </a:t>
              </a:r>
              <a:r>
                <a:rPr lang="ko-KR" altLang="en-US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가이드</a:t>
              </a:r>
              <a:endPara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851B0305-14A4-4ADF-8943-C96958C330D2}"/>
              </a:ext>
            </a:extLst>
          </p:cNvPr>
          <p:cNvSpPr txBox="1"/>
          <p:nvPr/>
        </p:nvSpPr>
        <p:spPr>
          <a:xfrm>
            <a:off x="1234441" y="928236"/>
            <a:ext cx="43891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기타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EDA30D-8D62-4343-B990-02CA2FCC437A}"/>
              </a:ext>
            </a:extLst>
          </p:cNvPr>
          <p:cNvSpPr txBox="1"/>
          <p:nvPr/>
        </p:nvSpPr>
        <p:spPr>
          <a:xfrm>
            <a:off x="209005" y="2820222"/>
            <a:ext cx="23121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err="1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회의방</a:t>
            </a:r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이름 변경</a:t>
            </a:r>
          </a:p>
        </p:txBody>
      </p:sp>
      <p:sp>
        <p:nvSpPr>
          <p:cNvPr id="16" name="슬라이드 번호 개체 틀 15">
            <a:extLst>
              <a:ext uri="{FF2B5EF4-FFF2-40B4-BE49-F238E27FC236}">
                <a16:creationId xmlns:a16="http://schemas.microsoft.com/office/drawing/2014/main" id="{B84B8405-E471-4561-8245-1D4F47AB4F0F}"/>
              </a:ext>
            </a:extLst>
          </p:cNvPr>
          <p:cNvSpPr txBox="1">
            <a:spLocks/>
          </p:cNvSpPr>
          <p:nvPr/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25F5712-77C1-483E-AF6C-501D64E640ED}" type="slidenum">
              <a:rPr lang="ko-KR" altLang="en-US" smtClean="0"/>
              <a:pPr/>
              <a:t>34</a:t>
            </a:fld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78819F8-4455-4BEA-8A94-073EEB5EC665}"/>
              </a:ext>
            </a:extLst>
          </p:cNvPr>
          <p:cNvSpPr txBox="1"/>
          <p:nvPr/>
        </p:nvSpPr>
        <p:spPr>
          <a:xfrm>
            <a:off x="209006" y="4712899"/>
            <a:ext cx="6435926" cy="729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상단 회의 이름의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연필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편집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아이콘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을 선택하여 회의 이름을 변경할 수 있습니다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>
              <a:lnSpc>
                <a:spcPct val="140000"/>
              </a:lnSpc>
              <a:defRPr/>
            </a:pPr>
            <a:r>
              <a:rPr lang="en-US" altLang="ko-KR" sz="1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※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회의 이름이 변경되어도 회의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URL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은 변경되지 않습니다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779A53A-A443-4876-AB0E-E351DA448D4F}"/>
              </a:ext>
            </a:extLst>
          </p:cNvPr>
          <p:cNvSpPr txBox="1"/>
          <p:nvPr/>
        </p:nvSpPr>
        <p:spPr>
          <a:xfrm>
            <a:off x="209005" y="5683889"/>
            <a:ext cx="23121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말하기 요청</a:t>
            </a:r>
            <a:r>
              <a:rPr lang="en-US" altLang="ko-KR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/</a:t>
            </a:r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취소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1F30B38-4EFC-4C40-8903-E25BCD43DA03}"/>
              </a:ext>
            </a:extLst>
          </p:cNvPr>
          <p:cNvSpPr txBox="1"/>
          <p:nvPr/>
        </p:nvSpPr>
        <p:spPr>
          <a:xfrm>
            <a:off x="209005" y="6033781"/>
            <a:ext cx="6660911" cy="13538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참석자들에게 발언권을 요청할 수 있는 기능입니다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하단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메뉴바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말하기 요청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취소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선택하여 말하기 요청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취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소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할 수 있으며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말하기 요청 시 프로필에 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노란색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손 아이콘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테두리 표시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상단에 말하기 요청 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개수가 표시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됩니다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8149402-0504-6949-B41A-3CCCAF121B0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1" b="27297"/>
          <a:stretch/>
        </p:blipFill>
        <p:spPr>
          <a:xfrm>
            <a:off x="350865" y="3566754"/>
            <a:ext cx="2725951" cy="63153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20C5DBC-6E3D-5449-A3BB-0645D4C934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2137" y="3156355"/>
            <a:ext cx="2961874" cy="140262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" name="오른쪽 화살표[R] 23">
            <a:extLst>
              <a:ext uri="{FF2B5EF4-FFF2-40B4-BE49-F238E27FC236}">
                <a16:creationId xmlns:a16="http://schemas.microsoft.com/office/drawing/2014/main" id="{553B69D4-A88C-744C-A688-EAD5F4683E47}"/>
              </a:ext>
            </a:extLst>
          </p:cNvPr>
          <p:cNvSpPr/>
          <p:nvPr/>
        </p:nvSpPr>
        <p:spPr>
          <a:xfrm>
            <a:off x="3197806" y="3832819"/>
            <a:ext cx="168058" cy="14135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DEE546F-3B71-BF41-9E86-5B2FAE5ADA4A}"/>
              </a:ext>
            </a:extLst>
          </p:cNvPr>
          <p:cNvSpPr/>
          <p:nvPr/>
        </p:nvSpPr>
        <p:spPr>
          <a:xfrm>
            <a:off x="1363950" y="3657827"/>
            <a:ext cx="407592" cy="306692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F21104B9-09C6-9448-8BAC-AEBBF8934B0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40" r="8496" b="6713"/>
          <a:stretch/>
        </p:blipFill>
        <p:spPr>
          <a:xfrm>
            <a:off x="350866" y="7854951"/>
            <a:ext cx="2766566" cy="877578"/>
          </a:xfrm>
          <a:prstGeom prst="rect">
            <a:avLst/>
          </a:prstGeom>
        </p:spPr>
      </p:pic>
      <p:sp>
        <p:nvSpPr>
          <p:cNvPr id="27" name="직사각형 26">
            <a:extLst>
              <a:ext uri="{FF2B5EF4-FFF2-40B4-BE49-F238E27FC236}">
                <a16:creationId xmlns:a16="http://schemas.microsoft.com/office/drawing/2014/main" id="{916D56C8-7F10-6E4A-B14A-1D6382A8E790}"/>
              </a:ext>
            </a:extLst>
          </p:cNvPr>
          <p:cNvSpPr/>
          <p:nvPr/>
        </p:nvSpPr>
        <p:spPr>
          <a:xfrm>
            <a:off x="1336967" y="8263457"/>
            <a:ext cx="480929" cy="447724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33" name="오른쪽 화살표[R] 32">
            <a:extLst>
              <a:ext uri="{FF2B5EF4-FFF2-40B4-BE49-F238E27FC236}">
                <a16:creationId xmlns:a16="http://schemas.microsoft.com/office/drawing/2014/main" id="{CB011775-945B-9C40-95AF-14C78CA24776}"/>
              </a:ext>
            </a:extLst>
          </p:cNvPr>
          <p:cNvSpPr/>
          <p:nvPr/>
        </p:nvSpPr>
        <p:spPr>
          <a:xfrm>
            <a:off x="3236466" y="8199340"/>
            <a:ext cx="168058" cy="14135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6E3617AE-2195-AB4D-ADB3-EF82D728E7A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7277" y="7173059"/>
            <a:ext cx="2936734" cy="2146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4659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2C8A81C-6F7D-4247-9E45-28F387E2B5EC}"/>
              </a:ext>
            </a:extLst>
          </p:cNvPr>
          <p:cNvSpPr txBox="1"/>
          <p:nvPr/>
        </p:nvSpPr>
        <p:spPr>
          <a:xfrm>
            <a:off x="258222" y="398149"/>
            <a:ext cx="35300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초대하기 </a:t>
            </a:r>
            <a:r>
              <a:rPr lang="en-US" altLang="ko-KR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- </a:t>
            </a:r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회의 삽입</a:t>
            </a:r>
            <a:r>
              <a:rPr lang="en-US" altLang="ko-KR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(HTML)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1D6B91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57E80D4-E499-4809-B55E-099B5CD9B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F5712-77C1-483E-AF6C-501D64E640ED}" type="slidenum">
              <a:rPr lang="ko-KR" altLang="en-US" smtClean="0"/>
              <a:t>35</a:t>
            </a:fld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E3F93C-8899-4C51-8B1D-A424FB3FA43D}"/>
              </a:ext>
            </a:extLst>
          </p:cNvPr>
          <p:cNvSpPr txBox="1"/>
          <p:nvPr/>
        </p:nvSpPr>
        <p:spPr>
          <a:xfrm>
            <a:off x="258222" y="3610505"/>
            <a:ext cx="6283662" cy="10953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회의를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HTML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코드로 웹페이지에 삽입할 수 있는 기능입니다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하단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메뉴바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참가자 목록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초대하기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- 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회의 삽입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을 선택하여 회의를 삽입하고자 하는 곳에 붙여넣기 할 수 있고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회의가 삽입된 웹페이지를 열면 회의에 참여 됩니다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8E332F2-5239-AF48-AE94-DA321D0119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690" y="938603"/>
            <a:ext cx="2968874" cy="252316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057153D1-2136-C74B-9804-E660B8B47F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7640" y="938603"/>
            <a:ext cx="3151966" cy="2523165"/>
          </a:xfrm>
          <a:prstGeom prst="rect">
            <a:avLst/>
          </a:prstGeom>
        </p:spPr>
      </p:pic>
      <p:sp>
        <p:nvSpPr>
          <p:cNvPr id="14" name="오른쪽 화살표[R] 13">
            <a:extLst>
              <a:ext uri="{FF2B5EF4-FFF2-40B4-BE49-F238E27FC236}">
                <a16:creationId xmlns:a16="http://schemas.microsoft.com/office/drawing/2014/main" id="{004B0766-A02A-4E4A-8915-CACC8F89B4D7}"/>
              </a:ext>
            </a:extLst>
          </p:cNvPr>
          <p:cNvSpPr/>
          <p:nvPr/>
        </p:nvSpPr>
        <p:spPr>
          <a:xfrm>
            <a:off x="3257073" y="2129510"/>
            <a:ext cx="168058" cy="14135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D99D4CE-2637-7D41-B729-2187790BFCD3}"/>
              </a:ext>
            </a:extLst>
          </p:cNvPr>
          <p:cNvSpPr/>
          <p:nvPr/>
        </p:nvSpPr>
        <p:spPr>
          <a:xfrm>
            <a:off x="340243" y="2806991"/>
            <a:ext cx="2764464" cy="398685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915313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사각형 19">
            <a:extLst>
              <a:ext uri="{FF2B5EF4-FFF2-40B4-BE49-F238E27FC236}">
                <a16:creationId xmlns:a16="http://schemas.microsoft.com/office/drawing/2014/main" id="{75411308-7D7C-441F-8B2D-9DB7103780D2}"/>
              </a:ext>
            </a:extLst>
          </p:cNvPr>
          <p:cNvSpPr/>
          <p:nvPr/>
        </p:nvSpPr>
        <p:spPr>
          <a:xfrm>
            <a:off x="-13063" y="1947511"/>
            <a:ext cx="6871063" cy="2638182"/>
          </a:xfrm>
          <a:prstGeom prst="rect">
            <a:avLst/>
          </a:prstGeom>
          <a:solidFill>
            <a:srgbClr val="343E44">
              <a:alpha val="3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915DFC7-E78B-4447-B0FA-E8D2921A2909}"/>
              </a:ext>
            </a:extLst>
          </p:cNvPr>
          <p:cNvSpPr/>
          <p:nvPr/>
        </p:nvSpPr>
        <p:spPr>
          <a:xfrm>
            <a:off x="-6083" y="1626687"/>
            <a:ext cx="6871063" cy="2638182"/>
          </a:xfrm>
          <a:prstGeom prst="rect">
            <a:avLst/>
          </a:prstGeom>
          <a:solidFill>
            <a:srgbClr val="3848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1246B28-A183-4D21-ABA2-4A95AACCDCE1}"/>
              </a:ext>
            </a:extLst>
          </p:cNvPr>
          <p:cNvSpPr txBox="1"/>
          <p:nvPr/>
        </p:nvSpPr>
        <p:spPr>
          <a:xfrm>
            <a:off x="1515292" y="2522489"/>
            <a:ext cx="38012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8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방장 권한</a:t>
            </a:r>
            <a:endParaRPr lang="ko-KR" altLang="en-US" sz="4000" dirty="0">
              <a:solidFill>
                <a:schemeClr val="bg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480702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FEAA022E-4208-4704-AC0C-FA37BA7079E4}"/>
              </a:ext>
            </a:extLst>
          </p:cNvPr>
          <p:cNvGrpSpPr/>
          <p:nvPr/>
        </p:nvGrpSpPr>
        <p:grpSpPr>
          <a:xfrm>
            <a:off x="-6083" y="-13063"/>
            <a:ext cx="6876000" cy="2625891"/>
            <a:chOff x="-13063" y="-13063"/>
            <a:chExt cx="6876000" cy="2625891"/>
          </a:xfrm>
        </p:grpSpPr>
        <p:pic>
          <p:nvPicPr>
            <p:cNvPr id="8" name="그림 7" descr="텍스트이(가) 표시된 사진&#10;&#10;자동 생성된 설명">
              <a:extLst>
                <a:ext uri="{FF2B5EF4-FFF2-40B4-BE49-F238E27FC236}">
                  <a16:creationId xmlns:a16="http://schemas.microsoft.com/office/drawing/2014/main" id="{780F336E-B268-4F78-A613-F1B21F1C6388}"/>
                </a:ext>
              </a:extLst>
            </p:cNvPr>
            <p:cNvPicPr>
              <a:picLocks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3063" y="-13063"/>
              <a:ext cx="6876000" cy="26136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7292363-054B-4F47-AE5D-0319D815EC2D}"/>
                </a:ext>
              </a:extLst>
            </p:cNvPr>
            <p:cNvSpPr txBox="1"/>
            <p:nvPr/>
          </p:nvSpPr>
          <p:spPr>
            <a:xfrm>
              <a:off x="492326" y="366245"/>
              <a:ext cx="55789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v2.2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E6FD245-C704-450F-AF9D-BDD27C05E773}"/>
                </a:ext>
              </a:extLst>
            </p:cNvPr>
            <p:cNvSpPr txBox="1"/>
            <p:nvPr/>
          </p:nvSpPr>
          <p:spPr>
            <a:xfrm>
              <a:off x="-9000" y="2358912"/>
              <a:ext cx="101890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PC </a:t>
              </a:r>
              <a:r>
                <a:rPr lang="ko-KR" altLang="en-US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가이드</a:t>
              </a:r>
              <a:endPara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851B0305-14A4-4ADF-8943-C96958C330D2}"/>
              </a:ext>
            </a:extLst>
          </p:cNvPr>
          <p:cNvSpPr txBox="1"/>
          <p:nvPr/>
        </p:nvSpPr>
        <p:spPr>
          <a:xfrm>
            <a:off x="1234441" y="928236"/>
            <a:ext cx="43891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방장 권한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EDA30D-8D62-4343-B990-02CA2FCC437A}"/>
              </a:ext>
            </a:extLst>
          </p:cNvPr>
          <p:cNvSpPr txBox="1"/>
          <p:nvPr/>
        </p:nvSpPr>
        <p:spPr>
          <a:xfrm>
            <a:off x="209005" y="2841201"/>
            <a:ext cx="23251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방장 권한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73B173-6515-4F8B-9569-20ED06F79F98}"/>
              </a:ext>
            </a:extLst>
          </p:cNvPr>
          <p:cNvSpPr txBox="1"/>
          <p:nvPr/>
        </p:nvSpPr>
        <p:spPr>
          <a:xfrm>
            <a:off x="209005" y="3188929"/>
            <a:ext cx="6439987" cy="10953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Vmeeting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은 방장 권한을 이용해 회의 및 참석자를 효율적으로 관리할 수 있도록 지원하고 있습니다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>
              <a:lnSpc>
                <a:spcPct val="140000"/>
              </a:lnSpc>
              <a:defRPr/>
            </a:pP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기본적으로 회의를 개설하면 방장 권한을 가지게 되며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타 참가자에게 방장 권한을 위임을 받아 방장 권한을 가질 수 있습니다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sp>
        <p:nvSpPr>
          <p:cNvPr id="16" name="슬라이드 번호 개체 틀 15">
            <a:extLst>
              <a:ext uri="{FF2B5EF4-FFF2-40B4-BE49-F238E27FC236}">
                <a16:creationId xmlns:a16="http://schemas.microsoft.com/office/drawing/2014/main" id="{B84B8405-E471-4561-8245-1D4F47AB4F0F}"/>
              </a:ext>
            </a:extLst>
          </p:cNvPr>
          <p:cNvSpPr txBox="1">
            <a:spLocks/>
          </p:cNvSpPr>
          <p:nvPr/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25F5712-77C1-483E-AF6C-501D64E640ED}" type="slidenum">
              <a:rPr lang="ko-KR" altLang="en-US" smtClean="0"/>
              <a:pPr/>
              <a:t>37</a:t>
            </a:fld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EEA446A-9320-4158-B88D-247E19F2D4BF}"/>
              </a:ext>
            </a:extLst>
          </p:cNvPr>
          <p:cNvSpPr txBox="1"/>
          <p:nvPr/>
        </p:nvSpPr>
        <p:spPr>
          <a:xfrm>
            <a:off x="385703" y="4488328"/>
            <a:ext cx="6181571" cy="42242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1.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회의 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녹화 기능</a:t>
            </a:r>
            <a:endParaRPr kumimoji="0" lang="en-US" altLang="ko-KR" sz="12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R="0" lvl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2.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라이브 스트리밍 기능</a:t>
            </a:r>
            <a:endParaRPr lang="en-US" altLang="ko-KR" sz="12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>
              <a:lnSpc>
                <a:spcPct val="150000"/>
              </a:lnSpc>
              <a:defRPr/>
            </a:pP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3.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dirty="0">
                <a:solidFill>
                  <a:srgbClr val="21212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보안 옵션 기능 설정 가능 </a:t>
            </a:r>
            <a:r>
              <a:rPr lang="en-US" altLang="ko-KR" sz="1200" dirty="0">
                <a:solidFill>
                  <a:srgbClr val="21212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200" dirty="0">
                <a:solidFill>
                  <a:srgbClr val="21212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로비 모드 </a:t>
            </a:r>
            <a:r>
              <a:rPr lang="en-US" altLang="ko-KR" sz="1200" dirty="0">
                <a:solidFill>
                  <a:srgbClr val="21212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</a:t>
            </a:r>
            <a:r>
              <a:rPr lang="ko-KR" altLang="en-US" sz="1200" dirty="0">
                <a:solidFill>
                  <a:srgbClr val="21212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비밀번호 설정</a:t>
            </a:r>
            <a:r>
              <a:rPr lang="en-US" altLang="ko-KR" sz="1200" dirty="0">
                <a:solidFill>
                  <a:srgbClr val="21212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 </a:t>
            </a:r>
            <a:endParaRPr lang="en-US" altLang="ko-KR" sz="12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>
              <a:lnSpc>
                <a:spcPct val="150000"/>
              </a:lnSpc>
              <a:defRPr/>
            </a:pP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4.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소회의실 생성</a:t>
            </a:r>
            <a:endParaRPr lang="en-US" altLang="ko-KR" sz="12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5.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타일뷰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설정 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타일 배열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참가자 고정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6.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참가자들의 카메라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마이크 설정 </a:t>
            </a:r>
            <a:endParaRPr lang="en-US" altLang="ko-KR" sz="12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>
              <a:lnSpc>
                <a:spcPct val="150000"/>
              </a:lnSpc>
              <a:defRPr/>
            </a:pP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7.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방장과 동일한 화면 상태로 설정 </a:t>
            </a:r>
            <a:endParaRPr lang="en-US" altLang="ko-KR" sz="12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50000"/>
              </a:lnSpc>
              <a:defRPr/>
            </a:pP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8.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참가자 내보내기 기능 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강제 퇴장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  <a:p>
            <a:pPr>
              <a:lnSpc>
                <a:spcPct val="150000"/>
              </a:lnSpc>
              <a:defRPr/>
            </a:pP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9.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다른 참가자에게 방장 권한 위임</a:t>
            </a:r>
            <a:endParaRPr lang="en-US" altLang="ko-KR" sz="12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50000"/>
              </a:lnSpc>
              <a:defRPr/>
            </a:pP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10.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모두에 대해 회의 종료</a:t>
            </a:r>
            <a:endParaRPr lang="en-US" altLang="ko-KR" sz="12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혼자 회의를 나갈 때 방장을 지정 기능</a:t>
            </a:r>
            <a:endParaRPr lang="en-US" altLang="ko-KR" sz="12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50000"/>
              </a:lnSpc>
              <a:defRPr/>
            </a:pP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11.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참가자 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허용 권한 설정</a:t>
            </a:r>
            <a:endParaRPr lang="en-US" altLang="ko-KR" sz="12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>
              <a:lnSpc>
                <a:spcPct val="150000"/>
              </a:lnSpc>
              <a:defRPr/>
            </a:pP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ko-KR" altLang="en-US" sz="12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화면공유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ko-KR" altLang="en-US" sz="12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음소거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카메라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채팅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투표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이름변경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소회의실 입장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문서공유</a:t>
            </a:r>
            <a:endParaRPr kumimoji="0" lang="en-US" altLang="ko-KR" sz="12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>
              <a:lnSpc>
                <a:spcPct val="150000"/>
              </a:lnSpc>
              <a:defRPr/>
            </a:pP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12.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기타 기능</a:t>
            </a:r>
            <a:endParaRPr kumimoji="0" lang="en-US" altLang="ko-KR" sz="12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>
              <a:lnSpc>
                <a:spcPct val="150000"/>
              </a:lnSpc>
              <a:defRPr/>
            </a:pP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랜덤 지목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타이머</a:t>
            </a:r>
            <a:endParaRPr kumimoji="0" lang="en-US" altLang="ko-KR" sz="12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352307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FEAA022E-4208-4704-AC0C-FA37BA7079E4}"/>
              </a:ext>
            </a:extLst>
          </p:cNvPr>
          <p:cNvGrpSpPr/>
          <p:nvPr/>
        </p:nvGrpSpPr>
        <p:grpSpPr>
          <a:xfrm>
            <a:off x="-6083" y="-13063"/>
            <a:ext cx="6876000" cy="2625891"/>
            <a:chOff x="-13063" y="-13063"/>
            <a:chExt cx="6876000" cy="2625891"/>
          </a:xfrm>
        </p:grpSpPr>
        <p:pic>
          <p:nvPicPr>
            <p:cNvPr id="8" name="그림 7" descr="텍스트이(가) 표시된 사진&#10;&#10;자동 생성된 설명">
              <a:extLst>
                <a:ext uri="{FF2B5EF4-FFF2-40B4-BE49-F238E27FC236}">
                  <a16:creationId xmlns:a16="http://schemas.microsoft.com/office/drawing/2014/main" id="{780F336E-B268-4F78-A613-F1B21F1C6388}"/>
                </a:ext>
              </a:extLst>
            </p:cNvPr>
            <p:cNvPicPr>
              <a:picLocks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3063" y="-13063"/>
              <a:ext cx="6876000" cy="26136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7292363-054B-4F47-AE5D-0319D815EC2D}"/>
                </a:ext>
              </a:extLst>
            </p:cNvPr>
            <p:cNvSpPr txBox="1"/>
            <p:nvPr/>
          </p:nvSpPr>
          <p:spPr>
            <a:xfrm>
              <a:off x="492326" y="366245"/>
              <a:ext cx="55789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v2.2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E6FD245-C704-450F-AF9D-BDD27C05E773}"/>
                </a:ext>
              </a:extLst>
            </p:cNvPr>
            <p:cNvSpPr txBox="1"/>
            <p:nvPr/>
          </p:nvSpPr>
          <p:spPr>
            <a:xfrm>
              <a:off x="-9000" y="2358912"/>
              <a:ext cx="101890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PC </a:t>
              </a:r>
              <a:r>
                <a:rPr lang="ko-KR" altLang="en-US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가이드</a:t>
              </a:r>
              <a:endPara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851B0305-14A4-4ADF-8943-C96958C330D2}"/>
              </a:ext>
            </a:extLst>
          </p:cNvPr>
          <p:cNvSpPr txBox="1"/>
          <p:nvPr/>
        </p:nvSpPr>
        <p:spPr>
          <a:xfrm>
            <a:off x="1234441" y="928236"/>
            <a:ext cx="43891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화면 녹화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EDA30D-8D62-4343-B990-02CA2FCC437A}"/>
              </a:ext>
            </a:extLst>
          </p:cNvPr>
          <p:cNvSpPr txBox="1"/>
          <p:nvPr/>
        </p:nvSpPr>
        <p:spPr>
          <a:xfrm>
            <a:off x="209005" y="2809302"/>
            <a:ext cx="23251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화면 녹화 </a:t>
            </a:r>
            <a:r>
              <a:rPr lang="en-US" altLang="ko-KR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</a:t>
            </a:r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레코딩 기능</a:t>
            </a:r>
            <a:r>
              <a:rPr lang="en-US" altLang="ko-KR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)</a:t>
            </a:r>
            <a:endParaRPr lang="ko-KR" altLang="en-US" sz="1600" dirty="0">
              <a:solidFill>
                <a:srgbClr val="1D6B9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73B173-6515-4F8B-9569-20ED06F79F98}"/>
              </a:ext>
            </a:extLst>
          </p:cNvPr>
          <p:cNvSpPr txBox="1"/>
          <p:nvPr/>
        </p:nvSpPr>
        <p:spPr>
          <a:xfrm>
            <a:off x="209003" y="3190433"/>
            <a:ext cx="617751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회의 화면을 녹화하여 어디서나 다운로드할 수 있는 회의 녹화 기능이 제공됩니다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방장만 녹화를 진행할 수 있으며 녹화가 시작되면 알림 메시지와 녹화 아이콘이 표시되고 종료 시 녹화 영상 다운로드 링크가 방장 메일로 전송됩니다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</a:t>
            </a:r>
          </a:p>
        </p:txBody>
      </p:sp>
      <p:sp>
        <p:nvSpPr>
          <p:cNvPr id="16" name="슬라이드 번호 개체 틀 15">
            <a:extLst>
              <a:ext uri="{FF2B5EF4-FFF2-40B4-BE49-F238E27FC236}">
                <a16:creationId xmlns:a16="http://schemas.microsoft.com/office/drawing/2014/main" id="{B84B8405-E471-4561-8245-1D4F47AB4F0F}"/>
              </a:ext>
            </a:extLst>
          </p:cNvPr>
          <p:cNvSpPr txBox="1">
            <a:spLocks/>
          </p:cNvSpPr>
          <p:nvPr/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25F5712-77C1-483E-AF6C-501D64E640ED}" type="slidenum">
              <a:rPr lang="ko-KR" altLang="en-US" smtClean="0"/>
              <a:pPr/>
              <a:t>38</a:t>
            </a:fld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4199676-3CBA-428D-8CED-2484A8134EA7}"/>
              </a:ext>
            </a:extLst>
          </p:cNvPr>
          <p:cNvSpPr txBox="1"/>
          <p:nvPr/>
        </p:nvSpPr>
        <p:spPr>
          <a:xfrm>
            <a:off x="3090426" y="4918688"/>
            <a:ext cx="3480494" cy="319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1.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하단 메뉴바의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추가 액션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- 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녹화 시작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 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CEBDD8E-B22C-4520-B785-E22E0C579370}"/>
              </a:ext>
            </a:extLst>
          </p:cNvPr>
          <p:cNvSpPr txBox="1"/>
          <p:nvPr/>
        </p:nvSpPr>
        <p:spPr>
          <a:xfrm>
            <a:off x="3090428" y="6805454"/>
            <a:ext cx="3480492" cy="3323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2.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녹화 시작 확인 팝업에서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녹화 시작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 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2E814F-47CC-45E9-885A-D182AEE7B73C}"/>
              </a:ext>
            </a:extLst>
          </p:cNvPr>
          <p:cNvSpPr txBox="1"/>
          <p:nvPr/>
        </p:nvSpPr>
        <p:spPr>
          <a:xfrm>
            <a:off x="209003" y="4475031"/>
            <a:ext cx="23251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녹화 시작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FD4843D-107B-EE44-8BB3-254F5470AFE4}"/>
              </a:ext>
            </a:extLst>
          </p:cNvPr>
          <p:cNvSpPr txBox="1"/>
          <p:nvPr/>
        </p:nvSpPr>
        <p:spPr>
          <a:xfrm>
            <a:off x="3090425" y="8233463"/>
            <a:ext cx="3480492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3. 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녹화 시작 시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상단에 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REC 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아이콘 표출 및 참여자들에게 녹화 시작 알림 메시지 발생 </a:t>
            </a:r>
            <a:endParaRPr kumimoji="0" lang="en-US" altLang="ko-KR" sz="12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FDC2A6EA-F2CD-2740-A8CB-91EAE68F83C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437"/>
          <a:stretch/>
        </p:blipFill>
        <p:spPr>
          <a:xfrm>
            <a:off x="287079" y="4918689"/>
            <a:ext cx="2721934" cy="1709982"/>
          </a:xfrm>
          <a:prstGeom prst="rect">
            <a:avLst/>
          </a:prstGeom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A9572FFC-4791-DC4A-B7EA-DF6BB762FBED}"/>
              </a:ext>
            </a:extLst>
          </p:cNvPr>
          <p:cNvSpPr/>
          <p:nvPr/>
        </p:nvSpPr>
        <p:spPr>
          <a:xfrm>
            <a:off x="1057199" y="5102315"/>
            <a:ext cx="1476993" cy="261546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987B2B22-6288-EC41-807B-3BEE66EAB3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079" y="6869252"/>
            <a:ext cx="2721934" cy="1170978"/>
          </a:xfrm>
          <a:prstGeom prst="rect">
            <a:avLst/>
          </a:prstGeom>
        </p:spPr>
      </p:pic>
      <p:sp>
        <p:nvSpPr>
          <p:cNvPr id="27" name="직사각형 26">
            <a:extLst>
              <a:ext uri="{FF2B5EF4-FFF2-40B4-BE49-F238E27FC236}">
                <a16:creationId xmlns:a16="http://schemas.microsoft.com/office/drawing/2014/main" id="{85623DC9-3B06-D94E-9355-8D1D49E251A1}"/>
              </a:ext>
            </a:extLst>
          </p:cNvPr>
          <p:cNvSpPr/>
          <p:nvPr/>
        </p:nvSpPr>
        <p:spPr>
          <a:xfrm>
            <a:off x="1977656" y="7746761"/>
            <a:ext cx="680484" cy="261546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26C5D753-D69A-CE47-9EAD-5EA470CCF45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24" b="35954"/>
          <a:stretch/>
        </p:blipFill>
        <p:spPr>
          <a:xfrm>
            <a:off x="287079" y="8321926"/>
            <a:ext cx="2721934" cy="829648"/>
          </a:xfrm>
          <a:prstGeom prst="rect">
            <a:avLst/>
          </a:prstGeom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5317FF51-CD5A-5846-8103-13D0857B57FC}"/>
              </a:ext>
            </a:extLst>
          </p:cNvPr>
          <p:cNvSpPr/>
          <p:nvPr/>
        </p:nvSpPr>
        <p:spPr>
          <a:xfrm>
            <a:off x="287079" y="8398154"/>
            <a:ext cx="534015" cy="531241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478980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>
            <a:extLst>
              <a:ext uri="{FF2B5EF4-FFF2-40B4-BE49-F238E27FC236}">
                <a16:creationId xmlns:a16="http://schemas.microsoft.com/office/drawing/2014/main" id="{9B6BCEFD-01C1-4E76-A146-E17EAE3363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473" y="4601108"/>
            <a:ext cx="2758439" cy="6670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4338" name="Picture 2">
            <a:extLst>
              <a:ext uri="{FF2B5EF4-FFF2-40B4-BE49-F238E27FC236}">
                <a16:creationId xmlns:a16="http://schemas.microsoft.com/office/drawing/2014/main" id="{4122722B-8CE6-4BC6-9639-E1BF405273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631" b="16653"/>
          <a:stretch/>
        </p:blipFill>
        <p:spPr bwMode="auto">
          <a:xfrm>
            <a:off x="270347" y="2952968"/>
            <a:ext cx="2795473" cy="1274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B0CE141B-21B1-4DA9-9429-175F2960308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16272"/>
          <a:stretch/>
        </p:blipFill>
        <p:spPr>
          <a:xfrm>
            <a:off x="282473" y="5692586"/>
            <a:ext cx="2783347" cy="17016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D46A3C3-A77F-40FA-A316-E72C24E5F013}"/>
              </a:ext>
            </a:extLst>
          </p:cNvPr>
          <p:cNvSpPr txBox="1"/>
          <p:nvPr/>
        </p:nvSpPr>
        <p:spPr>
          <a:xfrm>
            <a:off x="2966484" y="716774"/>
            <a:ext cx="3629305" cy="319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하단 메뉴바의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추가 액션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- 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녹화 종료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 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57E80D4-E499-4809-B55E-099B5CD9B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F5712-77C1-483E-AF6C-501D64E640ED}" type="slidenum">
              <a:rPr lang="ko-KR" altLang="en-US" smtClean="0"/>
              <a:t>39</a:t>
            </a:fld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5137F8-90F9-4C34-8216-1562A47E3DE4}"/>
              </a:ext>
            </a:extLst>
          </p:cNvPr>
          <p:cNvSpPr txBox="1"/>
          <p:nvPr/>
        </p:nvSpPr>
        <p:spPr>
          <a:xfrm>
            <a:off x="235607" y="7446722"/>
            <a:ext cx="6386786" cy="57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40000"/>
              </a:lnSpc>
              <a:defRPr/>
            </a:pPr>
            <a:r>
              <a:rPr lang="en-US" altLang="ko-KR" sz="1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※ 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YouTube 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비디오 공유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오디오 공유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화면 공유한 내용만 녹화되고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kumimoji="0" lang="ko-KR" altLang="en-US" sz="120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채팅창는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녹화되지 않습니다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9F4178D-A635-45E8-8315-8342563F907B}"/>
              </a:ext>
            </a:extLst>
          </p:cNvPr>
          <p:cNvSpPr txBox="1"/>
          <p:nvPr/>
        </p:nvSpPr>
        <p:spPr>
          <a:xfrm>
            <a:off x="209003" y="245698"/>
            <a:ext cx="23251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녹화 종료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4E6CE65-788D-4539-A21B-B129077B7DF9}"/>
              </a:ext>
            </a:extLst>
          </p:cNvPr>
          <p:cNvSpPr txBox="1"/>
          <p:nvPr/>
        </p:nvSpPr>
        <p:spPr>
          <a:xfrm>
            <a:off x="3040912" y="2859810"/>
            <a:ext cx="3529969" cy="3323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2.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녹화 종료 확인 팝업에서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확인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 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3FCA8C6-BC55-4392-B4F4-3FAFE41D4765}"/>
              </a:ext>
            </a:extLst>
          </p:cNvPr>
          <p:cNvSpPr txBox="1"/>
          <p:nvPr/>
        </p:nvSpPr>
        <p:spPr>
          <a:xfrm>
            <a:off x="3065820" y="4511577"/>
            <a:ext cx="3529969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3.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녹화 종료 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상단에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REC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아이콘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미표출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및 참여자들에게 녹화 중지 알림 메시지 발생 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48C6BF0-3E6D-44BC-8804-5ED49AC66E8E}"/>
              </a:ext>
            </a:extLst>
          </p:cNvPr>
          <p:cNvSpPr txBox="1"/>
          <p:nvPr/>
        </p:nvSpPr>
        <p:spPr>
          <a:xfrm>
            <a:off x="3065820" y="5589510"/>
            <a:ext cx="3505061" cy="8494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4.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방장 이메일로 녹화 영상 다운로드 링크 전송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녹화를 종료하지 않고 회의를 종료 한 경우에는 자동 녹화 종료되어 전송됩니다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.) 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D3E0711F-506E-FE4A-B294-6CF003A70324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97" t="17825"/>
          <a:stretch/>
        </p:blipFill>
        <p:spPr>
          <a:xfrm>
            <a:off x="278134" y="716774"/>
            <a:ext cx="2721934" cy="1951699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FDBC2E26-4467-CD43-A55C-452111E34F71}"/>
              </a:ext>
            </a:extLst>
          </p:cNvPr>
          <p:cNvSpPr/>
          <p:nvPr/>
        </p:nvSpPr>
        <p:spPr>
          <a:xfrm>
            <a:off x="1057199" y="1008640"/>
            <a:ext cx="1476993" cy="261546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8583616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FEAA022E-4208-4704-AC0C-FA37BA7079E4}"/>
              </a:ext>
            </a:extLst>
          </p:cNvPr>
          <p:cNvGrpSpPr/>
          <p:nvPr/>
        </p:nvGrpSpPr>
        <p:grpSpPr>
          <a:xfrm>
            <a:off x="-6083" y="-13063"/>
            <a:ext cx="6876000" cy="2625891"/>
            <a:chOff x="-13063" y="-13063"/>
            <a:chExt cx="6876000" cy="2625891"/>
          </a:xfrm>
        </p:grpSpPr>
        <p:pic>
          <p:nvPicPr>
            <p:cNvPr id="8" name="그림 7" descr="텍스트이(가) 표시된 사진&#10;&#10;자동 생성된 설명">
              <a:extLst>
                <a:ext uri="{FF2B5EF4-FFF2-40B4-BE49-F238E27FC236}">
                  <a16:creationId xmlns:a16="http://schemas.microsoft.com/office/drawing/2014/main" id="{780F336E-B268-4F78-A613-F1B21F1C6388}"/>
                </a:ext>
              </a:extLst>
            </p:cNvPr>
            <p:cNvPicPr>
              <a:picLocks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3063" y="-13063"/>
              <a:ext cx="6876000" cy="26136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7292363-054B-4F47-AE5D-0319D815EC2D}"/>
                </a:ext>
              </a:extLst>
            </p:cNvPr>
            <p:cNvSpPr txBox="1"/>
            <p:nvPr/>
          </p:nvSpPr>
          <p:spPr>
            <a:xfrm>
              <a:off x="492326" y="366245"/>
              <a:ext cx="55789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v2.2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E6FD245-C704-450F-AF9D-BDD27C05E773}"/>
                </a:ext>
              </a:extLst>
            </p:cNvPr>
            <p:cNvSpPr txBox="1"/>
            <p:nvPr/>
          </p:nvSpPr>
          <p:spPr>
            <a:xfrm>
              <a:off x="-9000" y="2358912"/>
              <a:ext cx="101890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PC </a:t>
              </a:r>
              <a:r>
                <a:rPr lang="ko-KR" altLang="en-US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가이드</a:t>
              </a:r>
              <a:endPara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851B0305-14A4-4ADF-8943-C96958C330D2}"/>
              </a:ext>
            </a:extLst>
          </p:cNvPr>
          <p:cNvSpPr txBox="1"/>
          <p:nvPr/>
        </p:nvSpPr>
        <p:spPr>
          <a:xfrm>
            <a:off x="1234441" y="928236"/>
            <a:ext cx="43891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라이브 스트리밍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EDA30D-8D62-4343-B990-02CA2FCC437A}"/>
              </a:ext>
            </a:extLst>
          </p:cNvPr>
          <p:cNvSpPr txBox="1"/>
          <p:nvPr/>
        </p:nvSpPr>
        <p:spPr>
          <a:xfrm>
            <a:off x="209005" y="2947531"/>
            <a:ext cx="23251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라이브 스트리밍</a:t>
            </a:r>
          </a:p>
        </p:txBody>
      </p:sp>
      <p:sp>
        <p:nvSpPr>
          <p:cNvPr id="16" name="슬라이드 번호 개체 틀 15">
            <a:extLst>
              <a:ext uri="{FF2B5EF4-FFF2-40B4-BE49-F238E27FC236}">
                <a16:creationId xmlns:a16="http://schemas.microsoft.com/office/drawing/2014/main" id="{B84B8405-E471-4561-8245-1D4F47AB4F0F}"/>
              </a:ext>
            </a:extLst>
          </p:cNvPr>
          <p:cNvSpPr txBox="1">
            <a:spLocks/>
          </p:cNvSpPr>
          <p:nvPr/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25F5712-77C1-483E-AF6C-501D64E640ED}" type="slidenum">
              <a:rPr lang="ko-KR" altLang="en-US" smtClean="0"/>
              <a:pPr/>
              <a:t>40</a:t>
            </a:fld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970CDF6-D924-402B-92F7-491F109E0E5C}"/>
              </a:ext>
            </a:extLst>
          </p:cNvPr>
          <p:cNvSpPr txBox="1"/>
          <p:nvPr/>
        </p:nvSpPr>
        <p:spPr>
          <a:xfrm>
            <a:off x="209004" y="3360654"/>
            <a:ext cx="3136314" cy="2388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YouTube,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NaverTV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AfricaTV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트위치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등의 실시간 스트리밍 플랫폼에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RTMP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방식을 이용하여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Vmeeting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회의의 실시간 스트리밍을 진행할 수 있는 기능을 제공합니다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하단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메뉴바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추가액션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]-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라이브 스트리밍 시작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 하여 라이브 스트리밍을 하실 수 있습니다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BF9FAFA-A484-CD49-9026-4C8F48DBC41F}"/>
              </a:ext>
            </a:extLst>
          </p:cNvPr>
          <p:cNvSpPr txBox="1"/>
          <p:nvPr/>
        </p:nvSpPr>
        <p:spPr>
          <a:xfrm>
            <a:off x="221887" y="6414754"/>
            <a:ext cx="2994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YouTube </a:t>
            </a:r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실시간 스트리밍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D21969-89F6-E942-8CF2-DDC0E2CC9551}"/>
              </a:ext>
            </a:extLst>
          </p:cNvPr>
          <p:cNvSpPr txBox="1"/>
          <p:nvPr/>
        </p:nvSpPr>
        <p:spPr>
          <a:xfrm>
            <a:off x="209004" y="6732042"/>
            <a:ext cx="6273758" cy="319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유튜브에서 실시간 스트리밍하는 방법입니다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2CAEEB8-3B2B-6B4C-9FEA-85BCBB02E3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2684" y="3360654"/>
            <a:ext cx="2978779" cy="2566820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2DCD2DD8-DB12-0047-95AE-F1BEA5C0546B}"/>
              </a:ext>
            </a:extLst>
          </p:cNvPr>
          <p:cNvSpPr/>
          <p:nvPr/>
        </p:nvSpPr>
        <p:spPr>
          <a:xfrm>
            <a:off x="4395824" y="4382518"/>
            <a:ext cx="1590308" cy="347606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11629212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57E80D4-E499-4809-B55E-099B5CD9B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F5712-77C1-483E-AF6C-501D64E640ED}" type="slidenum">
              <a:rPr lang="ko-KR" altLang="en-US" smtClean="0"/>
              <a:t>41</a:t>
            </a:fld>
            <a:endParaRPr lang="ko-KR" altLang="en-US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011311BA-7B0B-4668-AA06-6C792478731B}"/>
              </a:ext>
            </a:extLst>
          </p:cNvPr>
          <p:cNvGrpSpPr/>
          <p:nvPr/>
        </p:nvGrpSpPr>
        <p:grpSpPr>
          <a:xfrm>
            <a:off x="245338" y="203156"/>
            <a:ext cx="6367324" cy="2891937"/>
            <a:chOff x="245338" y="6617023"/>
            <a:chExt cx="4116229" cy="2745818"/>
          </a:xfrm>
        </p:grpSpPr>
        <p:pic>
          <p:nvPicPr>
            <p:cNvPr id="17" name="Picture 2">
              <a:extLst>
                <a:ext uri="{FF2B5EF4-FFF2-40B4-BE49-F238E27FC236}">
                  <a16:creationId xmlns:a16="http://schemas.microsoft.com/office/drawing/2014/main" id="{433C1331-2B21-4547-9E70-ADD2C99ECA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5338" y="6749241"/>
              <a:ext cx="4000092" cy="2613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63AE8E1B-6FED-4F96-BA6F-F2885FD93B75}"/>
                </a:ext>
              </a:extLst>
            </p:cNvPr>
            <p:cNvSpPr/>
            <p:nvPr/>
          </p:nvSpPr>
          <p:spPr>
            <a:xfrm>
              <a:off x="4107757" y="6617023"/>
              <a:ext cx="253810" cy="338554"/>
            </a:xfrm>
            <a:prstGeom prst="ellipse">
              <a:avLst/>
            </a:prstGeom>
            <a:solidFill>
              <a:srgbClr val="4E8BA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1</a:t>
              </a:r>
              <a:endParaRPr lang="ko-KR" altLang="en-US" sz="1600" dirty="0"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C4F3DB17-B076-49BF-8970-086944955D91}"/>
              </a:ext>
            </a:extLst>
          </p:cNvPr>
          <p:cNvSpPr txBox="1"/>
          <p:nvPr/>
        </p:nvSpPr>
        <p:spPr>
          <a:xfrm>
            <a:off x="245338" y="3164265"/>
            <a:ext cx="6273758" cy="18835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1.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다른 브라우저에서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YouTube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접속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(https://www.youtube.com)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2.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상단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만들기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카메라 아이콘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)]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3.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실시간 스트리밍 시작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방송 계정이 없는 경우 채널 생성 단계에서 생성 후 휴대전화 인증 완료하여야 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스트리밍 가능 합니다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4. (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지금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실시간 스트리밍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 -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시작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5. (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내장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웹캡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 -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이동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 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BAC4D920-71C1-41F7-BC2C-CD0C9EEC3975}"/>
              </a:ext>
            </a:extLst>
          </p:cNvPr>
          <p:cNvGrpSpPr/>
          <p:nvPr/>
        </p:nvGrpSpPr>
        <p:grpSpPr>
          <a:xfrm>
            <a:off x="258221" y="5047858"/>
            <a:ext cx="6367324" cy="2971240"/>
            <a:chOff x="243912" y="255395"/>
            <a:chExt cx="4117655" cy="2758316"/>
          </a:xfrm>
        </p:grpSpPr>
        <p:pic>
          <p:nvPicPr>
            <p:cNvPr id="30" name="그림 29">
              <a:extLst>
                <a:ext uri="{FF2B5EF4-FFF2-40B4-BE49-F238E27FC236}">
                  <a16:creationId xmlns:a16="http://schemas.microsoft.com/office/drawing/2014/main" id="{D9EBA214-330F-4C40-8E37-5C391E8E488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43912" y="391857"/>
              <a:ext cx="4013606" cy="2621854"/>
            </a:xfrm>
            <a:prstGeom prst="rect">
              <a:avLst/>
            </a:prstGeom>
          </p:spPr>
        </p:pic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0E7338AD-624F-4637-9534-8EB8ACC6EBBF}"/>
                </a:ext>
              </a:extLst>
            </p:cNvPr>
            <p:cNvSpPr/>
            <p:nvPr/>
          </p:nvSpPr>
          <p:spPr>
            <a:xfrm>
              <a:off x="4107669" y="255395"/>
              <a:ext cx="253898" cy="338554"/>
            </a:xfrm>
            <a:prstGeom prst="ellipse">
              <a:avLst/>
            </a:prstGeom>
            <a:solidFill>
              <a:srgbClr val="4E8BA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2</a:t>
              </a:r>
              <a:endParaRPr lang="ko-KR" altLang="en-US" sz="1600" dirty="0"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C32985BF-3F84-4782-9707-EC7381BD799F}"/>
              </a:ext>
            </a:extLst>
          </p:cNvPr>
          <p:cNvSpPr txBox="1"/>
          <p:nvPr/>
        </p:nvSpPr>
        <p:spPr>
          <a:xfrm>
            <a:off x="245338" y="8078570"/>
            <a:ext cx="6354441" cy="136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6. (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스트림 만들기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 -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다음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스트리밍 정보를 기입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7. (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스트림 미리보기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 -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시작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</a:t>
            </a:r>
          </a:p>
          <a:p>
            <a:pPr marR="0" lvl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유튜브 실시간 스트리밍을 처음 생성한 경우 정보 입력 완료한 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24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시간 이후부터 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R="0" lvl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이용 가능합니다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4611239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875539E8-F74A-4646-A128-FE1F360F7A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012" r="21562" b="-64"/>
          <a:stretch/>
        </p:blipFill>
        <p:spPr>
          <a:xfrm>
            <a:off x="245338" y="4190871"/>
            <a:ext cx="6273757" cy="2732441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F6255CB4-2F0E-4B66-9920-D39E553D90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220" y="444990"/>
            <a:ext cx="6260875" cy="2742346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57E80D4-E499-4809-B55E-099B5CD9B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F5712-77C1-483E-AF6C-501D64E640ED}" type="slidenum">
              <a:rPr lang="ko-KR" altLang="en-US" smtClean="0"/>
              <a:t>42</a:t>
            </a:fld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63AE8E1B-6FED-4F96-BA6F-F2885FD93B75}"/>
              </a:ext>
            </a:extLst>
          </p:cNvPr>
          <p:cNvSpPr/>
          <p:nvPr/>
        </p:nvSpPr>
        <p:spPr>
          <a:xfrm>
            <a:off x="6250083" y="232838"/>
            <a:ext cx="362579" cy="356570"/>
          </a:xfrm>
          <a:prstGeom prst="ellipse">
            <a:avLst/>
          </a:prstGeom>
          <a:solidFill>
            <a:srgbClr val="4E8B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3</a:t>
            </a:r>
            <a:endParaRPr lang="ko-KR" altLang="en-US" sz="16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4F3DB17-B076-49BF-8970-086944955D91}"/>
              </a:ext>
            </a:extLst>
          </p:cNvPr>
          <p:cNvSpPr txBox="1"/>
          <p:nvPr/>
        </p:nvSpPr>
        <p:spPr>
          <a:xfrm>
            <a:off x="245338" y="3255071"/>
            <a:ext cx="6273758" cy="8494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8. (Default stream key) -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복사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9. Vmeeting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회의의 스트리밍 키 입력 창에 붙여넣기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10.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라이브 스트리밍 시작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 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0E7338AD-624F-4637-9534-8EB8ACC6EBBF}"/>
              </a:ext>
            </a:extLst>
          </p:cNvPr>
          <p:cNvSpPr/>
          <p:nvPr/>
        </p:nvSpPr>
        <p:spPr>
          <a:xfrm>
            <a:off x="6231753" y="3965359"/>
            <a:ext cx="363512" cy="364688"/>
          </a:xfrm>
          <a:prstGeom prst="ellipse">
            <a:avLst/>
          </a:prstGeom>
          <a:solidFill>
            <a:srgbClr val="4E8B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4</a:t>
            </a:r>
            <a:endParaRPr lang="ko-KR" altLang="en-US" sz="16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32985BF-3F84-4782-9707-EC7381BD799F}"/>
              </a:ext>
            </a:extLst>
          </p:cNvPr>
          <p:cNvSpPr txBox="1"/>
          <p:nvPr/>
        </p:nvSpPr>
        <p:spPr>
          <a:xfrm>
            <a:off x="258221" y="6990840"/>
            <a:ext cx="6354441" cy="3323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11. YouTube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Vmeeting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회의 영상이 실시간 스트리밍 진행 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D7185A-E767-4316-83FA-92457E70AC82}"/>
              </a:ext>
            </a:extLst>
          </p:cNvPr>
          <p:cNvSpPr txBox="1"/>
          <p:nvPr/>
        </p:nvSpPr>
        <p:spPr>
          <a:xfrm>
            <a:off x="258222" y="7633259"/>
            <a:ext cx="28738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타 플랫폼 실시간 스트리밍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71FE0CF-BDB6-4244-8460-470F2F9D4639}"/>
              </a:ext>
            </a:extLst>
          </p:cNvPr>
          <p:cNvSpPr txBox="1"/>
          <p:nvPr/>
        </p:nvSpPr>
        <p:spPr>
          <a:xfrm>
            <a:off x="258222" y="8031856"/>
            <a:ext cx="6312396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YouTube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실시간 스트리밍과 유사한 동작방법으로 타 플랫폼에서도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Vmeeting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회의를 실시간으로 스트리밍 할 수 있습니다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05259457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FEAA022E-4208-4704-AC0C-FA37BA7079E4}"/>
              </a:ext>
            </a:extLst>
          </p:cNvPr>
          <p:cNvGrpSpPr/>
          <p:nvPr/>
        </p:nvGrpSpPr>
        <p:grpSpPr>
          <a:xfrm>
            <a:off x="-6083" y="-13063"/>
            <a:ext cx="6876000" cy="2625891"/>
            <a:chOff x="-13063" y="-13063"/>
            <a:chExt cx="6876000" cy="2625891"/>
          </a:xfrm>
        </p:grpSpPr>
        <p:pic>
          <p:nvPicPr>
            <p:cNvPr id="8" name="그림 7" descr="텍스트이(가) 표시된 사진&#10;&#10;자동 생성된 설명">
              <a:extLst>
                <a:ext uri="{FF2B5EF4-FFF2-40B4-BE49-F238E27FC236}">
                  <a16:creationId xmlns:a16="http://schemas.microsoft.com/office/drawing/2014/main" id="{780F336E-B268-4F78-A613-F1B21F1C6388}"/>
                </a:ext>
              </a:extLst>
            </p:cNvPr>
            <p:cNvPicPr>
              <a:picLocks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3063" y="-13063"/>
              <a:ext cx="6876000" cy="26136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7292363-054B-4F47-AE5D-0319D815EC2D}"/>
                </a:ext>
              </a:extLst>
            </p:cNvPr>
            <p:cNvSpPr txBox="1"/>
            <p:nvPr/>
          </p:nvSpPr>
          <p:spPr>
            <a:xfrm>
              <a:off x="492326" y="366245"/>
              <a:ext cx="55789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v2.2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E6FD245-C704-450F-AF9D-BDD27C05E773}"/>
                </a:ext>
              </a:extLst>
            </p:cNvPr>
            <p:cNvSpPr txBox="1"/>
            <p:nvPr/>
          </p:nvSpPr>
          <p:spPr>
            <a:xfrm>
              <a:off x="-9000" y="2358912"/>
              <a:ext cx="101890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PC </a:t>
              </a:r>
              <a:r>
                <a:rPr lang="ko-KR" altLang="en-US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가이드</a:t>
              </a:r>
              <a:endPara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851B0305-14A4-4ADF-8943-C96958C330D2}"/>
              </a:ext>
            </a:extLst>
          </p:cNvPr>
          <p:cNvSpPr txBox="1"/>
          <p:nvPr/>
        </p:nvSpPr>
        <p:spPr>
          <a:xfrm>
            <a:off x="1234441" y="928236"/>
            <a:ext cx="43891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보안 옵션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EDA30D-8D62-4343-B990-02CA2FCC437A}"/>
              </a:ext>
            </a:extLst>
          </p:cNvPr>
          <p:cNvSpPr txBox="1"/>
          <p:nvPr/>
        </p:nvSpPr>
        <p:spPr>
          <a:xfrm>
            <a:off x="209005" y="2809589"/>
            <a:ext cx="12605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보안 옵션</a:t>
            </a:r>
          </a:p>
        </p:txBody>
      </p:sp>
      <p:sp>
        <p:nvSpPr>
          <p:cNvPr id="16" name="슬라이드 번호 개체 틀 15">
            <a:extLst>
              <a:ext uri="{FF2B5EF4-FFF2-40B4-BE49-F238E27FC236}">
                <a16:creationId xmlns:a16="http://schemas.microsoft.com/office/drawing/2014/main" id="{B84B8405-E471-4561-8245-1D4F47AB4F0F}"/>
              </a:ext>
            </a:extLst>
          </p:cNvPr>
          <p:cNvSpPr txBox="1">
            <a:spLocks/>
          </p:cNvSpPr>
          <p:nvPr/>
        </p:nvSpPr>
        <p:spPr>
          <a:xfrm>
            <a:off x="4843463" y="9277094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25F5712-77C1-483E-AF6C-501D64E640ED}" type="slidenum">
              <a:rPr lang="ko-KR" altLang="en-US" smtClean="0"/>
              <a:pPr/>
              <a:t>43</a:t>
            </a:fld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1CDE44-003D-40A8-81CA-849024FCFE84}"/>
              </a:ext>
            </a:extLst>
          </p:cNvPr>
          <p:cNvSpPr txBox="1"/>
          <p:nvPr/>
        </p:nvSpPr>
        <p:spPr>
          <a:xfrm>
            <a:off x="209005" y="3152002"/>
            <a:ext cx="6430192" cy="13323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회의방에 대한 로비 모드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패스워드 설정 등의 보안 옵션을 제공합니다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로비모드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방장이 수락한 참가자들만 회의에 참석이 가능한 기능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패스워드 설정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방장이 패스워드를 설정하고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패스워드를 입력한 참가자만 회의에 참석이 가능한 기능 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F9AE8B-20A3-4CD5-AAB4-C40D23658F5D}"/>
              </a:ext>
            </a:extLst>
          </p:cNvPr>
          <p:cNvSpPr txBox="1"/>
          <p:nvPr/>
        </p:nvSpPr>
        <p:spPr>
          <a:xfrm>
            <a:off x="180554" y="4588320"/>
            <a:ext cx="14268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D6B9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rPr>
              <a:t>로비 모드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5C2B386-53F0-4408-B0D7-1A3AE0DCD9F1}"/>
              </a:ext>
            </a:extLst>
          </p:cNvPr>
          <p:cNvSpPr txBox="1"/>
          <p:nvPr/>
        </p:nvSpPr>
        <p:spPr>
          <a:xfrm>
            <a:off x="4135604" y="5135154"/>
            <a:ext cx="2627962" cy="1612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1.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하단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메뉴바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추가 액션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2.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보안 옵션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3.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보안 옵션 설정 팝업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4. '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로비활성화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' -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스위치 버튼 선택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초록색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(v) :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기능 활성화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회색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(x) :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기능 비활성화 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E524632-8584-4F9A-A190-CB6C9D5CC516}"/>
              </a:ext>
            </a:extLst>
          </p:cNvPr>
          <p:cNvSpPr txBox="1"/>
          <p:nvPr/>
        </p:nvSpPr>
        <p:spPr>
          <a:xfrm>
            <a:off x="4136838" y="7451581"/>
            <a:ext cx="2646736" cy="2129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로비 모드가 활성화되면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회의에 참석하려면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회의 참가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신청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을 해야 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되며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방장이 참석 수락을 해야 참석이 가능합니다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회의 참석이 거부되면 로비로 이동되고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거부 안내메시지가 표출됩니다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</a:t>
            </a:r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82268451-0B26-F143-968E-341277A0497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18" r="11914"/>
          <a:stretch/>
        </p:blipFill>
        <p:spPr>
          <a:xfrm>
            <a:off x="171434" y="5241672"/>
            <a:ext cx="1476067" cy="1960795"/>
          </a:xfrm>
          <a:prstGeom prst="rect">
            <a:avLst/>
          </a:prstGeom>
        </p:spPr>
      </p:pic>
      <p:sp>
        <p:nvSpPr>
          <p:cNvPr id="46" name="오른쪽 화살표[R] 45">
            <a:extLst>
              <a:ext uri="{FF2B5EF4-FFF2-40B4-BE49-F238E27FC236}">
                <a16:creationId xmlns:a16="http://schemas.microsoft.com/office/drawing/2014/main" id="{6D3D7AE5-DA75-564D-83FA-1D4C3C10ADF8}"/>
              </a:ext>
            </a:extLst>
          </p:cNvPr>
          <p:cNvSpPr/>
          <p:nvPr/>
        </p:nvSpPr>
        <p:spPr>
          <a:xfrm>
            <a:off x="1698560" y="6111214"/>
            <a:ext cx="168058" cy="14135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69218D9-5375-804E-823F-555767F760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8517" y="5243704"/>
            <a:ext cx="2214564" cy="1935838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92C7BF0D-FE3D-004A-8AAF-04744FF7F7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34" y="7708902"/>
            <a:ext cx="1952732" cy="1685156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F9CB462E-8DE5-F543-BC55-D68AA5F1469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487" y="8158653"/>
            <a:ext cx="1701593" cy="790777"/>
          </a:xfrm>
          <a:prstGeom prst="rect">
            <a:avLst/>
          </a:prstGeom>
        </p:spPr>
      </p:pic>
      <p:sp>
        <p:nvSpPr>
          <p:cNvPr id="47" name="오른쪽 화살표[R] 46">
            <a:extLst>
              <a:ext uri="{FF2B5EF4-FFF2-40B4-BE49-F238E27FC236}">
                <a16:creationId xmlns:a16="http://schemas.microsoft.com/office/drawing/2014/main" id="{F9F4D9D4-F265-E947-9119-7A699BE4E7F0}"/>
              </a:ext>
            </a:extLst>
          </p:cNvPr>
          <p:cNvSpPr/>
          <p:nvPr/>
        </p:nvSpPr>
        <p:spPr>
          <a:xfrm>
            <a:off x="2205064" y="8484429"/>
            <a:ext cx="168058" cy="14135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CECBCCD2-8788-B547-A5BE-1DB0F1C28FAD}"/>
              </a:ext>
            </a:extLst>
          </p:cNvPr>
          <p:cNvSpPr/>
          <p:nvPr/>
        </p:nvSpPr>
        <p:spPr>
          <a:xfrm>
            <a:off x="319877" y="5539957"/>
            <a:ext cx="1219058" cy="257891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1053DC3B-5CB9-D445-8670-13BDA1AB5AFF}"/>
              </a:ext>
            </a:extLst>
          </p:cNvPr>
          <p:cNvSpPr/>
          <p:nvPr/>
        </p:nvSpPr>
        <p:spPr>
          <a:xfrm>
            <a:off x="3646967" y="6048266"/>
            <a:ext cx="498013" cy="310012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FD7C0E80-5DCD-A847-BDB3-28849C5A0991}"/>
              </a:ext>
            </a:extLst>
          </p:cNvPr>
          <p:cNvSpPr/>
          <p:nvPr/>
        </p:nvSpPr>
        <p:spPr>
          <a:xfrm>
            <a:off x="147676" y="8396474"/>
            <a:ext cx="1976490" cy="354130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2C74F3E-D548-8443-BB10-FF8C9FDB77AF}"/>
              </a:ext>
            </a:extLst>
          </p:cNvPr>
          <p:cNvSpPr txBox="1"/>
          <p:nvPr/>
        </p:nvSpPr>
        <p:spPr>
          <a:xfrm>
            <a:off x="182419" y="4932774"/>
            <a:ext cx="132227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solidFill>
                  <a:prstClr val="black"/>
                </a:solidFill>
                <a:ea typeface="나눔바른고딕" panose="020B0603020101020101" pitchFamily="50" charset="-127"/>
              </a:rPr>
              <a:t>-</a:t>
            </a:r>
            <a:r>
              <a:rPr lang="ko-KR" altLang="en-US" sz="1200" b="1" dirty="0">
                <a:solidFill>
                  <a:prstClr val="black"/>
                </a:solidFill>
                <a:ea typeface="나눔바른고딕" panose="020B0603020101020101" pitchFamily="50" charset="-127"/>
              </a:rPr>
              <a:t> 로비 모드 설정</a:t>
            </a:r>
            <a:endParaRPr lang="ko-Kore-KR" altLang="en-US" sz="1200" b="1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AE026B7-4934-AB42-80E7-93397D13B0EB}"/>
              </a:ext>
            </a:extLst>
          </p:cNvPr>
          <p:cNvSpPr txBox="1"/>
          <p:nvPr/>
        </p:nvSpPr>
        <p:spPr>
          <a:xfrm>
            <a:off x="147298" y="7383518"/>
            <a:ext cx="197649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solidFill>
                  <a:prstClr val="black"/>
                </a:solidFill>
                <a:ea typeface="나눔바른고딕" panose="020B0603020101020101" pitchFamily="50" charset="-127"/>
              </a:rPr>
              <a:t>-</a:t>
            </a:r>
            <a:r>
              <a:rPr lang="ko-KR" altLang="en-US" sz="1200" b="1" dirty="0">
                <a:solidFill>
                  <a:prstClr val="black"/>
                </a:solidFill>
                <a:ea typeface="나눔바른고딕" panose="020B0603020101020101" pitchFamily="50" charset="-127"/>
              </a:rPr>
              <a:t> 참가자 회의 참가 요청 시 </a:t>
            </a:r>
            <a:endParaRPr lang="ko-Kore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247538752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698540B5-C4B8-45B6-8000-1A7EFF4A8172}"/>
              </a:ext>
            </a:extLst>
          </p:cNvPr>
          <p:cNvSpPr txBox="1"/>
          <p:nvPr/>
        </p:nvSpPr>
        <p:spPr>
          <a:xfrm>
            <a:off x="209005" y="362055"/>
            <a:ext cx="40756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D6B9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rPr>
              <a:t>패스워드 설정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57E80D4-E499-4809-B55E-099B5CD9B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F5712-77C1-483E-AF6C-501D64E640ED}" type="slidenum">
              <a:rPr lang="ko-KR" altLang="en-US" smtClean="0"/>
              <a:t>44</a:t>
            </a:fld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546122-D4B0-40CC-B58A-07B21AD73561}"/>
              </a:ext>
            </a:extLst>
          </p:cNvPr>
          <p:cNvSpPr txBox="1"/>
          <p:nvPr/>
        </p:nvSpPr>
        <p:spPr>
          <a:xfrm>
            <a:off x="4157741" y="1035649"/>
            <a:ext cx="2700263" cy="1612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1.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하단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메뉴바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추가 액션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2.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보안 옵션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3.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보안옵션 설정 팝업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4. '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패스워드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' -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패스워드 추가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5.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패스워드 입력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6.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추가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DB21DF1-7FDC-4488-AC9F-5F855911EDEA}"/>
              </a:ext>
            </a:extLst>
          </p:cNvPr>
          <p:cNvSpPr txBox="1"/>
          <p:nvPr/>
        </p:nvSpPr>
        <p:spPr>
          <a:xfrm>
            <a:off x="2569845" y="3616948"/>
            <a:ext cx="2420983" cy="10953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1.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하단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메뉴바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추가 액션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2.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보안 옵션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3.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보안옵션 설정 팝업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4. '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패스워드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' -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제거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 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93A31DB-140A-4098-9F55-39AB98734E37}"/>
              </a:ext>
            </a:extLst>
          </p:cNvPr>
          <p:cNvSpPr txBox="1"/>
          <p:nvPr/>
        </p:nvSpPr>
        <p:spPr>
          <a:xfrm>
            <a:off x="311754" y="6165143"/>
            <a:ext cx="316077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>
              <a:lnSpc>
                <a:spcPct val="140000"/>
              </a:lnSpc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패스워드 설정이 활성화되면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회의 입장 시 패스워드 입력 창이 발생되며 입력창에 패스워드를 입력하셔야 회의에 참여할 수 있습니다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A8C8CE68-543F-944F-9BEC-71284C94DBB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16" r="11914"/>
          <a:stretch/>
        </p:blipFill>
        <p:spPr>
          <a:xfrm>
            <a:off x="261257" y="1078085"/>
            <a:ext cx="1382816" cy="1960795"/>
          </a:xfrm>
          <a:prstGeom prst="rect">
            <a:avLst/>
          </a:prstGeom>
        </p:spPr>
      </p:pic>
      <p:sp>
        <p:nvSpPr>
          <p:cNvPr id="23" name="오른쪽 화살표[R] 22">
            <a:extLst>
              <a:ext uri="{FF2B5EF4-FFF2-40B4-BE49-F238E27FC236}">
                <a16:creationId xmlns:a16="http://schemas.microsoft.com/office/drawing/2014/main" id="{4C37895C-3B26-2849-AEC6-D8E67F6A4C29}"/>
              </a:ext>
            </a:extLst>
          </p:cNvPr>
          <p:cNvSpPr/>
          <p:nvPr/>
        </p:nvSpPr>
        <p:spPr>
          <a:xfrm>
            <a:off x="1695132" y="1947627"/>
            <a:ext cx="168058" cy="14135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0C38BB04-A18D-9542-846E-A35012D4F2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5089" y="1080117"/>
            <a:ext cx="2214564" cy="1935838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59825A28-C749-4149-B0DE-68482D37B60C}"/>
              </a:ext>
            </a:extLst>
          </p:cNvPr>
          <p:cNvSpPr/>
          <p:nvPr/>
        </p:nvSpPr>
        <p:spPr>
          <a:xfrm>
            <a:off x="316449" y="1376370"/>
            <a:ext cx="1219058" cy="257891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8C3A402-253D-C742-AD45-9B80EB8D6894}"/>
              </a:ext>
            </a:extLst>
          </p:cNvPr>
          <p:cNvSpPr/>
          <p:nvPr/>
        </p:nvSpPr>
        <p:spPr>
          <a:xfrm>
            <a:off x="3428999" y="2705943"/>
            <a:ext cx="680653" cy="310012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35ED25C-1C8E-084A-AD75-AED2DD83A0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54" y="3616948"/>
            <a:ext cx="2227334" cy="1937870"/>
          </a:xfrm>
          <a:prstGeom prst="rect">
            <a:avLst/>
          </a:prstGeom>
        </p:spPr>
      </p:pic>
      <p:sp>
        <p:nvSpPr>
          <p:cNvPr id="28" name="직사각형 27">
            <a:extLst>
              <a:ext uri="{FF2B5EF4-FFF2-40B4-BE49-F238E27FC236}">
                <a16:creationId xmlns:a16="http://schemas.microsoft.com/office/drawing/2014/main" id="{828083E4-EB9F-7643-AFA9-96163B8A347F}"/>
              </a:ext>
            </a:extLst>
          </p:cNvPr>
          <p:cNvSpPr/>
          <p:nvPr/>
        </p:nvSpPr>
        <p:spPr>
          <a:xfrm>
            <a:off x="1889192" y="5232401"/>
            <a:ext cx="408357" cy="310012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47B50E1-C3CA-1E49-BACA-B96235D187E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5027" y="6165143"/>
            <a:ext cx="2977427" cy="1576321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8A07E2DB-FC81-0549-8BF3-D7439EE779A6}"/>
              </a:ext>
            </a:extLst>
          </p:cNvPr>
          <p:cNvSpPr txBox="1"/>
          <p:nvPr/>
        </p:nvSpPr>
        <p:spPr>
          <a:xfrm>
            <a:off x="168006" y="774874"/>
            <a:ext cx="241570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solidFill>
                  <a:prstClr val="black"/>
                </a:solidFill>
                <a:ea typeface="나눔바른고딕" panose="020B0603020101020101" pitchFamily="50" charset="-127"/>
              </a:rPr>
              <a:t>-</a:t>
            </a:r>
            <a:r>
              <a:rPr lang="ko-KR" altLang="en-US" sz="1200" b="1" dirty="0">
                <a:solidFill>
                  <a:prstClr val="black"/>
                </a:solidFill>
                <a:ea typeface="나눔바른고딕" panose="020B0603020101020101" pitchFamily="50" charset="-127"/>
              </a:rPr>
              <a:t> 패스워드 설정 </a:t>
            </a:r>
            <a:endParaRPr lang="en-US" altLang="ko-KR" sz="1200" b="1" dirty="0">
              <a:solidFill>
                <a:prstClr val="black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CF3B8E7-4ECC-404C-9268-8B111BD259C7}"/>
              </a:ext>
            </a:extLst>
          </p:cNvPr>
          <p:cNvSpPr txBox="1"/>
          <p:nvPr/>
        </p:nvSpPr>
        <p:spPr>
          <a:xfrm>
            <a:off x="167577" y="3276862"/>
            <a:ext cx="241570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solidFill>
                  <a:prstClr val="black"/>
                </a:solidFill>
                <a:ea typeface="나눔바른고딕" panose="020B0603020101020101" pitchFamily="50" charset="-127"/>
              </a:rPr>
              <a:t>-</a:t>
            </a:r>
            <a:r>
              <a:rPr lang="ko-KR" altLang="en-US" sz="1200" b="1" dirty="0">
                <a:solidFill>
                  <a:prstClr val="black"/>
                </a:solidFill>
                <a:ea typeface="나눔바른고딕" panose="020B0603020101020101" pitchFamily="50" charset="-127"/>
              </a:rPr>
              <a:t> 패스워드 해제</a:t>
            </a:r>
            <a:endParaRPr lang="en-US" altLang="ko-KR" sz="1200" b="1" dirty="0">
              <a:solidFill>
                <a:prstClr val="black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98A2BB7-C4F4-D444-9411-A86335EAC745}"/>
              </a:ext>
            </a:extLst>
          </p:cNvPr>
          <p:cNvSpPr txBox="1"/>
          <p:nvPr/>
        </p:nvSpPr>
        <p:spPr>
          <a:xfrm>
            <a:off x="167577" y="5875739"/>
            <a:ext cx="197649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solidFill>
                  <a:prstClr val="black"/>
                </a:solidFill>
                <a:ea typeface="나눔바른고딕" panose="020B0603020101020101" pitchFamily="50" charset="-127"/>
              </a:rPr>
              <a:t>-</a:t>
            </a:r>
            <a:r>
              <a:rPr lang="ko-KR" altLang="en-US" sz="1200" b="1" dirty="0">
                <a:solidFill>
                  <a:prstClr val="black"/>
                </a:solidFill>
                <a:ea typeface="나눔바른고딕" panose="020B0603020101020101" pitchFamily="50" charset="-127"/>
              </a:rPr>
              <a:t> 참가자 회의 참가 요청 시 </a:t>
            </a:r>
            <a:endParaRPr lang="ko-Kore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424211447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FEAA022E-4208-4704-AC0C-FA37BA7079E4}"/>
              </a:ext>
            </a:extLst>
          </p:cNvPr>
          <p:cNvGrpSpPr/>
          <p:nvPr/>
        </p:nvGrpSpPr>
        <p:grpSpPr>
          <a:xfrm>
            <a:off x="-6083" y="-13063"/>
            <a:ext cx="6876000" cy="2625891"/>
            <a:chOff x="-13063" y="-13063"/>
            <a:chExt cx="6876000" cy="2625891"/>
          </a:xfrm>
        </p:grpSpPr>
        <p:pic>
          <p:nvPicPr>
            <p:cNvPr id="8" name="그림 7" descr="텍스트이(가) 표시된 사진&#10;&#10;자동 생성된 설명">
              <a:extLst>
                <a:ext uri="{FF2B5EF4-FFF2-40B4-BE49-F238E27FC236}">
                  <a16:creationId xmlns:a16="http://schemas.microsoft.com/office/drawing/2014/main" id="{780F336E-B268-4F78-A613-F1B21F1C6388}"/>
                </a:ext>
              </a:extLst>
            </p:cNvPr>
            <p:cNvPicPr>
              <a:picLocks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3063" y="-13063"/>
              <a:ext cx="6876000" cy="26136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7292363-054B-4F47-AE5D-0319D815EC2D}"/>
                </a:ext>
              </a:extLst>
            </p:cNvPr>
            <p:cNvSpPr txBox="1"/>
            <p:nvPr/>
          </p:nvSpPr>
          <p:spPr>
            <a:xfrm>
              <a:off x="492326" y="366245"/>
              <a:ext cx="55789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v2.2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E6FD245-C704-450F-AF9D-BDD27C05E773}"/>
                </a:ext>
              </a:extLst>
            </p:cNvPr>
            <p:cNvSpPr txBox="1"/>
            <p:nvPr/>
          </p:nvSpPr>
          <p:spPr>
            <a:xfrm>
              <a:off x="-9000" y="2358912"/>
              <a:ext cx="101890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PC </a:t>
              </a:r>
              <a:r>
                <a:rPr lang="ko-KR" altLang="en-US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가이드</a:t>
              </a:r>
              <a:endPara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851B0305-14A4-4ADF-8943-C96958C330D2}"/>
              </a:ext>
            </a:extLst>
          </p:cNvPr>
          <p:cNvSpPr txBox="1"/>
          <p:nvPr/>
        </p:nvSpPr>
        <p:spPr>
          <a:xfrm>
            <a:off x="1234441" y="928236"/>
            <a:ext cx="43891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소회의실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EDA30D-8D62-4343-B990-02CA2FCC437A}"/>
              </a:ext>
            </a:extLst>
          </p:cNvPr>
          <p:cNvSpPr txBox="1"/>
          <p:nvPr/>
        </p:nvSpPr>
        <p:spPr>
          <a:xfrm>
            <a:off x="209005" y="2809302"/>
            <a:ext cx="23251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소회의실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73B173-6515-4F8B-9569-20ED06F79F98}"/>
              </a:ext>
            </a:extLst>
          </p:cNvPr>
          <p:cNvSpPr txBox="1"/>
          <p:nvPr/>
        </p:nvSpPr>
        <p:spPr>
          <a:xfrm>
            <a:off x="209003" y="3190433"/>
            <a:ext cx="6361914" cy="10953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회의실내 소회의실을 추가하여 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개별 세션으로 분할할 수 있는 소회의실 기능이 제공됩니다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방장은 참가자를 소회의실로 자동 또는 수동으로 할당할 수 있으며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참가자들 스스로도 소회의실에 입장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퇴장이 가능합니다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.(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참가자 허용 권한 참고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6" name="슬라이드 번호 개체 틀 15">
            <a:extLst>
              <a:ext uri="{FF2B5EF4-FFF2-40B4-BE49-F238E27FC236}">
                <a16:creationId xmlns:a16="http://schemas.microsoft.com/office/drawing/2014/main" id="{B84B8405-E471-4561-8245-1D4F47AB4F0F}"/>
              </a:ext>
            </a:extLst>
          </p:cNvPr>
          <p:cNvSpPr txBox="1">
            <a:spLocks/>
          </p:cNvSpPr>
          <p:nvPr/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25F5712-77C1-483E-AF6C-501D64E640ED}" type="slidenum">
              <a:rPr lang="ko-KR" altLang="en-US" smtClean="0"/>
              <a:pPr/>
              <a:t>45</a:t>
            </a:fld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4199676-3CBA-428D-8CED-2484A8134EA7}"/>
              </a:ext>
            </a:extLst>
          </p:cNvPr>
          <p:cNvSpPr txBox="1"/>
          <p:nvPr/>
        </p:nvSpPr>
        <p:spPr>
          <a:xfrm>
            <a:off x="209003" y="4802779"/>
            <a:ext cx="6439994" cy="583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하단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메뉴바의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[</a:t>
            </a:r>
            <a:r>
              <a:rPr kumimoji="0" lang="ko-KR" alt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참가자목록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–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회의실 추가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선택하여 소회의실 추가하 실 수 있습니다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>
              <a:lnSpc>
                <a:spcPct val="140000"/>
              </a:lnSpc>
              <a:defRPr/>
            </a:pP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소회의실 추가는 방장만 생성할 수 있는 기능입니다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.</a:t>
            </a:r>
            <a:endParaRPr lang="ko-KR" altLang="en-US" sz="1200" dirty="0">
              <a:solidFill>
                <a:prstClr val="black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2E814F-47CC-45E9-885A-D182AEE7B73C}"/>
              </a:ext>
            </a:extLst>
          </p:cNvPr>
          <p:cNvSpPr txBox="1"/>
          <p:nvPr/>
        </p:nvSpPr>
        <p:spPr>
          <a:xfrm>
            <a:off x="209003" y="4475031"/>
            <a:ext cx="23251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소회의실 추가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C495A75-1A92-8844-B0B5-A837118B53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856" y="5444520"/>
            <a:ext cx="2365529" cy="2840141"/>
          </a:xfrm>
          <a:prstGeom prst="rect">
            <a:avLst/>
          </a:prstGeom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A9572FFC-4791-DC4A-B7EA-DF6BB762FBED}"/>
              </a:ext>
            </a:extLst>
          </p:cNvPr>
          <p:cNvSpPr/>
          <p:nvPr/>
        </p:nvSpPr>
        <p:spPr>
          <a:xfrm>
            <a:off x="802332" y="7748691"/>
            <a:ext cx="2259553" cy="452970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B6A4DFA-F975-7942-84ED-F434E80361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659" y="5439035"/>
            <a:ext cx="2374009" cy="4086035"/>
          </a:xfrm>
          <a:prstGeom prst="rect">
            <a:avLst/>
          </a:prstGeom>
        </p:spPr>
      </p:pic>
      <p:sp>
        <p:nvSpPr>
          <p:cNvPr id="26" name="오른쪽 화살표[R] 25">
            <a:extLst>
              <a:ext uri="{FF2B5EF4-FFF2-40B4-BE49-F238E27FC236}">
                <a16:creationId xmlns:a16="http://schemas.microsoft.com/office/drawing/2014/main" id="{226308FD-3873-6E48-8243-5A062181CB42}"/>
              </a:ext>
            </a:extLst>
          </p:cNvPr>
          <p:cNvSpPr/>
          <p:nvPr/>
        </p:nvSpPr>
        <p:spPr>
          <a:xfrm>
            <a:off x="3300853" y="6793914"/>
            <a:ext cx="168058" cy="14135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67570207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698540B5-C4B8-45B6-8000-1A7EFF4A8172}"/>
              </a:ext>
            </a:extLst>
          </p:cNvPr>
          <p:cNvSpPr txBox="1"/>
          <p:nvPr/>
        </p:nvSpPr>
        <p:spPr>
          <a:xfrm>
            <a:off x="214030" y="3999249"/>
            <a:ext cx="40756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D6B9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rPr>
              <a:t>소회의실 옵션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57E80D4-E499-4809-B55E-099B5CD9B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F5712-77C1-483E-AF6C-501D64E640ED}" type="slidenum">
              <a:rPr lang="ko-KR" altLang="en-US" smtClean="0"/>
              <a:t>46</a:t>
            </a:fld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93A31DB-140A-4098-9F55-39AB98734E37}"/>
              </a:ext>
            </a:extLst>
          </p:cNvPr>
          <p:cNvSpPr txBox="1"/>
          <p:nvPr/>
        </p:nvSpPr>
        <p:spPr>
          <a:xfrm>
            <a:off x="328617" y="9093375"/>
            <a:ext cx="4514845" cy="319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>
              <a:lnSpc>
                <a:spcPct val="140000"/>
              </a:lnSpc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더보기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(…)]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–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삭제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선택하여 소회의실 삭제할 수 있습니다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A07E2DB-FC81-0549-8BF3-D7439EE779A6}"/>
              </a:ext>
            </a:extLst>
          </p:cNvPr>
          <p:cNvSpPr txBox="1"/>
          <p:nvPr/>
        </p:nvSpPr>
        <p:spPr>
          <a:xfrm>
            <a:off x="173031" y="4374744"/>
            <a:ext cx="241570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solidFill>
                  <a:prstClr val="black"/>
                </a:solidFill>
                <a:ea typeface="나눔바른고딕" panose="020B0603020101020101" pitchFamily="50" charset="-127"/>
              </a:rPr>
              <a:t>-</a:t>
            </a:r>
            <a:r>
              <a:rPr lang="ko-KR" altLang="en-US" sz="1200" b="1" dirty="0">
                <a:solidFill>
                  <a:prstClr val="black"/>
                </a:solidFill>
                <a:ea typeface="나눔바른고딕" panose="020B0603020101020101" pitchFamily="50" charset="-127"/>
              </a:rPr>
              <a:t> 소회의실 자동 할당</a:t>
            </a:r>
            <a:endParaRPr lang="en-US" altLang="ko-KR" sz="1200" b="1" dirty="0">
              <a:solidFill>
                <a:prstClr val="black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CF3B8E7-4ECC-404C-9268-8B111BD259C7}"/>
              </a:ext>
            </a:extLst>
          </p:cNvPr>
          <p:cNvSpPr txBox="1"/>
          <p:nvPr/>
        </p:nvSpPr>
        <p:spPr>
          <a:xfrm>
            <a:off x="225869" y="6657485"/>
            <a:ext cx="241570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solidFill>
                  <a:prstClr val="black"/>
                </a:solidFill>
                <a:ea typeface="나눔바른고딕" panose="020B0603020101020101" pitchFamily="50" charset="-127"/>
              </a:rPr>
              <a:t>-</a:t>
            </a:r>
            <a:r>
              <a:rPr lang="ko-KR" altLang="en-US" sz="1200" b="1" dirty="0">
                <a:solidFill>
                  <a:prstClr val="black"/>
                </a:solidFill>
                <a:ea typeface="나눔바른고딕" panose="020B0603020101020101" pitchFamily="50" charset="-127"/>
              </a:rPr>
              <a:t> 소회의실 이름 변경</a:t>
            </a:r>
            <a:endParaRPr lang="en-US" altLang="ko-KR" sz="1200" b="1" dirty="0">
              <a:solidFill>
                <a:prstClr val="black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24F8030-1F58-9B4D-950A-0384DD9B9358}"/>
              </a:ext>
            </a:extLst>
          </p:cNvPr>
          <p:cNvSpPr txBox="1"/>
          <p:nvPr/>
        </p:nvSpPr>
        <p:spPr>
          <a:xfrm>
            <a:off x="234001" y="8885200"/>
            <a:ext cx="241570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solidFill>
                  <a:prstClr val="black"/>
                </a:solidFill>
                <a:ea typeface="나눔바른고딕" panose="020B0603020101020101" pitchFamily="50" charset="-127"/>
              </a:rPr>
              <a:t>-</a:t>
            </a:r>
            <a:r>
              <a:rPr lang="ko-KR" altLang="en-US" sz="1200" b="1" dirty="0">
                <a:solidFill>
                  <a:prstClr val="black"/>
                </a:solidFill>
                <a:ea typeface="나눔바른고딕" panose="020B0603020101020101" pitchFamily="50" charset="-127"/>
              </a:rPr>
              <a:t> 소회의실 삭제</a:t>
            </a:r>
            <a:endParaRPr lang="en-US" altLang="ko-KR" sz="1200" b="1" dirty="0">
              <a:solidFill>
                <a:prstClr val="black"/>
              </a:solidFill>
              <a:ea typeface="나눔바른고딕" panose="020B060302010102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54E5E5E-472E-7947-9348-5F8303F474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68"/>
          <a:stretch/>
        </p:blipFill>
        <p:spPr>
          <a:xfrm>
            <a:off x="804436" y="1405431"/>
            <a:ext cx="2360004" cy="230817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46E6FE0-3081-F740-92F2-623FA14D32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436" y="4997029"/>
            <a:ext cx="2407835" cy="147341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249B9321-A8B9-314D-85E4-D8D974710194}"/>
              </a:ext>
            </a:extLst>
          </p:cNvPr>
          <p:cNvSpPr txBox="1"/>
          <p:nvPr/>
        </p:nvSpPr>
        <p:spPr>
          <a:xfrm>
            <a:off x="209005" y="291412"/>
            <a:ext cx="40756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D6B9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rPr>
              <a:t>소회의실 입장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3725D13-9925-964A-B94C-DA2BA39D8C0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698"/>
          <a:stretch/>
        </p:blipFill>
        <p:spPr>
          <a:xfrm>
            <a:off x="3693560" y="1405430"/>
            <a:ext cx="2360004" cy="2320801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D8240A9D-C319-C541-B3A7-A569C0A41AA2}"/>
              </a:ext>
            </a:extLst>
          </p:cNvPr>
          <p:cNvSpPr txBox="1"/>
          <p:nvPr/>
        </p:nvSpPr>
        <p:spPr>
          <a:xfrm>
            <a:off x="252530" y="625807"/>
            <a:ext cx="6439994" cy="8494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소회의실의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입장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버튼 선택하여 소회의실 입장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40000"/>
              </a:lnSpc>
              <a:defRPr/>
            </a:pP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방장은 모든 소회의실에 입장이 가능하며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참가자는 방장의 </a:t>
            </a:r>
            <a:r>
              <a:rPr lang="ko-KR" altLang="en-US" sz="1200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허용권한에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따라 입장이 가능합니다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  <a:endParaRPr lang="ko-KR" altLang="en-US" sz="12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5" name="오른쪽 화살표[R] 34">
            <a:extLst>
              <a:ext uri="{FF2B5EF4-FFF2-40B4-BE49-F238E27FC236}">
                <a16:creationId xmlns:a16="http://schemas.microsoft.com/office/drawing/2014/main" id="{C5F79CCF-BFD8-0B48-B672-7A65FD26ADF5}"/>
              </a:ext>
            </a:extLst>
          </p:cNvPr>
          <p:cNvSpPr/>
          <p:nvPr/>
        </p:nvSpPr>
        <p:spPr>
          <a:xfrm>
            <a:off x="3388498" y="2357189"/>
            <a:ext cx="168058" cy="14135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F32A11BE-4D1C-6843-912E-C4C2BDE3B5ED}"/>
              </a:ext>
            </a:extLst>
          </p:cNvPr>
          <p:cNvSpPr/>
          <p:nvPr/>
        </p:nvSpPr>
        <p:spPr>
          <a:xfrm>
            <a:off x="2583284" y="3059154"/>
            <a:ext cx="610032" cy="295566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5195F7D-19BC-9F45-BB47-F03A20BBA5EC}"/>
              </a:ext>
            </a:extLst>
          </p:cNvPr>
          <p:cNvSpPr txBox="1"/>
          <p:nvPr/>
        </p:nvSpPr>
        <p:spPr>
          <a:xfrm>
            <a:off x="328618" y="6875373"/>
            <a:ext cx="4810052" cy="319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>
              <a:lnSpc>
                <a:spcPct val="140000"/>
              </a:lnSpc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더보기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(…)]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–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이름 변경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선택하여 소회의실이름 변경 가능합니다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0B4AB67-A4CA-3D40-81E9-BD834929E3C7}"/>
              </a:ext>
            </a:extLst>
          </p:cNvPr>
          <p:cNvSpPr txBox="1"/>
          <p:nvPr/>
        </p:nvSpPr>
        <p:spPr>
          <a:xfrm>
            <a:off x="311752" y="4622188"/>
            <a:ext cx="6373217" cy="319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>
              <a:lnSpc>
                <a:spcPct val="140000"/>
              </a:lnSpc>
            </a:pP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소회의실에 자동으로 할당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선택하여 참석자를 소회의실에 자동으로 할당할 수 있습니다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841FF25-579E-714D-B7FC-F99FA7B6A4A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3560" y="7462811"/>
            <a:ext cx="2407833" cy="114132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EA54CE72-3624-1E43-8AF3-2398046EB1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436" y="7238432"/>
            <a:ext cx="2407835" cy="1473415"/>
          </a:xfrm>
          <a:prstGeom prst="rect">
            <a:avLst/>
          </a:prstGeom>
        </p:spPr>
      </p:pic>
      <p:sp>
        <p:nvSpPr>
          <p:cNvPr id="41" name="직사각형 40">
            <a:extLst>
              <a:ext uri="{FF2B5EF4-FFF2-40B4-BE49-F238E27FC236}">
                <a16:creationId xmlns:a16="http://schemas.microsoft.com/office/drawing/2014/main" id="{DA583027-7481-054B-9472-88AE7C9C6C68}"/>
              </a:ext>
            </a:extLst>
          </p:cNvPr>
          <p:cNvSpPr/>
          <p:nvPr/>
        </p:nvSpPr>
        <p:spPr>
          <a:xfrm>
            <a:off x="868486" y="5035359"/>
            <a:ext cx="2324830" cy="330058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89D29B19-27C7-8A4D-8551-54D3F8F0BEA2}"/>
              </a:ext>
            </a:extLst>
          </p:cNvPr>
          <p:cNvSpPr/>
          <p:nvPr/>
        </p:nvSpPr>
        <p:spPr>
          <a:xfrm>
            <a:off x="2174927" y="8013898"/>
            <a:ext cx="989513" cy="620358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43" name="오른쪽 화살표[R] 42">
            <a:extLst>
              <a:ext uri="{FF2B5EF4-FFF2-40B4-BE49-F238E27FC236}">
                <a16:creationId xmlns:a16="http://schemas.microsoft.com/office/drawing/2014/main" id="{7474063E-4E31-DF49-BD69-1498A74A00FC}"/>
              </a:ext>
            </a:extLst>
          </p:cNvPr>
          <p:cNvSpPr/>
          <p:nvPr/>
        </p:nvSpPr>
        <p:spPr>
          <a:xfrm>
            <a:off x="3388498" y="7949875"/>
            <a:ext cx="168058" cy="14135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82890199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FEAA022E-4208-4704-AC0C-FA37BA7079E4}"/>
              </a:ext>
            </a:extLst>
          </p:cNvPr>
          <p:cNvGrpSpPr/>
          <p:nvPr/>
        </p:nvGrpSpPr>
        <p:grpSpPr>
          <a:xfrm>
            <a:off x="-6083" y="-13063"/>
            <a:ext cx="6876000" cy="2625891"/>
            <a:chOff x="-13063" y="-13063"/>
            <a:chExt cx="6876000" cy="2625891"/>
          </a:xfrm>
        </p:grpSpPr>
        <p:pic>
          <p:nvPicPr>
            <p:cNvPr id="8" name="그림 7" descr="텍스트이(가) 표시된 사진&#10;&#10;자동 생성된 설명">
              <a:extLst>
                <a:ext uri="{FF2B5EF4-FFF2-40B4-BE49-F238E27FC236}">
                  <a16:creationId xmlns:a16="http://schemas.microsoft.com/office/drawing/2014/main" id="{780F336E-B268-4F78-A613-F1B21F1C6388}"/>
                </a:ext>
              </a:extLst>
            </p:cNvPr>
            <p:cNvPicPr>
              <a:picLocks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3063" y="-13063"/>
              <a:ext cx="6876000" cy="26136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7292363-054B-4F47-AE5D-0319D815EC2D}"/>
                </a:ext>
              </a:extLst>
            </p:cNvPr>
            <p:cNvSpPr txBox="1"/>
            <p:nvPr/>
          </p:nvSpPr>
          <p:spPr>
            <a:xfrm>
              <a:off x="492326" y="366245"/>
              <a:ext cx="55789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v2.2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E6FD245-C704-450F-AF9D-BDD27C05E773}"/>
                </a:ext>
              </a:extLst>
            </p:cNvPr>
            <p:cNvSpPr txBox="1"/>
            <p:nvPr/>
          </p:nvSpPr>
          <p:spPr>
            <a:xfrm>
              <a:off x="-9000" y="2358912"/>
              <a:ext cx="101890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PC </a:t>
              </a:r>
              <a:r>
                <a:rPr lang="ko-KR" altLang="en-US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가이드</a:t>
              </a:r>
              <a:endPara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851B0305-14A4-4ADF-8943-C96958C330D2}"/>
              </a:ext>
            </a:extLst>
          </p:cNvPr>
          <p:cNvSpPr txBox="1"/>
          <p:nvPr/>
        </p:nvSpPr>
        <p:spPr>
          <a:xfrm>
            <a:off x="1234441" y="928236"/>
            <a:ext cx="43891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 err="1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타일뷰</a:t>
            </a:r>
            <a:r>
              <a:rPr lang="ko-KR" altLang="en-US" sz="40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설정</a:t>
            </a:r>
          </a:p>
        </p:txBody>
      </p:sp>
      <p:sp>
        <p:nvSpPr>
          <p:cNvPr id="16" name="슬라이드 번호 개체 틀 15">
            <a:extLst>
              <a:ext uri="{FF2B5EF4-FFF2-40B4-BE49-F238E27FC236}">
                <a16:creationId xmlns:a16="http://schemas.microsoft.com/office/drawing/2014/main" id="{B84B8405-E471-4561-8245-1D4F47AB4F0F}"/>
              </a:ext>
            </a:extLst>
          </p:cNvPr>
          <p:cNvSpPr txBox="1">
            <a:spLocks/>
          </p:cNvSpPr>
          <p:nvPr/>
        </p:nvSpPr>
        <p:spPr>
          <a:xfrm>
            <a:off x="4843463" y="9277094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25F5712-77C1-483E-AF6C-501D64E640ED}" type="slidenum">
              <a:rPr lang="ko-KR" altLang="en-US" smtClean="0"/>
              <a:pPr/>
              <a:t>47</a:t>
            </a:fld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3245616-F221-9A43-9EA1-186670D59B20}"/>
              </a:ext>
            </a:extLst>
          </p:cNvPr>
          <p:cNvSpPr txBox="1"/>
          <p:nvPr/>
        </p:nvSpPr>
        <p:spPr>
          <a:xfrm>
            <a:off x="160879" y="2758438"/>
            <a:ext cx="12605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err="1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타일뷰</a:t>
            </a:r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설정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CBC18DF-7836-F344-B86B-6D35134AA372}"/>
              </a:ext>
            </a:extLst>
          </p:cNvPr>
          <p:cNvSpPr txBox="1"/>
          <p:nvPr/>
        </p:nvSpPr>
        <p:spPr>
          <a:xfrm>
            <a:off x="243130" y="3126339"/>
            <a:ext cx="6508544" cy="319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하단 </a:t>
            </a:r>
            <a:r>
              <a:rPr lang="ko-KR" altLang="en-US" sz="1200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메뉴바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타일뷰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설정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을 선택하여 타일 배열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참가자 고정을 설정 하실 수 있습니다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C92AB77A-6E5E-E64E-A94F-D96AA961770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98" r="6750" b="16957"/>
          <a:stretch/>
        </p:blipFill>
        <p:spPr>
          <a:xfrm>
            <a:off x="669684" y="3578183"/>
            <a:ext cx="3005488" cy="78408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74AB6FCF-248A-064E-8132-327D5086611F}"/>
              </a:ext>
            </a:extLst>
          </p:cNvPr>
          <p:cNvSpPr txBox="1"/>
          <p:nvPr/>
        </p:nvSpPr>
        <p:spPr>
          <a:xfrm>
            <a:off x="243130" y="4666965"/>
            <a:ext cx="5765684" cy="836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타일 배열</a:t>
            </a:r>
            <a:endParaRPr lang="en-US" altLang="ko-KR" sz="1200" b="1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R="0" lvl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</a:t>
            </a:r>
            <a:r>
              <a:rPr lang="ko-KR" altLang="en-US" sz="1200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타일뷰의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타일레이아웃을 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’2x2’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~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‘7x7’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까지 설정 할 수 있습니다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R="0" lvl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ko-KR" sz="12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152E5B09-4D7D-0844-A79C-83727B4CF7B1}"/>
              </a:ext>
            </a:extLst>
          </p:cNvPr>
          <p:cNvSpPr/>
          <p:nvPr/>
        </p:nvSpPr>
        <p:spPr>
          <a:xfrm>
            <a:off x="2180849" y="3850528"/>
            <a:ext cx="356136" cy="347965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AE59B094-B413-FE4A-BF13-1418530ACFE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72" r="26110" b="70999"/>
          <a:stretch/>
        </p:blipFill>
        <p:spPr>
          <a:xfrm>
            <a:off x="669684" y="5335812"/>
            <a:ext cx="4436679" cy="1073875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A3BCF931-9AC3-D743-B82E-65D2A31577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0349" y="6879824"/>
            <a:ext cx="3675686" cy="2259434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452DF30A-D270-9A4E-9E5D-A61E03FDE46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965" y="6879824"/>
            <a:ext cx="2492848" cy="2259434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390B079A-1468-5943-B81E-FF9DAB7DEF46}"/>
              </a:ext>
            </a:extLst>
          </p:cNvPr>
          <p:cNvSpPr txBox="1"/>
          <p:nvPr/>
        </p:nvSpPr>
        <p:spPr>
          <a:xfrm>
            <a:off x="945073" y="9139258"/>
            <a:ext cx="1146631" cy="319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[2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x2]</a:t>
            </a: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A093804-F396-CA45-97C9-D164CFFA4826}"/>
              </a:ext>
            </a:extLst>
          </p:cNvPr>
          <p:cNvSpPr txBox="1"/>
          <p:nvPr/>
        </p:nvSpPr>
        <p:spPr>
          <a:xfrm>
            <a:off x="4270147" y="9161811"/>
            <a:ext cx="1146631" cy="319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[7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x7]</a:t>
            </a: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B5DCEB6-72DD-874E-BDC0-F7E184304C60}"/>
              </a:ext>
            </a:extLst>
          </p:cNvPr>
          <p:cNvSpPr txBox="1"/>
          <p:nvPr/>
        </p:nvSpPr>
        <p:spPr>
          <a:xfrm>
            <a:off x="243130" y="6527410"/>
            <a:ext cx="5765684" cy="319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적용 예시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6856082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슬라이드 번호 개체 틀 15">
            <a:extLst>
              <a:ext uri="{FF2B5EF4-FFF2-40B4-BE49-F238E27FC236}">
                <a16:creationId xmlns:a16="http://schemas.microsoft.com/office/drawing/2014/main" id="{B84B8405-E471-4561-8245-1D4F47AB4F0F}"/>
              </a:ext>
            </a:extLst>
          </p:cNvPr>
          <p:cNvSpPr txBox="1">
            <a:spLocks/>
          </p:cNvSpPr>
          <p:nvPr/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25F5712-77C1-483E-AF6C-501D64E640ED}" type="slidenum">
              <a:rPr lang="ko-KR" altLang="en-US" smtClean="0"/>
              <a:pPr/>
              <a:t>48</a:t>
            </a:fld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0880511-B465-7C41-928C-EBC936BF99C6}"/>
              </a:ext>
            </a:extLst>
          </p:cNvPr>
          <p:cNvSpPr txBox="1"/>
          <p:nvPr/>
        </p:nvSpPr>
        <p:spPr>
          <a:xfrm>
            <a:off x="295884" y="350506"/>
            <a:ext cx="5765684" cy="57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참가자 고정</a:t>
            </a:r>
            <a:endParaRPr lang="en-US" altLang="ko-KR" sz="1200" b="1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>
              <a:lnSpc>
                <a:spcPct val="140000"/>
              </a:lnSpc>
              <a:defRPr/>
            </a:pP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</a:t>
            </a:r>
            <a:r>
              <a:rPr lang="ko-KR" altLang="en-US" sz="1200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타일뷰에서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표시되는 참가자 영상 순서를 변경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고정할 수 있습니다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572E9F2-1FC8-6E4E-9284-9079189766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438" y="2408342"/>
            <a:ext cx="4412270" cy="3058706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42AD5DA3-BFAF-9347-8704-DACC2D60F040}"/>
              </a:ext>
            </a:extLst>
          </p:cNvPr>
          <p:cNvSpPr txBox="1"/>
          <p:nvPr/>
        </p:nvSpPr>
        <p:spPr>
          <a:xfrm>
            <a:off x="607703" y="949380"/>
            <a:ext cx="5339130" cy="13538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40000"/>
              </a:lnSpc>
              <a:defRPr/>
            </a:pP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고정 방법</a:t>
            </a:r>
            <a:endParaRPr lang="en-US" altLang="ko-KR" sz="1200" b="1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>
              <a:lnSpc>
                <a:spcPct val="140000"/>
              </a:lnSpc>
              <a:defRPr/>
            </a:pP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1.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참가자 목록에서 고정할 참가자를 선택 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체크박스 체크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endParaRPr lang="en-US" altLang="ko-KR" sz="12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40000"/>
              </a:lnSpc>
              <a:defRPr/>
            </a:pP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2.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선택된 참가자는 드래그로 순서 변경</a:t>
            </a:r>
            <a:endParaRPr lang="en-US" altLang="ko-KR" sz="12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40000"/>
              </a:lnSpc>
              <a:defRPr/>
            </a:pP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([X],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모두 해제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버튼으로 선택 해제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  <a:p>
            <a:pPr>
              <a:lnSpc>
                <a:spcPct val="140000"/>
              </a:lnSpc>
              <a:defRPr/>
            </a:pP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3.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적용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버튼 선택</a:t>
            </a:r>
            <a:endParaRPr lang="en-US" altLang="ko-KR" sz="12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F33905D-80A2-8E46-8C93-6B8D84E649EA}"/>
              </a:ext>
            </a:extLst>
          </p:cNvPr>
          <p:cNvSpPr txBox="1"/>
          <p:nvPr/>
        </p:nvSpPr>
        <p:spPr>
          <a:xfrm>
            <a:off x="250695" y="8824630"/>
            <a:ext cx="5765684" cy="57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en-US" altLang="ko-KR" sz="1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※ </a:t>
            </a:r>
            <a:r>
              <a:rPr lang="ko-KR" altLang="en-US" sz="1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타일 배열 변경 시 참가자 고정할 수 있는 인원도 자동 변경됩니다</a:t>
            </a:r>
            <a:r>
              <a:rPr lang="en-US" altLang="ko-KR" sz="1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lvl="0">
              <a:lnSpc>
                <a:spcPct val="140000"/>
              </a:lnSpc>
              <a:defRPr/>
            </a:pPr>
            <a:r>
              <a:rPr lang="en-US" altLang="ko-KR" sz="1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※ </a:t>
            </a:r>
            <a:r>
              <a:rPr lang="ko-KR" altLang="en-US" sz="1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참자자고정은 회의 모든 참가자 화면에 동일하게 적용됩니다</a:t>
            </a:r>
            <a:r>
              <a:rPr lang="en-US" altLang="ko-KR" sz="1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CFDF20F2-9163-624A-888C-FB991F1650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8481" y="5917215"/>
            <a:ext cx="2913228" cy="2609973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929F8F5A-132E-A54B-ADFA-B3F357B1921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884" y="5899602"/>
            <a:ext cx="2949418" cy="2633409"/>
          </a:xfrm>
          <a:prstGeom prst="rect">
            <a:avLst/>
          </a:prstGeom>
        </p:spPr>
      </p:pic>
      <p:sp>
        <p:nvSpPr>
          <p:cNvPr id="36" name="오른쪽 화살표[R] 35">
            <a:extLst>
              <a:ext uri="{FF2B5EF4-FFF2-40B4-BE49-F238E27FC236}">
                <a16:creationId xmlns:a16="http://schemas.microsoft.com/office/drawing/2014/main" id="{05116AFE-CF8C-764A-B4B8-43DE738E5F28}"/>
              </a:ext>
            </a:extLst>
          </p:cNvPr>
          <p:cNvSpPr/>
          <p:nvPr/>
        </p:nvSpPr>
        <p:spPr>
          <a:xfrm>
            <a:off x="3310321" y="7118706"/>
            <a:ext cx="168058" cy="14135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22D289E-E001-BA4B-BC1A-2A40BB69A4ED}"/>
              </a:ext>
            </a:extLst>
          </p:cNvPr>
          <p:cNvSpPr txBox="1"/>
          <p:nvPr/>
        </p:nvSpPr>
        <p:spPr>
          <a:xfrm>
            <a:off x="1120674" y="8488878"/>
            <a:ext cx="1299837" cy="319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고정 적용 전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18CDBA8-B019-DC4F-BC4D-604518B4EF2C}"/>
              </a:ext>
            </a:extLst>
          </p:cNvPr>
          <p:cNvSpPr txBox="1"/>
          <p:nvPr/>
        </p:nvSpPr>
        <p:spPr>
          <a:xfrm>
            <a:off x="4230729" y="8472894"/>
            <a:ext cx="1299837" cy="319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고정 적용 후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7311C56C-16DD-2649-B041-4B87397CA805}"/>
              </a:ext>
            </a:extLst>
          </p:cNvPr>
          <p:cNvSpPr/>
          <p:nvPr/>
        </p:nvSpPr>
        <p:spPr>
          <a:xfrm>
            <a:off x="3478379" y="5888230"/>
            <a:ext cx="3068683" cy="1371827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BDD1D7A-C1E9-6D45-ADE5-AE9C4D319F17}"/>
              </a:ext>
            </a:extLst>
          </p:cNvPr>
          <p:cNvSpPr txBox="1"/>
          <p:nvPr/>
        </p:nvSpPr>
        <p:spPr>
          <a:xfrm>
            <a:off x="295884" y="5547866"/>
            <a:ext cx="5765684" cy="319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적용 예시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C1DBDCC3-56B5-5746-AA3C-45640C7CCC87}"/>
              </a:ext>
            </a:extLst>
          </p:cNvPr>
          <p:cNvSpPr/>
          <p:nvPr/>
        </p:nvSpPr>
        <p:spPr>
          <a:xfrm>
            <a:off x="3548481" y="2871356"/>
            <a:ext cx="249323" cy="24465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1200" dirty="0"/>
              <a:t>1</a:t>
            </a:r>
            <a:endParaRPr kumimoji="1" lang="ko-Kore-KR" altLang="en-US" sz="1200" dirty="0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A0F06E72-CC3B-6C40-B1B6-6B9F4A81F04F}"/>
              </a:ext>
            </a:extLst>
          </p:cNvPr>
          <p:cNvSpPr/>
          <p:nvPr/>
        </p:nvSpPr>
        <p:spPr>
          <a:xfrm>
            <a:off x="1761475" y="2806486"/>
            <a:ext cx="249323" cy="24465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200" dirty="0"/>
              <a:t>2</a:t>
            </a:r>
            <a:endParaRPr kumimoji="1" lang="ko-Kore-KR" altLang="en-US" sz="1200" dirty="0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5A840D8F-33DD-FC43-BB51-703A9B64A3E4}"/>
              </a:ext>
            </a:extLst>
          </p:cNvPr>
          <p:cNvSpPr/>
          <p:nvPr/>
        </p:nvSpPr>
        <p:spPr>
          <a:xfrm>
            <a:off x="4355390" y="5114505"/>
            <a:ext cx="249323" cy="24465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200" dirty="0"/>
              <a:t>3</a:t>
            </a:r>
            <a:endParaRPr kumimoji="1" lang="ko-Kore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71032270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FEAA022E-4208-4704-AC0C-FA37BA7079E4}"/>
              </a:ext>
            </a:extLst>
          </p:cNvPr>
          <p:cNvGrpSpPr/>
          <p:nvPr/>
        </p:nvGrpSpPr>
        <p:grpSpPr>
          <a:xfrm>
            <a:off x="-6083" y="-13063"/>
            <a:ext cx="6876000" cy="2625891"/>
            <a:chOff x="-13063" y="-13063"/>
            <a:chExt cx="6876000" cy="2625891"/>
          </a:xfrm>
        </p:grpSpPr>
        <p:pic>
          <p:nvPicPr>
            <p:cNvPr id="8" name="그림 7" descr="텍스트이(가) 표시된 사진&#10;&#10;자동 생성된 설명">
              <a:extLst>
                <a:ext uri="{FF2B5EF4-FFF2-40B4-BE49-F238E27FC236}">
                  <a16:creationId xmlns:a16="http://schemas.microsoft.com/office/drawing/2014/main" id="{780F336E-B268-4F78-A613-F1B21F1C6388}"/>
                </a:ext>
              </a:extLst>
            </p:cNvPr>
            <p:cNvPicPr>
              <a:picLocks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3063" y="-13063"/>
              <a:ext cx="6876000" cy="26136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7292363-054B-4F47-AE5D-0319D815EC2D}"/>
                </a:ext>
              </a:extLst>
            </p:cNvPr>
            <p:cNvSpPr txBox="1"/>
            <p:nvPr/>
          </p:nvSpPr>
          <p:spPr>
            <a:xfrm>
              <a:off x="492326" y="366245"/>
              <a:ext cx="55789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v2.2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E6FD245-C704-450F-AF9D-BDD27C05E773}"/>
                </a:ext>
              </a:extLst>
            </p:cNvPr>
            <p:cNvSpPr txBox="1"/>
            <p:nvPr/>
          </p:nvSpPr>
          <p:spPr>
            <a:xfrm>
              <a:off x="-9000" y="2358912"/>
              <a:ext cx="101890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PC </a:t>
              </a:r>
              <a:r>
                <a:rPr lang="ko-KR" altLang="en-US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가이드</a:t>
              </a:r>
              <a:endPara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851B0305-14A4-4ADF-8943-C96958C330D2}"/>
              </a:ext>
            </a:extLst>
          </p:cNvPr>
          <p:cNvSpPr txBox="1"/>
          <p:nvPr/>
        </p:nvSpPr>
        <p:spPr>
          <a:xfrm>
            <a:off x="1234441" y="928236"/>
            <a:ext cx="43891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기타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659CF19-357B-D640-8D63-452E17B694B4}"/>
              </a:ext>
            </a:extLst>
          </p:cNvPr>
          <p:cNvSpPr txBox="1"/>
          <p:nvPr/>
        </p:nvSpPr>
        <p:spPr>
          <a:xfrm>
            <a:off x="258222" y="2786279"/>
            <a:ext cx="58023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D6B9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rPr>
              <a:t>설정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1D6B9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rPr>
              <a:t>–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D6B9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rPr>
              <a:t> 방장 권한 설정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F4CF6ED-7E24-134F-8D64-E4C05231AE4B}"/>
              </a:ext>
            </a:extLst>
          </p:cNvPr>
          <p:cNvSpPr txBox="1"/>
          <p:nvPr/>
        </p:nvSpPr>
        <p:spPr>
          <a:xfrm>
            <a:off x="400722" y="3268549"/>
            <a:ext cx="6346801" cy="57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화면 </a:t>
            </a:r>
            <a:r>
              <a:rPr kumimoji="0" lang="ko-KR" altLang="en-US" sz="12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메뉴바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추가 액션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- 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설정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- [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방장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]tab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에서 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회의 입장 시 해당 회의의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설정을 변경할 수 있습니다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sp>
        <p:nvSpPr>
          <p:cNvPr id="28" name="슬라이드 번호 개체 틀 1">
            <a:extLst>
              <a:ext uri="{FF2B5EF4-FFF2-40B4-BE49-F238E27FC236}">
                <a16:creationId xmlns:a16="http://schemas.microsoft.com/office/drawing/2014/main" id="{AF1550A6-5B47-EB4B-9DAC-D5F82C03D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1397"/>
            <a:ext cx="1543050" cy="527403"/>
          </a:xfrm>
        </p:spPr>
        <p:txBody>
          <a:bodyPr/>
          <a:lstStyle/>
          <a:p>
            <a:fld id="{025F5712-77C1-483E-AF6C-501D64E640ED}" type="slidenum">
              <a:rPr lang="ko-KR" altLang="en-US" smtClean="0"/>
              <a:t>49</a:t>
            </a:fld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1FD1283-5DE8-7546-B321-D5658ADC9839}"/>
              </a:ext>
            </a:extLst>
          </p:cNvPr>
          <p:cNvSpPr txBox="1"/>
          <p:nvPr/>
        </p:nvSpPr>
        <p:spPr>
          <a:xfrm>
            <a:off x="258222" y="6686694"/>
            <a:ext cx="6474683" cy="2486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모두가 </a:t>
            </a:r>
            <a:r>
              <a:rPr lang="ko-KR" altLang="en-US" sz="1200" b="1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음소거로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시작합니다 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참가자가 </a:t>
            </a:r>
            <a:r>
              <a:rPr lang="ko-KR" altLang="en-US" sz="1200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음소거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상태로 회의에 입장합니다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endParaRPr lang="en-US" altLang="ko-KR" sz="12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40000"/>
              </a:lnSpc>
              <a:defRPr/>
            </a:pPr>
            <a:endParaRPr lang="en-US" altLang="ko-KR" sz="7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40000"/>
              </a:lnSpc>
              <a:defRPr/>
            </a:pP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모두가 카메라 꺼짐 상태로 시작합니다 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참가자가 카메라 꺼짐 상태로 회의에 입장합니다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endParaRPr lang="en-US" altLang="ko-KR" sz="12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7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내 화면 </a:t>
            </a:r>
            <a:r>
              <a:rPr kumimoji="0" lang="ko-KR" alt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팔로잉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참가자의 화면을 </a:t>
            </a:r>
            <a:r>
              <a:rPr lang="ko-KR" altLang="en-US" sz="1200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방장화면과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동일한 화면으로 표시합니다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>
              <a:lnSpc>
                <a:spcPct val="140000"/>
              </a:lnSpc>
              <a:defRPr/>
            </a:pP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예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방장이 타일뷰모드로 변경 시 참가자들의 화면도 </a:t>
            </a:r>
            <a:r>
              <a:rPr lang="ko-KR" altLang="en-US" sz="1200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타일뷰로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변경됨</a:t>
            </a:r>
            <a:endParaRPr lang="en-US" altLang="ko-KR" sz="12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40000"/>
              </a:lnSpc>
              <a:defRPr/>
            </a:pPr>
            <a:endParaRPr lang="en-US" altLang="ko-KR" sz="7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171450" indent="-171450">
              <a:lnSpc>
                <a:spcPct val="140000"/>
              </a:lnSpc>
              <a:buFontTx/>
              <a:buChar char="-"/>
              <a:defRPr/>
            </a:pP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모두에게 </a:t>
            </a:r>
            <a:r>
              <a:rPr lang="ko-KR" altLang="en-US" sz="1200" b="1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리액션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b="1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알림음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끄기 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리액션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시 발생하는 </a:t>
            </a:r>
            <a:r>
              <a:rPr lang="ko-KR" altLang="en-US" sz="1200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알림음을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끕니다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171450" indent="-171450">
              <a:lnSpc>
                <a:spcPct val="140000"/>
              </a:lnSpc>
              <a:buFontTx/>
              <a:buChar char="-"/>
              <a:defRPr/>
            </a:pPr>
            <a:endParaRPr lang="en-US" altLang="ko-KR" sz="7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171450" indent="-171450">
              <a:lnSpc>
                <a:spcPct val="140000"/>
              </a:lnSpc>
              <a:buFontTx/>
              <a:buChar char="-"/>
              <a:defRPr/>
            </a:pP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문서공유에서 포인터 사용자이름 표시 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문서 공유에서는 참가자들의 마우스 포인터 위치와 포인터의 사용자이름을 볼 수 있게 제공하고 있으며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포인터의 사용자 이름 표시 여부 설정합니다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7ACE9D1C-FF27-1746-A38F-8217403D47E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76" b="-1"/>
          <a:stretch/>
        </p:blipFill>
        <p:spPr>
          <a:xfrm>
            <a:off x="1695494" y="3853852"/>
            <a:ext cx="2927792" cy="2688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11453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57E80D4-E499-4809-B55E-099B5CD9B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F5712-77C1-483E-AF6C-501D64E640ED}" type="slidenum">
              <a:rPr lang="ko-KR" altLang="en-US" smtClean="0"/>
              <a:t>50</a:t>
            </a:fld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556A54-A3FF-E043-B132-BBCDF7C2B8D1}"/>
              </a:ext>
            </a:extLst>
          </p:cNvPr>
          <p:cNvSpPr txBox="1"/>
          <p:nvPr/>
        </p:nvSpPr>
        <p:spPr>
          <a:xfrm>
            <a:off x="3578092" y="891419"/>
            <a:ext cx="3039111" cy="2129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참가자 목록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참가자의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설정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(…)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–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다른사람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b="1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음소거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다른사람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카메라 끄기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선택하여 해당 참가자를 제외한 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모든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참가자를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음소거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또는 마이크 끄기를 할 수 있습니다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참가자 타일의 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설정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(…)]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에서도 설정 가능합니다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568C3F-A84D-8642-A997-BC7839DE21B4}"/>
              </a:ext>
            </a:extLst>
          </p:cNvPr>
          <p:cNvSpPr txBox="1"/>
          <p:nvPr/>
        </p:nvSpPr>
        <p:spPr>
          <a:xfrm>
            <a:off x="245234" y="387245"/>
            <a:ext cx="56664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해당 참가자를 제외한 모두 카메라 끄기 </a:t>
            </a:r>
            <a:r>
              <a:rPr lang="en-US" altLang="ko-KR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/</a:t>
            </a:r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ko-KR" altLang="en-US" sz="1600" dirty="0" err="1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음소거</a:t>
            </a:r>
            <a:r>
              <a:rPr lang="en-US" altLang="ko-KR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endParaRPr lang="ko-KR" altLang="en-US" dirty="0">
              <a:solidFill>
                <a:srgbClr val="1D6B9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51E839B-7F17-9349-8CCD-16B5D949CA69}"/>
              </a:ext>
            </a:extLst>
          </p:cNvPr>
          <p:cNvSpPr txBox="1"/>
          <p:nvPr/>
        </p:nvSpPr>
        <p:spPr>
          <a:xfrm>
            <a:off x="245235" y="3555839"/>
            <a:ext cx="61412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해당 참가자만 카메라 끄기 </a:t>
            </a:r>
            <a:r>
              <a:rPr lang="en-US" altLang="ko-KR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/</a:t>
            </a:r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ko-KR" altLang="en-US" sz="1600" dirty="0" err="1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음소거</a:t>
            </a:r>
            <a:endParaRPr lang="ko-KR" altLang="en-US" dirty="0">
              <a:solidFill>
                <a:srgbClr val="1D6B9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F561708-A9CC-064B-8EB9-CD14F632E1E7}"/>
              </a:ext>
            </a:extLst>
          </p:cNvPr>
          <p:cNvSpPr txBox="1"/>
          <p:nvPr/>
        </p:nvSpPr>
        <p:spPr>
          <a:xfrm>
            <a:off x="3578092" y="7052088"/>
            <a:ext cx="2997768" cy="10953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참가자 목록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모두 </a:t>
            </a:r>
            <a:r>
              <a:rPr kumimoji="0" lang="ko-KR" alt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음소거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추가액션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(…)]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–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카메라 모두 끄기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선택하여 모든 참가자들의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음소거와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카메라를 모두 끌 수 있습니다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6E86F6C-83EA-0443-B513-5073E3EAE0E7}"/>
              </a:ext>
            </a:extLst>
          </p:cNvPr>
          <p:cNvSpPr txBox="1"/>
          <p:nvPr/>
        </p:nvSpPr>
        <p:spPr>
          <a:xfrm>
            <a:off x="245233" y="6617893"/>
            <a:ext cx="56664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모두 </a:t>
            </a:r>
            <a:r>
              <a:rPr lang="ko-KR" altLang="en-US" sz="1600" dirty="0" err="1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음소거</a:t>
            </a:r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en-US" altLang="ko-KR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/</a:t>
            </a:r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카메라 모두 끄기</a:t>
            </a:r>
            <a:endParaRPr lang="ko-KR" altLang="en-US" dirty="0">
              <a:solidFill>
                <a:srgbClr val="1D6B9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BA2179C-DBCF-F742-83B3-B443544C0F1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452"/>
          <a:stretch/>
        </p:blipFill>
        <p:spPr>
          <a:xfrm>
            <a:off x="434681" y="827898"/>
            <a:ext cx="2857659" cy="240085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E7B9310-CC34-924E-AB63-FBBEB3F1A8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8092" y="3906909"/>
            <a:ext cx="2808421" cy="2400852"/>
          </a:xfrm>
          <a:prstGeom prst="rect">
            <a:avLst/>
          </a:prstGeom>
        </p:spPr>
      </p:pic>
      <p:grpSp>
        <p:nvGrpSpPr>
          <p:cNvPr id="25" name="그룹 24">
            <a:extLst>
              <a:ext uri="{FF2B5EF4-FFF2-40B4-BE49-F238E27FC236}">
                <a16:creationId xmlns:a16="http://schemas.microsoft.com/office/drawing/2014/main" id="{6742B40C-D1CA-D949-B110-741713D5C432}"/>
              </a:ext>
            </a:extLst>
          </p:cNvPr>
          <p:cNvGrpSpPr/>
          <p:nvPr/>
        </p:nvGrpSpPr>
        <p:grpSpPr>
          <a:xfrm>
            <a:off x="351556" y="7036921"/>
            <a:ext cx="2940783" cy="2216815"/>
            <a:chOff x="4476482" y="1729246"/>
            <a:chExt cx="3886200" cy="2487450"/>
          </a:xfrm>
        </p:grpSpPr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648549E5-E02E-274D-BBD3-129B1144F32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8540"/>
            <a:stretch/>
          </p:blipFill>
          <p:spPr>
            <a:xfrm>
              <a:off x="4476482" y="3470071"/>
              <a:ext cx="3886200" cy="746625"/>
            </a:xfrm>
            <a:prstGeom prst="rect">
              <a:avLst/>
            </a:prstGeom>
          </p:spPr>
        </p:pic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FAFAA181-B893-DE48-85D0-F47B7F0F0D9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73206"/>
            <a:stretch/>
          </p:blipFill>
          <p:spPr>
            <a:xfrm>
              <a:off x="4476482" y="1729246"/>
              <a:ext cx="3886200" cy="1745666"/>
            </a:xfrm>
            <a:prstGeom prst="rect">
              <a:avLst/>
            </a:prstGeom>
          </p:spPr>
        </p:pic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7A953A65-C0C5-8149-9F7E-3CC37EEC3B16}"/>
              </a:ext>
            </a:extLst>
          </p:cNvPr>
          <p:cNvSpPr txBox="1"/>
          <p:nvPr/>
        </p:nvSpPr>
        <p:spPr>
          <a:xfrm>
            <a:off x="336979" y="3937328"/>
            <a:ext cx="3038485" cy="1870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참가자 목록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참가자의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설정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(…)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–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음소거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카메라 끄기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선택하여 해당 참가자만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음소거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또는 마이크 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끄기를 할 수 있습니다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  <a:b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40000"/>
              </a:lnSpc>
              <a:defRPr/>
            </a:pP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참가자 타일의 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설정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(…)]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에서도 설정 가능합니다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4A9785F-4627-E44F-B75C-12261DA5E1F8}"/>
              </a:ext>
            </a:extLst>
          </p:cNvPr>
          <p:cNvSpPr/>
          <p:nvPr/>
        </p:nvSpPr>
        <p:spPr>
          <a:xfrm>
            <a:off x="1407458" y="2185227"/>
            <a:ext cx="1902811" cy="330058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51BB1BD-7577-9042-B93D-1393C34A7931}"/>
              </a:ext>
            </a:extLst>
          </p:cNvPr>
          <p:cNvSpPr/>
          <p:nvPr/>
        </p:nvSpPr>
        <p:spPr>
          <a:xfrm>
            <a:off x="4491122" y="4748204"/>
            <a:ext cx="1918642" cy="330058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152206A-4244-E840-86A0-738C3FA4BFA8}"/>
              </a:ext>
            </a:extLst>
          </p:cNvPr>
          <p:cNvSpPr/>
          <p:nvPr/>
        </p:nvSpPr>
        <p:spPr>
          <a:xfrm>
            <a:off x="4494766" y="5416804"/>
            <a:ext cx="1918642" cy="330058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F119C2D-CB30-0F41-A6DD-DB438F23458D}"/>
              </a:ext>
            </a:extLst>
          </p:cNvPr>
          <p:cNvSpPr/>
          <p:nvPr/>
        </p:nvSpPr>
        <p:spPr>
          <a:xfrm>
            <a:off x="1407457" y="2904950"/>
            <a:ext cx="1902811" cy="330058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E04437F3-A767-9D4C-B1FD-8E815893511F}"/>
              </a:ext>
            </a:extLst>
          </p:cNvPr>
          <p:cNvSpPr/>
          <p:nvPr/>
        </p:nvSpPr>
        <p:spPr>
          <a:xfrm>
            <a:off x="456051" y="7177544"/>
            <a:ext cx="1902811" cy="419093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16331C2-00C7-5745-8137-7D7499C2EABB}"/>
              </a:ext>
            </a:extLst>
          </p:cNvPr>
          <p:cNvSpPr/>
          <p:nvPr/>
        </p:nvSpPr>
        <p:spPr>
          <a:xfrm>
            <a:off x="1662852" y="8603986"/>
            <a:ext cx="1116207" cy="544074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98132391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57E80D4-E499-4809-B55E-099B5CD9B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F5712-77C1-483E-AF6C-501D64E640ED}" type="slidenum">
              <a:rPr lang="ko-KR" altLang="en-US" smtClean="0"/>
              <a:t>51</a:t>
            </a:fld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556A54-A3FF-E043-B132-BBCDF7C2B8D1}"/>
              </a:ext>
            </a:extLst>
          </p:cNvPr>
          <p:cNvSpPr txBox="1"/>
          <p:nvPr/>
        </p:nvSpPr>
        <p:spPr>
          <a:xfrm>
            <a:off x="245234" y="865391"/>
            <a:ext cx="6371969" cy="13538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40000"/>
              </a:lnSpc>
              <a:defRPr/>
            </a:pP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음소거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해제 요청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버튼 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참가자 목록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참가자의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설정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(…)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–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음소거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해제 요청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선택하여 해당 참가자에게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음소거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해제 요청을 할 수 있습니다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해당 참가자는 </a:t>
            </a:r>
            <a:r>
              <a:rPr lang="ko-KR" altLang="en-US" sz="1200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음소거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해제 요청 </a:t>
            </a:r>
            <a:r>
              <a:rPr lang="ko-KR" altLang="en-US" sz="1200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알럿이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발생되고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음소거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해제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 시 </a:t>
            </a:r>
            <a:r>
              <a:rPr lang="ko-KR" altLang="en-US" sz="1200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음소거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해제됩니다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568C3F-A84D-8642-A997-BC7839DE21B4}"/>
              </a:ext>
            </a:extLst>
          </p:cNvPr>
          <p:cNvSpPr txBox="1"/>
          <p:nvPr/>
        </p:nvSpPr>
        <p:spPr>
          <a:xfrm>
            <a:off x="245234" y="446237"/>
            <a:ext cx="56664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ko-KR" altLang="en-US" sz="1600" dirty="0" err="1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음소거</a:t>
            </a:r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해제 요청</a:t>
            </a:r>
            <a:endParaRPr lang="ko-KR" altLang="en-US" dirty="0">
              <a:solidFill>
                <a:srgbClr val="1D6B9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51E839B-7F17-9349-8CCD-16B5D949CA69}"/>
              </a:ext>
            </a:extLst>
          </p:cNvPr>
          <p:cNvSpPr txBox="1"/>
          <p:nvPr/>
        </p:nvSpPr>
        <p:spPr>
          <a:xfrm>
            <a:off x="245234" y="5063483"/>
            <a:ext cx="61412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카메라 켜기 요청</a:t>
            </a:r>
            <a:endParaRPr lang="ko-KR" altLang="en-US" dirty="0">
              <a:solidFill>
                <a:srgbClr val="1D6B9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BA2179C-DBCF-F742-83B3-B443544C0F1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452"/>
          <a:stretch/>
        </p:blipFill>
        <p:spPr>
          <a:xfrm>
            <a:off x="331967" y="2371703"/>
            <a:ext cx="2746500" cy="2307462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11D61FEB-FC3C-0645-ADC9-836E51BF98F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11" r="44072"/>
          <a:stretch/>
        </p:blipFill>
        <p:spPr>
          <a:xfrm>
            <a:off x="3581400" y="7633922"/>
            <a:ext cx="2944633" cy="937419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4134202B-780F-9341-8731-03EA66CC3D31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482" r="38426"/>
          <a:stretch/>
        </p:blipFill>
        <p:spPr>
          <a:xfrm>
            <a:off x="3601177" y="3094024"/>
            <a:ext cx="2785335" cy="937419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BA225F5C-B9F8-CB4D-B5F6-A17945364AF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452"/>
          <a:stretch/>
        </p:blipFill>
        <p:spPr>
          <a:xfrm>
            <a:off x="331967" y="6924428"/>
            <a:ext cx="2746500" cy="2307462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AABBE5ED-6552-D045-8D53-D3CAC95B2BC9}"/>
              </a:ext>
            </a:extLst>
          </p:cNvPr>
          <p:cNvSpPr txBox="1"/>
          <p:nvPr/>
        </p:nvSpPr>
        <p:spPr>
          <a:xfrm>
            <a:off x="245234" y="5460762"/>
            <a:ext cx="6371969" cy="13538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참가자 목록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참가자의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설정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(…)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–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카메라 켜기 요청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선택하여 해당 참가자에게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비디어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켜기 요청을 할 수 있습니다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해당 참가자는 카메라 켜기 요청 </a:t>
            </a:r>
            <a:r>
              <a:rPr lang="ko-KR" altLang="en-US" sz="1200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알럿이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발생되고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카메라 켜기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 시 카메라가 켜집니다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1" name="오른쪽 화살표[R] 10">
            <a:extLst>
              <a:ext uri="{FF2B5EF4-FFF2-40B4-BE49-F238E27FC236}">
                <a16:creationId xmlns:a16="http://schemas.microsoft.com/office/drawing/2014/main" id="{7DCC9329-9CA4-B749-921A-D80D86605B91}"/>
              </a:ext>
            </a:extLst>
          </p:cNvPr>
          <p:cNvSpPr/>
          <p:nvPr/>
        </p:nvSpPr>
        <p:spPr>
          <a:xfrm>
            <a:off x="3260942" y="3454758"/>
            <a:ext cx="168058" cy="14135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3" name="오른쪽 화살표[R] 12">
            <a:extLst>
              <a:ext uri="{FF2B5EF4-FFF2-40B4-BE49-F238E27FC236}">
                <a16:creationId xmlns:a16="http://schemas.microsoft.com/office/drawing/2014/main" id="{39918B09-8E59-8E44-BD26-ECBAFFC34D61}"/>
              </a:ext>
            </a:extLst>
          </p:cNvPr>
          <p:cNvSpPr/>
          <p:nvPr/>
        </p:nvSpPr>
        <p:spPr>
          <a:xfrm>
            <a:off x="3257973" y="8031956"/>
            <a:ext cx="168058" cy="14135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40798B8-B8D0-0D4D-A38B-2128F1381B5A}"/>
              </a:ext>
            </a:extLst>
          </p:cNvPr>
          <p:cNvSpPr/>
          <p:nvPr/>
        </p:nvSpPr>
        <p:spPr>
          <a:xfrm>
            <a:off x="1622611" y="2889661"/>
            <a:ext cx="1013013" cy="363332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EA89D26-81C7-4349-88A3-0E67A77207E1}"/>
              </a:ext>
            </a:extLst>
          </p:cNvPr>
          <p:cNvSpPr/>
          <p:nvPr/>
        </p:nvSpPr>
        <p:spPr>
          <a:xfrm>
            <a:off x="1252385" y="3356603"/>
            <a:ext cx="1584123" cy="330058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65EA387-6D2E-3145-B217-7B105F5A66F0}"/>
              </a:ext>
            </a:extLst>
          </p:cNvPr>
          <p:cNvSpPr/>
          <p:nvPr/>
        </p:nvSpPr>
        <p:spPr>
          <a:xfrm>
            <a:off x="1268966" y="8596905"/>
            <a:ext cx="1586205" cy="330058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98113892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57E80D4-E499-4809-B55E-099B5CD9B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F5712-77C1-483E-AF6C-501D64E640ED}" type="slidenum">
              <a:rPr lang="ko-KR" altLang="en-US" smtClean="0"/>
              <a:t>52</a:t>
            </a:fld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228F1F-B5FA-41D8-AB84-D0423B074852}"/>
              </a:ext>
            </a:extLst>
          </p:cNvPr>
          <p:cNvSpPr txBox="1"/>
          <p:nvPr/>
        </p:nvSpPr>
        <p:spPr>
          <a:xfrm>
            <a:off x="141263" y="369077"/>
            <a:ext cx="40263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D6B9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rPr>
              <a:t>참가자 내보내기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C5D7A2B-3132-44D5-BCBD-D7FEBC8FE8E1}"/>
              </a:ext>
            </a:extLst>
          </p:cNvPr>
          <p:cNvSpPr txBox="1"/>
          <p:nvPr/>
        </p:nvSpPr>
        <p:spPr>
          <a:xfrm>
            <a:off x="3115339" y="1649055"/>
            <a:ext cx="3391786" cy="836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채팅창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– 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참가자 아이콘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내보내기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선택하여 해당 참가자를 회의에서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내보낼 수 있습니다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84B0D95-37E4-4D96-9C98-8B379A1F0D20}"/>
              </a:ext>
            </a:extLst>
          </p:cNvPr>
          <p:cNvSpPr txBox="1"/>
          <p:nvPr/>
        </p:nvSpPr>
        <p:spPr>
          <a:xfrm>
            <a:off x="3115339" y="4391957"/>
            <a:ext cx="3391786" cy="8494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40000"/>
              </a:lnSpc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참가자 목록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–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참가자의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설정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(…)]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내보내기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선택하여 해당 참가자를 회의에서 내보낼 수 있습니다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21C287-2068-294D-9712-62F8BF5A6B31}"/>
              </a:ext>
            </a:extLst>
          </p:cNvPr>
          <p:cNvSpPr txBox="1"/>
          <p:nvPr/>
        </p:nvSpPr>
        <p:spPr>
          <a:xfrm>
            <a:off x="3115339" y="7306556"/>
            <a:ext cx="3391786" cy="836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40000"/>
              </a:lnSpc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참가자 타일의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설정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(…)]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내보내기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선택하여 해당 참가자를 회의에서 내보낼 수 있습니다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0716DF-D03E-4547-9B1C-2DF6503D729A}"/>
              </a:ext>
            </a:extLst>
          </p:cNvPr>
          <p:cNvSpPr txBox="1"/>
          <p:nvPr/>
        </p:nvSpPr>
        <p:spPr>
          <a:xfrm>
            <a:off x="230936" y="1252567"/>
            <a:ext cx="3391786" cy="319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ko-KR" alt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채팅창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441B0D2-9344-9C47-84BB-CF8F51A80F03}"/>
              </a:ext>
            </a:extLst>
          </p:cNvPr>
          <p:cNvSpPr txBox="1"/>
          <p:nvPr/>
        </p:nvSpPr>
        <p:spPr>
          <a:xfrm>
            <a:off x="230936" y="3985273"/>
            <a:ext cx="3391786" cy="319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참가자 목록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A3BF415-4FCE-FC48-86C4-7EF83F699FCF}"/>
              </a:ext>
            </a:extLst>
          </p:cNvPr>
          <p:cNvSpPr txBox="1"/>
          <p:nvPr/>
        </p:nvSpPr>
        <p:spPr>
          <a:xfrm>
            <a:off x="245057" y="6858587"/>
            <a:ext cx="3391786" cy="319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참가자 타일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9FB24B9-A403-4F47-8DD2-BA501536A216}"/>
              </a:ext>
            </a:extLst>
          </p:cNvPr>
          <p:cNvSpPr txBox="1"/>
          <p:nvPr/>
        </p:nvSpPr>
        <p:spPr>
          <a:xfrm>
            <a:off x="230937" y="692375"/>
            <a:ext cx="6276188" cy="57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방장은 참가자를 회의실에서 내보내기 할 수 있으며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‘</a:t>
            </a:r>
            <a:r>
              <a:rPr kumimoji="0" lang="ko-KR" altLang="en-US" sz="12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채팅방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’,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‘</a:t>
            </a:r>
            <a:r>
              <a:rPr kumimoji="0" lang="ko-KR" altLang="en-US" sz="12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참가자목록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’,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‘</a:t>
            </a:r>
            <a:r>
              <a:rPr kumimoji="0" lang="ko-KR" altLang="en-US" sz="12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참가자타일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’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에서 내보내기 기능을 사용하실 수 있습니다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  <a:endParaRPr kumimoji="0" lang="en-US" altLang="ko-KR" sz="12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B780400-E163-364B-8AA2-18D6621E708E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486" y="1630357"/>
            <a:ext cx="2485469" cy="22680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70972175-5AB3-C147-A491-6751B2F2F236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599"/>
          <a:stretch/>
        </p:blipFill>
        <p:spPr>
          <a:xfrm>
            <a:off x="471487" y="4391958"/>
            <a:ext cx="2485468" cy="2265482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3CC56555-47CA-8245-AB37-6F6F40A85FD0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698"/>
          <a:stretch/>
        </p:blipFill>
        <p:spPr>
          <a:xfrm>
            <a:off x="471487" y="7306556"/>
            <a:ext cx="2485468" cy="2080696"/>
          </a:xfrm>
          <a:prstGeom prst="rect">
            <a:avLst/>
          </a:prstGeom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4EF8BC8A-E72D-BD45-A053-C3EA3006D001}"/>
              </a:ext>
            </a:extLst>
          </p:cNvPr>
          <p:cNvSpPr/>
          <p:nvPr/>
        </p:nvSpPr>
        <p:spPr>
          <a:xfrm>
            <a:off x="583955" y="2764357"/>
            <a:ext cx="936500" cy="197428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79F868F-F978-5B42-982C-15F08D1D691E}"/>
              </a:ext>
            </a:extLst>
          </p:cNvPr>
          <p:cNvSpPr/>
          <p:nvPr/>
        </p:nvSpPr>
        <p:spPr>
          <a:xfrm>
            <a:off x="1292327" y="6332801"/>
            <a:ext cx="1078731" cy="244970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EE3EBC4-C5D0-5145-9E04-BFFCD3FB6867}"/>
              </a:ext>
            </a:extLst>
          </p:cNvPr>
          <p:cNvSpPr/>
          <p:nvPr/>
        </p:nvSpPr>
        <p:spPr>
          <a:xfrm>
            <a:off x="595830" y="8220477"/>
            <a:ext cx="1191681" cy="310012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9C5C73A-1BEA-4A49-B252-467D8DD93D99}"/>
              </a:ext>
            </a:extLst>
          </p:cNvPr>
          <p:cNvSpPr/>
          <p:nvPr/>
        </p:nvSpPr>
        <p:spPr>
          <a:xfrm>
            <a:off x="2502727" y="8413068"/>
            <a:ext cx="388636" cy="310012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C28CE6A-87B3-8149-BB94-62F899E284A6}"/>
              </a:ext>
            </a:extLst>
          </p:cNvPr>
          <p:cNvSpPr/>
          <p:nvPr/>
        </p:nvSpPr>
        <p:spPr>
          <a:xfrm>
            <a:off x="2502727" y="4576287"/>
            <a:ext cx="425305" cy="310012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60789582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57E80D4-E499-4809-B55E-099B5CD9B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F5712-77C1-483E-AF6C-501D64E640ED}" type="slidenum">
              <a:rPr lang="ko-KR" altLang="en-US" smtClean="0"/>
              <a:t>53</a:t>
            </a:fld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FBBD40-65EA-4AEA-87E6-E1D96D447371}"/>
              </a:ext>
            </a:extLst>
          </p:cNvPr>
          <p:cNvSpPr txBox="1"/>
          <p:nvPr/>
        </p:nvSpPr>
        <p:spPr>
          <a:xfrm>
            <a:off x="205059" y="338676"/>
            <a:ext cx="40263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D6B9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rPr>
              <a:t>방장 권한 위임하기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B76FC9-7D1C-4270-8412-505F8644A922}"/>
              </a:ext>
            </a:extLst>
          </p:cNvPr>
          <p:cNvSpPr txBox="1"/>
          <p:nvPr/>
        </p:nvSpPr>
        <p:spPr>
          <a:xfrm>
            <a:off x="247395" y="702131"/>
            <a:ext cx="6256883" cy="3323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방장은 다른 참가자에게 방장 권한을 위임할 수 있습니다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FE4EDA-E78C-4575-ACA5-648908299A14}"/>
              </a:ext>
            </a:extLst>
          </p:cNvPr>
          <p:cNvSpPr txBox="1"/>
          <p:nvPr/>
        </p:nvSpPr>
        <p:spPr>
          <a:xfrm>
            <a:off x="3083443" y="1483863"/>
            <a:ext cx="3548428" cy="10953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참가자 목록 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참가자의 설정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(…)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방장 위임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선택하여 해당 참가자에게 방장 권한을 위임할 수 있습니다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66E2D5-08CB-4D30-B2CD-36054239D509}"/>
              </a:ext>
            </a:extLst>
          </p:cNvPr>
          <p:cNvSpPr txBox="1"/>
          <p:nvPr/>
        </p:nvSpPr>
        <p:spPr>
          <a:xfrm>
            <a:off x="3083443" y="4710071"/>
            <a:ext cx="3548428" cy="10953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참가자 타일의 설정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(…)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방장 위임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선택하여 해당 참가자에게 방장 권한을 위임할 수 있습니다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6B880C-1A4E-9B4D-BA3C-B854B632CF9A}"/>
              </a:ext>
            </a:extLst>
          </p:cNvPr>
          <p:cNvSpPr txBox="1"/>
          <p:nvPr/>
        </p:nvSpPr>
        <p:spPr>
          <a:xfrm>
            <a:off x="247395" y="1126563"/>
            <a:ext cx="3391786" cy="319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참가자 목록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6EE434C-EF7F-F24D-8DB7-01412162C965}"/>
              </a:ext>
            </a:extLst>
          </p:cNvPr>
          <p:cNvSpPr txBox="1"/>
          <p:nvPr/>
        </p:nvSpPr>
        <p:spPr>
          <a:xfrm>
            <a:off x="247395" y="4373159"/>
            <a:ext cx="3391786" cy="319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참가자 타일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1460C435-FB43-9543-AAEB-A3D4FEB642D6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761" y="4801898"/>
            <a:ext cx="2630109" cy="2453925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BD728F75-85D1-CD45-84B3-E21890A8D64F}"/>
              </a:ext>
            </a:extLst>
          </p:cNvPr>
          <p:cNvSpPr/>
          <p:nvPr/>
        </p:nvSpPr>
        <p:spPr>
          <a:xfrm>
            <a:off x="571629" y="5956902"/>
            <a:ext cx="1191681" cy="310012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3B61C3B-AFCF-8B43-A126-1CE65117F011}"/>
              </a:ext>
            </a:extLst>
          </p:cNvPr>
          <p:cNvSpPr/>
          <p:nvPr/>
        </p:nvSpPr>
        <p:spPr>
          <a:xfrm>
            <a:off x="2534825" y="6340979"/>
            <a:ext cx="425305" cy="310012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698FF7C9-FF0D-B24A-9B91-69AA90FF6E93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776"/>
          <a:stretch/>
        </p:blipFill>
        <p:spPr>
          <a:xfrm>
            <a:off x="403761" y="1605500"/>
            <a:ext cx="2630110" cy="2484688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5F75AA9C-2544-0447-962A-C5F547F5D020}"/>
              </a:ext>
            </a:extLst>
          </p:cNvPr>
          <p:cNvSpPr/>
          <p:nvPr/>
        </p:nvSpPr>
        <p:spPr>
          <a:xfrm>
            <a:off x="1313592" y="3413836"/>
            <a:ext cx="1078731" cy="363528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338C162-4156-6045-9C06-D9B60727D587}"/>
              </a:ext>
            </a:extLst>
          </p:cNvPr>
          <p:cNvSpPr/>
          <p:nvPr/>
        </p:nvSpPr>
        <p:spPr>
          <a:xfrm>
            <a:off x="2604975" y="1924039"/>
            <a:ext cx="425305" cy="310012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23193768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F0EDA30D-8D62-4343-B990-02CA2FCC437A}"/>
              </a:ext>
            </a:extLst>
          </p:cNvPr>
          <p:cNvSpPr txBox="1"/>
          <p:nvPr/>
        </p:nvSpPr>
        <p:spPr>
          <a:xfrm>
            <a:off x="258222" y="433775"/>
            <a:ext cx="26386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모두에 대해 회의 종료하기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1D6B91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8C5B30-94D0-4740-BD9A-C4DA44377678}"/>
              </a:ext>
            </a:extLst>
          </p:cNvPr>
          <p:cNvSpPr txBox="1"/>
          <p:nvPr/>
        </p:nvSpPr>
        <p:spPr>
          <a:xfrm>
            <a:off x="267184" y="3196615"/>
            <a:ext cx="6341557" cy="57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회의 나가기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–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모두에 대해 회의 종료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선택하여 방장이 회의에 나갈 시 모두에 대해 회의를 종료할 수 있으며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방장을 포함한 모든 참가자의 회의가 종료하게 됩니다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57E80D4-E499-4809-B55E-099B5CD9B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F5712-77C1-483E-AF6C-501D64E640ED}" type="slidenum">
              <a:rPr lang="ko-KR" altLang="en-US" smtClean="0"/>
              <a:t>54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C74073-C5A2-40F1-8078-3BE7720AB870}"/>
              </a:ext>
            </a:extLst>
          </p:cNvPr>
          <p:cNvSpPr txBox="1"/>
          <p:nvPr/>
        </p:nvSpPr>
        <p:spPr>
          <a:xfrm>
            <a:off x="258220" y="4129010"/>
            <a:ext cx="30868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방장을 위임하고 회의 나가기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1D6B91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40489C-ACED-4161-A3FD-CB2E49991727}"/>
              </a:ext>
            </a:extLst>
          </p:cNvPr>
          <p:cNvSpPr txBox="1"/>
          <p:nvPr/>
        </p:nvSpPr>
        <p:spPr>
          <a:xfrm>
            <a:off x="258220" y="7102637"/>
            <a:ext cx="6341557" cy="836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40000"/>
              </a:lnSpc>
              <a:defRPr/>
            </a:pP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회의 나가기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–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회의 나가기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선택하여 방장이 혼자 회의에 나갈 시 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다른 참가자에게 방장을 위임하고 회의를 나갈 수 있으며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endParaRPr kumimoji="0" lang="en-US" altLang="ko-KR" sz="12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방장을 위임 받은 참가자는 방장 권한을 가지게 됩니다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0684160-84CA-CE49-9C87-2F93EE82DC9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77"/>
          <a:stretch/>
        </p:blipFill>
        <p:spPr>
          <a:xfrm>
            <a:off x="258220" y="925469"/>
            <a:ext cx="2828856" cy="201706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83928F2-2213-9343-BF4E-1397BD31D2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0627" y="4697893"/>
            <a:ext cx="2929540" cy="2135017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613A8EF9-3E9F-C843-9BDD-50AE2AC67E4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46"/>
          <a:stretch/>
        </p:blipFill>
        <p:spPr>
          <a:xfrm>
            <a:off x="319921" y="4721643"/>
            <a:ext cx="2831985" cy="2135017"/>
          </a:xfrm>
          <a:prstGeom prst="rect">
            <a:avLst/>
          </a:prstGeom>
        </p:spPr>
      </p:pic>
      <p:sp>
        <p:nvSpPr>
          <p:cNvPr id="15" name="오른쪽 화살표[R] 14">
            <a:extLst>
              <a:ext uri="{FF2B5EF4-FFF2-40B4-BE49-F238E27FC236}">
                <a16:creationId xmlns:a16="http://schemas.microsoft.com/office/drawing/2014/main" id="{C925D0CC-20F7-4D4F-AFE9-93F742F8F597}"/>
              </a:ext>
            </a:extLst>
          </p:cNvPr>
          <p:cNvSpPr/>
          <p:nvPr/>
        </p:nvSpPr>
        <p:spPr>
          <a:xfrm>
            <a:off x="3297237" y="5692462"/>
            <a:ext cx="168058" cy="14135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CC0DCB5-0B53-F44D-926D-9ACFFF6BAB26}"/>
              </a:ext>
            </a:extLst>
          </p:cNvPr>
          <p:cNvSpPr/>
          <p:nvPr/>
        </p:nvSpPr>
        <p:spPr>
          <a:xfrm>
            <a:off x="796132" y="1236216"/>
            <a:ext cx="2082125" cy="536602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FBEF73F-4B94-3043-B6DE-1A752547BF34}"/>
              </a:ext>
            </a:extLst>
          </p:cNvPr>
          <p:cNvSpPr/>
          <p:nvPr/>
        </p:nvSpPr>
        <p:spPr>
          <a:xfrm>
            <a:off x="853897" y="5538188"/>
            <a:ext cx="2149200" cy="494060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91218482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F0EDA30D-8D62-4343-B990-02CA2FCC437A}"/>
              </a:ext>
            </a:extLst>
          </p:cNvPr>
          <p:cNvSpPr txBox="1"/>
          <p:nvPr/>
        </p:nvSpPr>
        <p:spPr>
          <a:xfrm>
            <a:off x="258222" y="401383"/>
            <a:ext cx="26386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D6B9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rPr>
              <a:t>참가자 허용 권한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srgbClr val="1D6B91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FFEEA7-6247-445C-AA13-A13A2E6C5FF5}"/>
              </a:ext>
            </a:extLst>
          </p:cNvPr>
          <p:cNvSpPr txBox="1"/>
          <p:nvPr/>
        </p:nvSpPr>
        <p:spPr>
          <a:xfrm>
            <a:off x="274860" y="709682"/>
            <a:ext cx="6344590" cy="319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40000"/>
              </a:lnSpc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방장은 회의실에 대한 참가자 허용 권한을 설정 할 수 있습니다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4B7D34A-6655-4D0B-B24D-60C1FDB7C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F5712-77C1-483E-AF6C-501D64E640ED}" type="slidenum">
              <a:rPr lang="ko-KR" altLang="en-US" smtClean="0"/>
              <a:t>55</a:t>
            </a:fld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1FF75FB-D8AB-A14A-ACDB-8641FA6E7FBF}"/>
              </a:ext>
            </a:extLst>
          </p:cNvPr>
          <p:cNvSpPr txBox="1"/>
          <p:nvPr/>
        </p:nvSpPr>
        <p:spPr>
          <a:xfrm>
            <a:off x="3268344" y="1291584"/>
            <a:ext cx="3208606" cy="75990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  <a:defRPr/>
            </a:pPr>
            <a:endParaRPr lang="en-US" altLang="ko-KR" sz="12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171450" lvl="0" indent="-171450">
              <a:lnSpc>
                <a:spcPct val="150000"/>
              </a:lnSpc>
              <a:buFontTx/>
              <a:buChar char="-"/>
              <a:defRPr/>
            </a:pP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화면 공유 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참가자가 화면 공유할 수 있도록 허용합니다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171450" lvl="0" indent="-171450">
              <a:lnSpc>
                <a:spcPct val="150000"/>
              </a:lnSpc>
              <a:buFontTx/>
              <a:buChar char="-"/>
              <a:defRPr/>
            </a:pPr>
            <a:endParaRPr lang="en-US" altLang="ko-KR" sz="7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171450" lvl="0" indent="-171450">
              <a:lnSpc>
                <a:spcPct val="150000"/>
              </a:lnSpc>
              <a:buFontTx/>
              <a:buChar char="-"/>
              <a:defRPr/>
            </a:pPr>
            <a:r>
              <a:rPr lang="ko-KR" altLang="en-US" sz="1200" b="1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음소거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해제 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참가자가 호스트의 허가 없이 </a:t>
            </a:r>
            <a:r>
              <a:rPr lang="ko-KR" altLang="en-US" sz="1200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음소거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해제할 수 있도록 허용합니다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171450" lvl="0" indent="-171450">
              <a:lnSpc>
                <a:spcPct val="150000"/>
              </a:lnSpc>
              <a:buFontTx/>
              <a:buChar char="-"/>
              <a:defRPr/>
            </a:pPr>
            <a:endParaRPr lang="en-US" altLang="ko-KR" sz="7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171450" lvl="0" indent="-171450">
              <a:lnSpc>
                <a:spcPct val="150000"/>
              </a:lnSpc>
              <a:buFontTx/>
              <a:buChar char="-"/>
              <a:defRPr/>
            </a:pP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카메라 켜기 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참가자가 호스트의 허가 없이 카메라를 켤 수 있도록 허용합니다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171450" lvl="0" indent="-171450">
              <a:lnSpc>
                <a:spcPct val="150000"/>
              </a:lnSpc>
              <a:buFontTx/>
              <a:buChar char="-"/>
              <a:defRPr/>
            </a:pPr>
            <a:endParaRPr lang="en-US" altLang="ko-KR" sz="7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171450" lvl="0" indent="-171450">
              <a:lnSpc>
                <a:spcPct val="150000"/>
              </a:lnSpc>
              <a:buFontTx/>
              <a:buChar char="-"/>
              <a:defRPr/>
            </a:pP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채팅 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참가자가 채팅 기능을 사용할 수 있도록 합니다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171450" lvl="0" indent="-171450">
              <a:lnSpc>
                <a:spcPct val="150000"/>
              </a:lnSpc>
              <a:buFontTx/>
              <a:buChar char="-"/>
              <a:defRPr/>
            </a:pPr>
            <a:endParaRPr lang="en-US" altLang="ko-KR" sz="7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171450" lvl="0" indent="-171450">
              <a:lnSpc>
                <a:spcPct val="150000"/>
              </a:lnSpc>
              <a:buFontTx/>
              <a:buChar char="-"/>
              <a:defRPr/>
            </a:pP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투표 생성 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참가자 </a:t>
            </a:r>
            <a:r>
              <a:rPr lang="ko-KR" altLang="en-US" sz="1200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투표기능을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사용할 수 있도록 합니다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171450" lvl="0" indent="-171450">
              <a:lnSpc>
                <a:spcPct val="150000"/>
              </a:lnSpc>
              <a:buFontTx/>
              <a:buChar char="-"/>
              <a:defRPr/>
            </a:pPr>
            <a:endParaRPr lang="en-US" altLang="ko-KR" sz="7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171450" lvl="0" indent="-171450">
              <a:lnSpc>
                <a:spcPct val="150000"/>
              </a:lnSpc>
              <a:buFontTx/>
              <a:buChar char="-"/>
              <a:defRPr/>
            </a:pP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이름 변경 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참가자가 스스로 이름을 변경할 수 있도록 허용합니다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171450" lvl="0" indent="-171450">
              <a:lnSpc>
                <a:spcPct val="150000"/>
              </a:lnSpc>
              <a:buFontTx/>
              <a:buChar char="-"/>
              <a:defRPr/>
            </a:pPr>
            <a:endParaRPr lang="en-US" altLang="ko-KR" sz="7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171450" lvl="0" indent="-171450">
              <a:lnSpc>
                <a:spcPct val="150000"/>
              </a:lnSpc>
              <a:buFontTx/>
              <a:buChar char="-"/>
              <a:defRPr/>
            </a:pP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소회의실 입장 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참가자 스스로 소회의실에 입장할 수 있도록 허용합니다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endParaRPr lang="en-US" altLang="ko-KR" sz="12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171450" lvl="0" indent="-171450">
              <a:lnSpc>
                <a:spcPct val="150000"/>
              </a:lnSpc>
              <a:buFontTx/>
              <a:buChar char="-"/>
              <a:defRPr/>
            </a:pPr>
            <a:endParaRPr lang="en-US" altLang="ko-KR" sz="12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171450" lvl="0" indent="-171450">
              <a:lnSpc>
                <a:spcPct val="150000"/>
              </a:lnSpc>
              <a:buFontTx/>
              <a:buChar char="-"/>
              <a:defRPr/>
            </a:pP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문서 공유 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참가자가 문서 공유할 수 있도록 허용합니다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lvl="0">
              <a:lnSpc>
                <a:spcPct val="140000"/>
              </a:lnSpc>
              <a:defRPr/>
            </a:pPr>
            <a:r>
              <a:rPr lang="ko-KR" altLang="en-US" sz="1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</a:t>
            </a:r>
            <a:r>
              <a: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방장을 제외한 모든 참가자는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보기만 가능하며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endParaRPr lang="en-US" altLang="ko-KR" sz="11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>
              <a:lnSpc>
                <a:spcPct val="140000"/>
              </a:lnSpc>
              <a:defRPr/>
            </a:pP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문서공유 시작과 종료도 불가합니다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lvl="0">
              <a:lnSpc>
                <a:spcPct val="140000"/>
              </a:lnSpc>
              <a:defRPr/>
            </a:pP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문서 업로드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다운로드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삭제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lang="ko-KR" altLang="en-US" sz="11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판서  비활성화</a:t>
            </a:r>
            <a:r>
              <a:rPr lang="en-US" altLang="ko-KR" sz="11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))</a:t>
            </a:r>
          </a:p>
          <a:p>
            <a:pPr marL="171450" lvl="0" indent="-171450">
              <a:lnSpc>
                <a:spcPct val="150000"/>
              </a:lnSpc>
              <a:buFontTx/>
              <a:buChar char="-"/>
              <a:defRPr/>
            </a:pPr>
            <a:endParaRPr lang="en-US" altLang="ko-KR" sz="12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171450" lvl="0" indent="-171450">
              <a:lnSpc>
                <a:spcPct val="150000"/>
              </a:lnSpc>
              <a:buFontTx/>
              <a:buChar char="-"/>
              <a:defRPr/>
            </a:pPr>
            <a:endParaRPr lang="en-US" altLang="ko-KR" sz="1200" b="1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40000"/>
              </a:lnSpc>
              <a:defRPr/>
            </a:pPr>
            <a:endParaRPr lang="en-US" altLang="ko-KR" sz="12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472090-0746-4743-A7F5-9A087A9C8E1E}"/>
              </a:ext>
            </a:extLst>
          </p:cNvPr>
          <p:cNvSpPr txBox="1"/>
          <p:nvPr/>
        </p:nvSpPr>
        <p:spPr>
          <a:xfrm>
            <a:off x="274860" y="1048236"/>
            <a:ext cx="5794246" cy="57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ko-KR" altLang="en-US" sz="1200" b="1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참가자목록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– </a:t>
            </a:r>
            <a:r>
              <a:rPr lang="ko-KR" altLang="en-US" sz="1200" b="1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추가액션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(…) 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선택하여 참가자 허용 권한을 설정할 수 있습니다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>
              <a:lnSpc>
                <a:spcPct val="140000"/>
              </a:lnSpc>
              <a:defRPr/>
            </a:pPr>
            <a:endParaRPr lang="en-US" altLang="ko-KR" sz="12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414F01C-364F-342E-6795-046A19B7057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53"/>
          <a:stretch/>
        </p:blipFill>
        <p:spPr>
          <a:xfrm>
            <a:off x="274860" y="1626536"/>
            <a:ext cx="2849009" cy="6165199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91136321-136F-6E4A-9CFF-E3BFE27BF524}"/>
              </a:ext>
            </a:extLst>
          </p:cNvPr>
          <p:cNvSpPr/>
          <p:nvPr/>
        </p:nvSpPr>
        <p:spPr>
          <a:xfrm>
            <a:off x="381050" y="3470709"/>
            <a:ext cx="2366126" cy="3108511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6B61B71-CE6F-DD44-8515-1353DE096FB8}"/>
              </a:ext>
            </a:extLst>
          </p:cNvPr>
          <p:cNvSpPr/>
          <p:nvPr/>
        </p:nvSpPr>
        <p:spPr>
          <a:xfrm>
            <a:off x="2639560" y="7224426"/>
            <a:ext cx="521272" cy="547485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50120315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F0EDA30D-8D62-4343-B990-02CA2FCC437A}"/>
              </a:ext>
            </a:extLst>
          </p:cNvPr>
          <p:cNvSpPr txBox="1"/>
          <p:nvPr/>
        </p:nvSpPr>
        <p:spPr>
          <a:xfrm>
            <a:off x="258222" y="502599"/>
            <a:ext cx="26386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랜덤 지목 기능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srgbClr val="1D6B91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4B7D34A-6655-4D0B-B24D-60C1FDB7C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F5712-77C1-483E-AF6C-501D64E640ED}" type="slidenum">
              <a:rPr lang="ko-KR" altLang="en-US" smtClean="0"/>
              <a:t>56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64FA7A-0955-FC4F-8BCE-A3F30E51C099}"/>
              </a:ext>
            </a:extLst>
          </p:cNvPr>
          <p:cNvSpPr txBox="1"/>
          <p:nvPr/>
        </p:nvSpPr>
        <p:spPr>
          <a:xfrm>
            <a:off x="258221" y="4835675"/>
            <a:ext cx="26386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타이머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srgbClr val="1D6B91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9D723D4-18A4-6546-AE6D-EE3E2208E0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00" y="6221543"/>
            <a:ext cx="3085048" cy="2631832"/>
          </a:xfrm>
          <a:prstGeom prst="rect">
            <a:avLst/>
          </a:prstGeom>
        </p:spPr>
      </p:pic>
      <p:grpSp>
        <p:nvGrpSpPr>
          <p:cNvPr id="4" name="그룹 3">
            <a:extLst>
              <a:ext uri="{FF2B5EF4-FFF2-40B4-BE49-F238E27FC236}">
                <a16:creationId xmlns:a16="http://schemas.microsoft.com/office/drawing/2014/main" id="{664B9F2B-4ADA-0E4F-9C37-CAC614C20367}"/>
              </a:ext>
            </a:extLst>
          </p:cNvPr>
          <p:cNvGrpSpPr/>
          <p:nvPr/>
        </p:nvGrpSpPr>
        <p:grpSpPr>
          <a:xfrm>
            <a:off x="411544" y="2349660"/>
            <a:ext cx="2638697" cy="2158762"/>
            <a:chOff x="1441450" y="920749"/>
            <a:chExt cx="3975100" cy="3451824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F1112DBD-D402-1F42-A7A9-050A1D2CD62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1" b="67098"/>
            <a:stretch/>
          </p:blipFill>
          <p:spPr>
            <a:xfrm>
              <a:off x="1441450" y="920749"/>
              <a:ext cx="3975100" cy="2653415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23AF6DD8-2E43-9048-9F60-73DCF2DC933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90031"/>
            <a:stretch/>
          </p:blipFill>
          <p:spPr>
            <a:xfrm>
              <a:off x="1441450" y="3568587"/>
              <a:ext cx="3975100" cy="803986"/>
            </a:xfrm>
            <a:prstGeom prst="rect">
              <a:avLst/>
            </a:prstGeom>
          </p:spPr>
        </p:pic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6E0AAFD6-0E17-E847-A138-B27B22105431}"/>
              </a:ext>
            </a:extLst>
          </p:cNvPr>
          <p:cNvGrpSpPr/>
          <p:nvPr/>
        </p:nvGrpSpPr>
        <p:grpSpPr>
          <a:xfrm>
            <a:off x="344900" y="6514817"/>
            <a:ext cx="2638697" cy="2158762"/>
            <a:chOff x="1441450" y="920749"/>
            <a:chExt cx="3975100" cy="3451824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E78A0430-F366-564F-AF28-37724D459CC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1" b="67098"/>
            <a:stretch/>
          </p:blipFill>
          <p:spPr>
            <a:xfrm>
              <a:off x="1441450" y="920749"/>
              <a:ext cx="3975100" cy="2653415"/>
            </a:xfrm>
            <a:prstGeom prst="rect">
              <a:avLst/>
            </a:prstGeom>
          </p:spPr>
        </p:pic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E96554F2-7DC0-EA4D-9F9E-ADF86C483F8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90031"/>
            <a:stretch/>
          </p:blipFill>
          <p:spPr>
            <a:xfrm>
              <a:off x="1441450" y="3568587"/>
              <a:ext cx="3975100" cy="803986"/>
            </a:xfrm>
            <a:prstGeom prst="rect">
              <a:avLst/>
            </a:prstGeom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E471462D-7DB0-E24B-9003-CA8ADDF0124C}"/>
              </a:ext>
            </a:extLst>
          </p:cNvPr>
          <p:cNvSpPr txBox="1"/>
          <p:nvPr/>
        </p:nvSpPr>
        <p:spPr>
          <a:xfrm>
            <a:off x="274860" y="839773"/>
            <a:ext cx="6421776" cy="836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40000"/>
              </a:lnSpc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참가자 중 무작위 선택하여 참가자를 지목하여 지목된 참가자화면을 고정합니다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lvl="0">
              <a:lnSpc>
                <a:spcPct val="140000"/>
              </a:lnSpc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발표자 선택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게임 등에 유용한 기능이며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참가자가 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명 이상 참석해야 기능이 활성화 됩니다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E198D36-430F-2140-9F36-B9EACC8629E8}"/>
              </a:ext>
            </a:extLst>
          </p:cNvPr>
          <p:cNvSpPr/>
          <p:nvPr/>
        </p:nvSpPr>
        <p:spPr>
          <a:xfrm>
            <a:off x="2541068" y="4005611"/>
            <a:ext cx="509173" cy="502811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EC267D4-301C-4540-9873-F2E60ECD7BE8}"/>
              </a:ext>
            </a:extLst>
          </p:cNvPr>
          <p:cNvSpPr/>
          <p:nvPr/>
        </p:nvSpPr>
        <p:spPr>
          <a:xfrm>
            <a:off x="575910" y="2559736"/>
            <a:ext cx="1734152" cy="428653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01DAE72-AD1C-0A46-A65C-4043936F0A59}"/>
              </a:ext>
            </a:extLst>
          </p:cNvPr>
          <p:cNvSpPr txBox="1"/>
          <p:nvPr/>
        </p:nvSpPr>
        <p:spPr>
          <a:xfrm>
            <a:off x="274860" y="1723322"/>
            <a:ext cx="6344590" cy="57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참가자 목록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– [</a:t>
            </a:r>
            <a:r>
              <a:rPr lang="ko-KR" altLang="en-US" sz="1200" b="1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추가액션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(…)] –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랜던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지목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선택하여 랜덤 지목 기능을 이용할 수 있습니다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endParaRPr lang="en-US" altLang="ko-KR" sz="12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31624DE-DF0D-0542-87CC-176141CB13B2}"/>
              </a:ext>
            </a:extLst>
          </p:cNvPr>
          <p:cNvSpPr/>
          <p:nvPr/>
        </p:nvSpPr>
        <p:spPr>
          <a:xfrm>
            <a:off x="2474424" y="8140096"/>
            <a:ext cx="509173" cy="502811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6DE77DA-9FE5-8A40-BFEB-3F820832B471}"/>
              </a:ext>
            </a:extLst>
          </p:cNvPr>
          <p:cNvSpPr/>
          <p:nvPr/>
        </p:nvSpPr>
        <p:spPr>
          <a:xfrm>
            <a:off x="509266" y="7063045"/>
            <a:ext cx="1734152" cy="428653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8D39067-A6AF-7948-9213-05B063D93EC2}"/>
              </a:ext>
            </a:extLst>
          </p:cNvPr>
          <p:cNvSpPr txBox="1"/>
          <p:nvPr/>
        </p:nvSpPr>
        <p:spPr>
          <a:xfrm>
            <a:off x="274860" y="5183898"/>
            <a:ext cx="6344590" cy="57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40000"/>
              </a:lnSpc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타이머를 설정하여 시간이 종료되면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알람을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표시합니다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lvl="0">
              <a:lnSpc>
                <a:spcPct val="140000"/>
              </a:lnSpc>
              <a:defRPr/>
            </a:pP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발표시간 설정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학습시간 설정 등에 사용할 수 있는 기능입니다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0F3551B-8C86-6C46-8CD7-27C1A7EAFD6A}"/>
              </a:ext>
            </a:extLst>
          </p:cNvPr>
          <p:cNvSpPr txBox="1"/>
          <p:nvPr/>
        </p:nvSpPr>
        <p:spPr>
          <a:xfrm>
            <a:off x="274860" y="5799457"/>
            <a:ext cx="6344590" cy="319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참가자목록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– [</a:t>
            </a:r>
            <a:r>
              <a:rPr lang="ko-KR" altLang="en-US" sz="1200" b="1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추가액션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(…)] –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타이머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선택하여 타이머 기능을 이용할 수 있습니다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endParaRPr lang="en-US" altLang="ko-KR" sz="12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5" name="오른쪽 화살표[R] 24">
            <a:extLst>
              <a:ext uri="{FF2B5EF4-FFF2-40B4-BE49-F238E27FC236}">
                <a16:creationId xmlns:a16="http://schemas.microsoft.com/office/drawing/2014/main" id="{41E618EB-55B2-1742-851F-9D1467562EE7}"/>
              </a:ext>
            </a:extLst>
          </p:cNvPr>
          <p:cNvSpPr/>
          <p:nvPr/>
        </p:nvSpPr>
        <p:spPr>
          <a:xfrm>
            <a:off x="3135806" y="7396107"/>
            <a:ext cx="168058" cy="14135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61384121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사각형 19">
            <a:extLst>
              <a:ext uri="{FF2B5EF4-FFF2-40B4-BE49-F238E27FC236}">
                <a16:creationId xmlns:a16="http://schemas.microsoft.com/office/drawing/2014/main" id="{75411308-7D7C-441F-8B2D-9DB7103780D2}"/>
              </a:ext>
            </a:extLst>
          </p:cNvPr>
          <p:cNvSpPr/>
          <p:nvPr/>
        </p:nvSpPr>
        <p:spPr>
          <a:xfrm>
            <a:off x="-13063" y="1947511"/>
            <a:ext cx="6871063" cy="2638182"/>
          </a:xfrm>
          <a:prstGeom prst="rect">
            <a:avLst/>
          </a:prstGeom>
          <a:solidFill>
            <a:srgbClr val="343E44">
              <a:alpha val="3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915DFC7-E78B-4447-B0FA-E8D2921A2909}"/>
              </a:ext>
            </a:extLst>
          </p:cNvPr>
          <p:cNvSpPr/>
          <p:nvPr/>
        </p:nvSpPr>
        <p:spPr>
          <a:xfrm>
            <a:off x="-6083" y="1626687"/>
            <a:ext cx="6871063" cy="2638182"/>
          </a:xfrm>
          <a:prstGeom prst="rect">
            <a:avLst/>
          </a:prstGeom>
          <a:solidFill>
            <a:srgbClr val="3848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1246B28-A183-4D21-ABA2-4A95AACCDCE1}"/>
              </a:ext>
            </a:extLst>
          </p:cNvPr>
          <p:cNvSpPr txBox="1"/>
          <p:nvPr/>
        </p:nvSpPr>
        <p:spPr>
          <a:xfrm>
            <a:off x="1515292" y="2522489"/>
            <a:ext cx="38012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8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기타</a:t>
            </a:r>
            <a:endParaRPr lang="ko-KR" altLang="en-US" sz="4000" dirty="0">
              <a:solidFill>
                <a:schemeClr val="bg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8183376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FEAA022E-4208-4704-AC0C-FA37BA7079E4}"/>
              </a:ext>
            </a:extLst>
          </p:cNvPr>
          <p:cNvGrpSpPr/>
          <p:nvPr/>
        </p:nvGrpSpPr>
        <p:grpSpPr>
          <a:xfrm>
            <a:off x="-4040" y="-6980"/>
            <a:ext cx="6876000" cy="2625891"/>
            <a:chOff x="-13063" y="-13063"/>
            <a:chExt cx="6876000" cy="2625891"/>
          </a:xfrm>
        </p:grpSpPr>
        <p:pic>
          <p:nvPicPr>
            <p:cNvPr id="8" name="그림 7" descr="텍스트이(가) 표시된 사진&#10;&#10;자동 생성된 설명">
              <a:extLst>
                <a:ext uri="{FF2B5EF4-FFF2-40B4-BE49-F238E27FC236}">
                  <a16:creationId xmlns:a16="http://schemas.microsoft.com/office/drawing/2014/main" id="{780F336E-B268-4F78-A613-F1B21F1C6388}"/>
                </a:ext>
              </a:extLst>
            </p:cNvPr>
            <p:cNvPicPr>
              <a:picLocks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3063" y="-13063"/>
              <a:ext cx="6876000" cy="26136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7292363-054B-4F47-AE5D-0319D815EC2D}"/>
                </a:ext>
              </a:extLst>
            </p:cNvPr>
            <p:cNvSpPr txBox="1"/>
            <p:nvPr/>
          </p:nvSpPr>
          <p:spPr>
            <a:xfrm>
              <a:off x="492326" y="366245"/>
              <a:ext cx="55789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v2.2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E6FD245-C704-450F-AF9D-BDD27C05E773}"/>
                </a:ext>
              </a:extLst>
            </p:cNvPr>
            <p:cNvSpPr txBox="1"/>
            <p:nvPr/>
          </p:nvSpPr>
          <p:spPr>
            <a:xfrm>
              <a:off x="-9000" y="2358912"/>
              <a:ext cx="101890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PC </a:t>
              </a:r>
              <a:r>
                <a:rPr lang="ko-KR" altLang="en-US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가이드</a:t>
              </a:r>
              <a:endPara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851B0305-14A4-4ADF-8943-C96958C330D2}"/>
              </a:ext>
            </a:extLst>
          </p:cNvPr>
          <p:cNvSpPr txBox="1"/>
          <p:nvPr/>
        </p:nvSpPr>
        <p:spPr>
          <a:xfrm>
            <a:off x="1234441" y="928236"/>
            <a:ext cx="43891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FAQ</a:t>
            </a:r>
            <a:endParaRPr lang="ko-KR" altLang="en-US" sz="4000" dirty="0">
              <a:solidFill>
                <a:schemeClr val="bg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659CF19-357B-D640-8D63-452E17B694B4}"/>
              </a:ext>
            </a:extLst>
          </p:cNvPr>
          <p:cNvSpPr txBox="1"/>
          <p:nvPr/>
        </p:nvSpPr>
        <p:spPr>
          <a:xfrm>
            <a:off x="258222" y="2786279"/>
            <a:ext cx="58023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D6B9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rPr>
              <a:t>Vmeeting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D6B9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rPr>
              <a:t>을 사용하려면 계정이 필요한가요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1D6B9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rPr>
              <a:t>?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1D6B91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</a:endParaRPr>
          </a:p>
        </p:txBody>
      </p:sp>
      <p:sp>
        <p:nvSpPr>
          <p:cNvPr id="28" name="슬라이드 번호 개체 틀 1">
            <a:extLst>
              <a:ext uri="{FF2B5EF4-FFF2-40B4-BE49-F238E27FC236}">
                <a16:creationId xmlns:a16="http://schemas.microsoft.com/office/drawing/2014/main" id="{AF1550A6-5B47-EB4B-9DAC-D5F82C03D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1397"/>
            <a:ext cx="1543050" cy="527403"/>
          </a:xfrm>
        </p:spPr>
        <p:txBody>
          <a:bodyPr/>
          <a:lstStyle/>
          <a:p>
            <a:fld id="{025F5712-77C1-483E-AF6C-501D64E640ED}" type="slidenum">
              <a:rPr lang="ko-KR" altLang="en-US" smtClean="0"/>
              <a:t>58</a:t>
            </a:fld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1494B2-3051-354D-9E93-9FF76629349D}"/>
              </a:ext>
            </a:extLst>
          </p:cNvPr>
          <p:cNvSpPr txBox="1"/>
          <p:nvPr/>
        </p:nvSpPr>
        <p:spPr>
          <a:xfrm>
            <a:off x="258222" y="3100119"/>
            <a:ext cx="6344590" cy="57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참가자로만 회의에 참석할 경우에는 </a:t>
            </a:r>
            <a:r>
              <a:rPr lang="en-US" altLang="ko-KR" sz="1200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vmeeting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계정이 필요하지 않습니다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171450" marR="0" lvl="0" indent="-17145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직접 회의를 생성할 경우에만 </a:t>
            </a:r>
            <a:r>
              <a:rPr lang="en-US" altLang="ko-KR" sz="1200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vmeeting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계정이 필요합니다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0052CFD-5AAD-4446-98B4-0E34C54A0BBE}"/>
              </a:ext>
            </a:extLst>
          </p:cNvPr>
          <p:cNvSpPr txBox="1"/>
          <p:nvPr/>
        </p:nvSpPr>
        <p:spPr>
          <a:xfrm>
            <a:off x="258222" y="4585431"/>
            <a:ext cx="58023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D6B9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rPr>
              <a:t>회의에는 어떻게 참여 가능한가요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1D6B9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rPr>
              <a:t>?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1D6B91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885FADD-A9C8-5942-BA61-9BD48601CE35}"/>
              </a:ext>
            </a:extLst>
          </p:cNvPr>
          <p:cNvSpPr txBox="1"/>
          <p:nvPr/>
        </p:nvSpPr>
        <p:spPr>
          <a:xfrm>
            <a:off x="258222" y="4899271"/>
            <a:ext cx="6344590" cy="319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회의 링크를 선택하여 참석하거나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vmeeting.io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 </a:t>
            </a:r>
            <a:r>
              <a:rPr lang="ko-KR" altLang="en-US" sz="1200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회의명을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입력하여 참석 가능합니다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AB9BFD7-55E1-1147-9155-0669F4C6332A}"/>
              </a:ext>
            </a:extLst>
          </p:cNvPr>
          <p:cNvSpPr txBox="1"/>
          <p:nvPr/>
        </p:nvSpPr>
        <p:spPr>
          <a:xfrm>
            <a:off x="258222" y="5373187"/>
            <a:ext cx="58023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회의에 참석하는데 </a:t>
            </a:r>
            <a:r>
              <a:rPr lang="ko-KR" altLang="en-US" sz="1600" dirty="0" err="1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웹캠이</a:t>
            </a:r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필요한가요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1D6B9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rPr>
              <a:t>?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1D6B91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03932D9-F114-5544-BFCB-370F823363D4}"/>
              </a:ext>
            </a:extLst>
          </p:cNvPr>
          <p:cNvSpPr txBox="1"/>
          <p:nvPr/>
        </p:nvSpPr>
        <p:spPr>
          <a:xfrm>
            <a:off x="258222" y="5687027"/>
            <a:ext cx="6344590" cy="57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회의나 컨퍼런스에 참여하는데 </a:t>
            </a:r>
            <a:r>
              <a:rPr lang="ko-KR" altLang="en-US" sz="1200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웹캠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없이도 참석 가능하며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회의에서 듣고 말하며 화면공유하고 타 참가자의 비디오를 보는 것이 가능합니다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15D0F00-8C2D-1D40-985F-F73E2000C71E}"/>
              </a:ext>
            </a:extLst>
          </p:cNvPr>
          <p:cNvSpPr txBox="1"/>
          <p:nvPr/>
        </p:nvSpPr>
        <p:spPr>
          <a:xfrm>
            <a:off x="258222" y="3764153"/>
            <a:ext cx="58023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D6B9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rPr>
              <a:t>Vmeeting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D6B9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rPr>
              <a:t> 라이센스 구매하고 싶은데 어떻게 하나요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1D6B9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rPr>
              <a:t>?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1D6B91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DFC28FA-AB1D-444E-B8D1-3A211E7C56A6}"/>
              </a:ext>
            </a:extLst>
          </p:cNvPr>
          <p:cNvSpPr txBox="1"/>
          <p:nvPr/>
        </p:nvSpPr>
        <p:spPr>
          <a:xfrm>
            <a:off x="209468" y="4085389"/>
            <a:ext cx="6344590" cy="319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hlinkClick r:id="rId3"/>
              </a:rPr>
              <a:t>Vmeeting-info@kedutech.kr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에 연락해주시면 영업담당자가 연락 드립니다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F6B15D8-AF34-444C-B291-AD0CDE26A205}"/>
              </a:ext>
            </a:extLst>
          </p:cNvPr>
          <p:cNvSpPr txBox="1"/>
          <p:nvPr/>
        </p:nvSpPr>
        <p:spPr>
          <a:xfrm>
            <a:off x="258222" y="6417399"/>
            <a:ext cx="58023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D6B9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rPr>
              <a:t>회의에 동시에 몇명까지 참석가능한가요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1D6B9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rPr>
              <a:t>?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1D6B91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AC2D43D-D051-264D-81CA-D096CB13520D}"/>
              </a:ext>
            </a:extLst>
          </p:cNvPr>
          <p:cNvSpPr txBox="1"/>
          <p:nvPr/>
        </p:nvSpPr>
        <p:spPr>
          <a:xfrm>
            <a:off x="258222" y="6731239"/>
            <a:ext cx="6344590" cy="836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무료로 사용 가능한 라이센스는 최대 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10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명까지 가능합니다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171450" marR="0" lvl="0" indent="-17145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라이센스 별 참석 가능 인원이 다르며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최대 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500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명 이상 가능합니다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자세한 내용은 영업담당자에게 문의해주시기 바랍니다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5CC902B-C056-6243-BDA4-5ABA8D24FF87}"/>
              </a:ext>
            </a:extLst>
          </p:cNvPr>
          <p:cNvSpPr txBox="1"/>
          <p:nvPr/>
        </p:nvSpPr>
        <p:spPr>
          <a:xfrm>
            <a:off x="256705" y="7669949"/>
            <a:ext cx="58023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D6B9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rPr>
              <a:t>계정 비밀번호를 잃어버렸어요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1D6B9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rPr>
              <a:t>.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1D6B91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C40FEA8-013A-784F-BAE2-F794811B642A}"/>
              </a:ext>
            </a:extLst>
          </p:cNvPr>
          <p:cNvSpPr txBox="1"/>
          <p:nvPr/>
        </p:nvSpPr>
        <p:spPr>
          <a:xfrm>
            <a:off x="256705" y="7983789"/>
            <a:ext cx="6344590" cy="319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로그인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–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비밀번호 재설정</a:t>
            </a:r>
            <a:r>
              <a:rPr lang="en-US" altLang="ko-KR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lang="ko-KR" altLang="en-US" sz="12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에서 비밀번호를 재 설정 하실 수 있습니다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endParaRPr lang="en-US" altLang="ko-KR" sz="12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ECDD111-5BAA-9844-BCF9-8410BF620150}"/>
              </a:ext>
            </a:extLst>
          </p:cNvPr>
          <p:cNvSpPr txBox="1"/>
          <p:nvPr/>
        </p:nvSpPr>
        <p:spPr>
          <a:xfrm>
            <a:off x="256705" y="8448775"/>
            <a:ext cx="58023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D6B9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rPr>
              <a:t>일부 기능이 나타나지 않습니다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1D6B9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rPr>
              <a:t>.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D6B9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rPr>
              <a:t>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64AA5B3-137A-3A4C-92B3-7722AA52F3ED}"/>
              </a:ext>
            </a:extLst>
          </p:cNvPr>
          <p:cNvSpPr txBox="1"/>
          <p:nvPr/>
        </p:nvSpPr>
        <p:spPr>
          <a:xfrm>
            <a:off x="256705" y="8762615"/>
            <a:ext cx="6344590" cy="57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OS 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또는 브라우저의 지원문제로 일부 기능이 제한될 수 있으며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APP 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과 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PC 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브라우저 간 제공되는 기능에 차이가 있을 수 있습니다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5102097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4B7D34A-6655-4D0B-B24D-60C1FDB7C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F5712-77C1-483E-AF6C-501D64E640ED}" type="slidenum">
              <a:rPr lang="ko-KR" altLang="en-US" smtClean="0"/>
              <a:t>59</a:t>
            </a:fld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1E5368-D75B-D143-8107-8C30A64A55CF}"/>
              </a:ext>
            </a:extLst>
          </p:cNvPr>
          <p:cNvSpPr txBox="1"/>
          <p:nvPr/>
        </p:nvSpPr>
        <p:spPr>
          <a:xfrm>
            <a:off x="258222" y="513317"/>
            <a:ext cx="58023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D6B9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rPr>
              <a:t>카메라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1D6B9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rPr>
              <a:t>/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D6B9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rPr>
              <a:t>마이크가 동작하지 않습니다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1D6B9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rPr>
              <a:t>.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1D6B91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BFDB98-ABA1-9148-AD74-2CF2A6DFBED5}"/>
              </a:ext>
            </a:extLst>
          </p:cNvPr>
          <p:cNvSpPr txBox="1"/>
          <p:nvPr/>
        </p:nvSpPr>
        <p:spPr>
          <a:xfrm>
            <a:off x="258222" y="851871"/>
            <a:ext cx="6344590" cy="110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lnSpc>
                <a:spcPct val="140000"/>
              </a:lnSpc>
              <a:buFontTx/>
              <a:buChar char="-"/>
              <a:defRPr/>
            </a:pP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컴퓨터에 연결된 카메라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/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마이크가 있고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회의 중에 이 카메라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/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마이크를 선택했는데 카메라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/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마이크를 사용할 수 없다면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,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 카메라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/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마이크가 이미 사용 중인지 확인해 주세요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.</a:t>
            </a:r>
          </a:p>
          <a:p>
            <a:pPr marL="171450" lvl="0" indent="-171450">
              <a:lnSpc>
                <a:spcPct val="140000"/>
              </a:lnSpc>
              <a:buFontTx/>
              <a:buChar char="-"/>
              <a:defRPr/>
            </a:pP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동일한 카메라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/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마이크를 동시에 여러 애플리케이션에서 사용할 수 없습니다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.</a:t>
            </a:r>
          </a:p>
          <a:p>
            <a:pPr marL="171450" lvl="0" indent="-171450">
              <a:lnSpc>
                <a:spcPct val="140000"/>
              </a:lnSpc>
              <a:buFontTx/>
              <a:buChar char="-"/>
              <a:defRPr/>
            </a:pP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카메라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/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마이크를 사용 중인 다른 프로그램이 없다면 접근 권한을 확인해주세요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 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6317BA-A9CE-D942-9BF2-DF6C93D9AA53}"/>
              </a:ext>
            </a:extLst>
          </p:cNvPr>
          <p:cNvSpPr txBox="1"/>
          <p:nvPr/>
        </p:nvSpPr>
        <p:spPr>
          <a:xfrm>
            <a:off x="258222" y="4791857"/>
            <a:ext cx="58023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D6B9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rPr>
              <a:t>에코나 </a:t>
            </a: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D6B9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rPr>
              <a:t>하울링이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D6B9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rPr>
              <a:t> 발생합니다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1D6B9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rPr>
              <a:t>.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1D6B91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EB94FF-D56E-2E4B-AC56-8D19ABCEF336}"/>
              </a:ext>
            </a:extLst>
          </p:cNvPr>
          <p:cNvSpPr txBox="1"/>
          <p:nvPr/>
        </p:nvSpPr>
        <p:spPr>
          <a:xfrm>
            <a:off x="258222" y="5130411"/>
            <a:ext cx="6344590" cy="1359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lnSpc>
                <a:spcPct val="140000"/>
              </a:lnSpc>
              <a:buFontTx/>
              <a:buChar char="-"/>
              <a:defRPr/>
            </a:pP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참가자가 여러 기기의 미팅 오디오에 연결하는 경우 또는 한 장소에서 여러 명이 동시에  회의하는 경우 발생될 수 있으며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,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 하나의 마이크와 스피커만 활성화하여 </a:t>
            </a:r>
            <a:r>
              <a:rPr lang="ko-KR" altLang="en-US" sz="1200" dirty="0" err="1">
                <a:solidFill>
                  <a:prstClr val="black"/>
                </a:solidFill>
                <a:ea typeface="나눔바른고딕" panose="020B0603020101020101" pitchFamily="50" charset="-127"/>
              </a:rPr>
              <a:t>하울링을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 방지 할 수 있습니다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.</a:t>
            </a:r>
          </a:p>
          <a:p>
            <a:pPr marL="171450" lvl="0" indent="-171450">
              <a:lnSpc>
                <a:spcPct val="140000"/>
              </a:lnSpc>
              <a:buFontTx/>
              <a:buChar char="-"/>
              <a:defRPr/>
            </a:pP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회의에서 발언을 하지 않는 경우는 마이크를 끄시면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,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 불필요한 소음없이 회의 진행할 수 있습니다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A8A50DB-1C9A-CA43-9850-AE546BEB0C92}"/>
              </a:ext>
            </a:extLst>
          </p:cNvPr>
          <p:cNvSpPr txBox="1"/>
          <p:nvPr/>
        </p:nvSpPr>
        <p:spPr>
          <a:xfrm>
            <a:off x="258222" y="6562092"/>
            <a:ext cx="58023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1D6B9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rPr>
              <a:t>Mac OS</a:t>
            </a:r>
            <a:r>
              <a:rPr lang="ko-KR" altLang="en-US" sz="1600" dirty="0">
                <a:solidFill>
                  <a:srgbClr val="1D6B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에서 화면 공유가 되지 않아요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1D6B91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03474FA-6477-074C-9B27-9625C1979441}"/>
              </a:ext>
            </a:extLst>
          </p:cNvPr>
          <p:cNvSpPr txBox="1"/>
          <p:nvPr/>
        </p:nvSpPr>
        <p:spPr>
          <a:xfrm>
            <a:off x="209468" y="6908042"/>
            <a:ext cx="6344590" cy="110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40000"/>
              </a:lnSpc>
              <a:buFontTx/>
              <a:buChar char="-"/>
            </a:pPr>
            <a:r>
              <a:rPr lang="en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macOS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에서 화면 공유를 할 때 화면이 까맣게 나온다거나 에러메시지가 나온다면 화면 기록 접근 권한을 확인해보세요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.</a:t>
            </a:r>
          </a:p>
          <a:p>
            <a:pPr marL="171450" indent="-171450">
              <a:lnSpc>
                <a:spcPct val="140000"/>
              </a:lnSpc>
              <a:buFontTx/>
              <a:buChar char="-"/>
            </a:pP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화면 기록에 접근할 수 있도록 허용하지 않은 경우에는 브라우저가 화면을 공유할 수 없습니다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. 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9EDF7EA-EC2D-F24E-987F-8F3B154EA373}"/>
              </a:ext>
            </a:extLst>
          </p:cNvPr>
          <p:cNvSpPr/>
          <p:nvPr/>
        </p:nvSpPr>
        <p:spPr>
          <a:xfrm>
            <a:off x="513410" y="1934568"/>
            <a:ext cx="634459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ko-KR" altLang="en-US" sz="1200" b="1" dirty="0">
                <a:solidFill>
                  <a:prstClr val="black"/>
                </a:solidFill>
                <a:latin typeface="+mj-ea"/>
                <a:ea typeface="+mj-ea"/>
              </a:rPr>
              <a:t>◼︎ </a:t>
            </a:r>
            <a:r>
              <a:rPr lang="en" altLang="ko-KR" sz="1200" b="1" dirty="0">
                <a:solidFill>
                  <a:prstClr val="black"/>
                </a:solidFill>
                <a:latin typeface="+mj-ea"/>
                <a:ea typeface="+mj-ea"/>
              </a:rPr>
              <a:t>Windows</a:t>
            </a:r>
          </a:p>
          <a:p>
            <a:pPr fontAlgn="t">
              <a:lnSpc>
                <a:spcPct val="140000"/>
              </a:lnSpc>
              <a:buFont typeface="+mj-lt"/>
              <a:buAutoNum type="arabicPeriod"/>
            </a:pP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 </a:t>
            </a:r>
            <a:r>
              <a:rPr lang="en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[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시작 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&gt; 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설정 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&gt; 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개인 정보 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&gt; 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카메라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/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마이크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]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로 이동한다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.</a:t>
            </a:r>
          </a:p>
          <a:p>
            <a:pPr fontAlgn="t">
              <a:lnSpc>
                <a:spcPct val="140000"/>
              </a:lnSpc>
              <a:buFont typeface="+mj-lt"/>
              <a:buAutoNum type="arabicPeriod"/>
            </a:pP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 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[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이 장치의 카메라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/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마이크에 대한 액세스 허용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]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에서 변경을 클릭하여 카메라 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/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마이크    </a:t>
            </a:r>
            <a:endParaRPr lang="en-US" altLang="ko-KR" sz="1200" dirty="0">
              <a:solidFill>
                <a:prstClr val="black"/>
              </a:solidFill>
              <a:ea typeface="나눔바른고딕" panose="020B0603020101020101" pitchFamily="50" charset="-127"/>
            </a:endParaRPr>
          </a:p>
          <a:p>
            <a:pPr fontAlgn="t">
              <a:lnSpc>
                <a:spcPct val="140000"/>
              </a:lnSpc>
            </a:pP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     </a:t>
            </a:r>
            <a:r>
              <a:rPr lang="ko-KR" altLang="en-US" sz="1200" dirty="0" err="1">
                <a:solidFill>
                  <a:prstClr val="black"/>
                </a:solidFill>
                <a:ea typeface="나눔바른고딕" panose="020B0603020101020101" pitchFamily="50" charset="-127"/>
              </a:rPr>
              <a:t>엑세스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 한다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.</a:t>
            </a:r>
          </a:p>
          <a:p>
            <a:pPr fontAlgn="t">
              <a:lnSpc>
                <a:spcPct val="140000"/>
              </a:lnSpc>
            </a:pP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3.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 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[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앱에서 카메라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/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마이크에 </a:t>
            </a:r>
            <a:r>
              <a:rPr lang="ko-KR" altLang="en-US" sz="1200" dirty="0" err="1">
                <a:solidFill>
                  <a:prstClr val="black"/>
                </a:solidFill>
                <a:ea typeface="나눔바른고딕" panose="020B0603020101020101" pitchFamily="50" charset="-127"/>
              </a:rPr>
              <a:t>엑세스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 하도록 허용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]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을 켠다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.</a:t>
            </a:r>
          </a:p>
          <a:p>
            <a:pPr fontAlgn="t">
              <a:lnSpc>
                <a:spcPct val="140000"/>
              </a:lnSpc>
            </a:pP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4.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 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[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데스크톱 앱에서 카메라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/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마이크를 사용할 수 있도록 허용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]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을 켠다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.</a:t>
            </a:r>
          </a:p>
          <a:p>
            <a:pPr fontAlgn="t">
              <a:lnSpc>
                <a:spcPct val="140000"/>
              </a:lnSpc>
              <a:buFont typeface="+mj-lt"/>
              <a:buAutoNum type="arabicPeriod"/>
            </a:pPr>
            <a:endParaRPr lang="en-US" altLang="ko-KR" sz="1200" dirty="0">
              <a:solidFill>
                <a:prstClr val="black"/>
              </a:solidFill>
              <a:ea typeface="나눔바른고딕" panose="020B0603020101020101" pitchFamily="50" charset="-127"/>
            </a:endParaRPr>
          </a:p>
          <a:p>
            <a:pPr>
              <a:lnSpc>
                <a:spcPct val="140000"/>
              </a:lnSpc>
            </a:pPr>
            <a:r>
              <a:rPr lang="ko-KR" altLang="en-US" sz="1200" b="1" dirty="0">
                <a:solidFill>
                  <a:prstClr val="black"/>
                </a:solidFill>
                <a:latin typeface="+mj-ea"/>
                <a:ea typeface="+mj-ea"/>
              </a:rPr>
              <a:t>◼︎ </a:t>
            </a:r>
            <a:r>
              <a:rPr lang="en" altLang="ko-KR" sz="1200" b="1" dirty="0">
                <a:solidFill>
                  <a:prstClr val="black"/>
                </a:solidFill>
                <a:latin typeface="+mj-ea"/>
                <a:ea typeface="+mj-ea"/>
              </a:rPr>
              <a:t>macOS</a:t>
            </a:r>
          </a:p>
          <a:p>
            <a:pPr fontAlgn="t">
              <a:lnSpc>
                <a:spcPct val="140000"/>
              </a:lnSpc>
              <a:buFont typeface="+mj-lt"/>
              <a:buAutoNum type="arabicPeriod"/>
            </a:pP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 </a:t>
            </a:r>
            <a:r>
              <a:rPr lang="en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[Apple 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메뉴 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&gt; 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시스템 환경설정 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&gt; 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보안 및 개인 정보 보호 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&gt; 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개인 정보 보호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]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로 이동한다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.</a:t>
            </a:r>
          </a:p>
          <a:p>
            <a:pPr fontAlgn="t">
              <a:lnSpc>
                <a:spcPct val="140000"/>
              </a:lnSpc>
              <a:buFont typeface="+mj-lt"/>
              <a:buAutoNum type="arabicPeriod"/>
            </a:pP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 카메라 또는 마이크로 이동해 해당 브라우저를 체크한다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.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B8D2E13-DC95-A34B-A9B1-F6F2FB1D1A79}"/>
              </a:ext>
            </a:extLst>
          </p:cNvPr>
          <p:cNvSpPr/>
          <p:nvPr/>
        </p:nvSpPr>
        <p:spPr>
          <a:xfrm>
            <a:off x="513410" y="8015107"/>
            <a:ext cx="6344590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ko-KR" altLang="en-US" sz="1200" b="1" dirty="0">
                <a:solidFill>
                  <a:prstClr val="black"/>
                </a:solidFill>
                <a:latin typeface="+mj-ea"/>
                <a:ea typeface="+mj-ea"/>
              </a:rPr>
              <a:t>◼︎ </a:t>
            </a:r>
            <a:r>
              <a:rPr lang="en" altLang="ko-KR" sz="1200" b="1" dirty="0">
                <a:solidFill>
                  <a:prstClr val="black"/>
                </a:solidFill>
                <a:latin typeface="+mj-ea"/>
                <a:ea typeface="+mj-ea"/>
              </a:rPr>
              <a:t>macOS</a:t>
            </a:r>
          </a:p>
          <a:p>
            <a:pPr fontAlgn="t">
              <a:lnSpc>
                <a:spcPct val="140000"/>
              </a:lnSpc>
              <a:buFont typeface="+mj-lt"/>
              <a:buAutoNum type="arabicPeriod"/>
            </a:pP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 </a:t>
            </a:r>
            <a:r>
              <a:rPr lang="en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[Apple 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메뉴 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&gt; 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시스템 환경설정 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&gt; 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보안 및 개인 정보 보호 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&gt; 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개인 정보 보호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]</a:t>
            </a: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로 이동한다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.</a:t>
            </a:r>
          </a:p>
          <a:p>
            <a:pPr fontAlgn="t">
              <a:lnSpc>
                <a:spcPct val="140000"/>
              </a:lnSpc>
              <a:buFont typeface="+mj-lt"/>
              <a:buAutoNum type="arabicPeriod"/>
            </a:pPr>
            <a:r>
              <a:rPr lang="ko-KR" altLang="en-US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 화면기록으로 이동해 해당 브라우저를 체크한다</a:t>
            </a:r>
            <a:r>
              <a:rPr lang="en-US" altLang="ko-KR" sz="1200" dirty="0">
                <a:solidFill>
                  <a:prstClr val="black"/>
                </a:solidFill>
                <a:ea typeface="나눔바른고딕" panose="020B060302010102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5457567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FEAA022E-4208-4704-AC0C-FA37BA7079E4}"/>
              </a:ext>
            </a:extLst>
          </p:cNvPr>
          <p:cNvGrpSpPr/>
          <p:nvPr/>
        </p:nvGrpSpPr>
        <p:grpSpPr>
          <a:xfrm>
            <a:off x="-6083" y="-13063"/>
            <a:ext cx="6876000" cy="2625891"/>
            <a:chOff x="-13063" y="-13063"/>
            <a:chExt cx="6876000" cy="2625891"/>
          </a:xfrm>
        </p:grpSpPr>
        <p:pic>
          <p:nvPicPr>
            <p:cNvPr id="8" name="그림 7" descr="텍스트이(가) 표시된 사진&#10;&#10;자동 생성된 설명">
              <a:extLst>
                <a:ext uri="{FF2B5EF4-FFF2-40B4-BE49-F238E27FC236}">
                  <a16:creationId xmlns:a16="http://schemas.microsoft.com/office/drawing/2014/main" id="{780F336E-B268-4F78-A613-F1B21F1C6388}"/>
                </a:ext>
              </a:extLst>
            </p:cNvPr>
            <p:cNvPicPr>
              <a:picLocks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3063" y="-13063"/>
              <a:ext cx="6876000" cy="26136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7292363-054B-4F47-AE5D-0319D815EC2D}"/>
                </a:ext>
              </a:extLst>
            </p:cNvPr>
            <p:cNvSpPr txBox="1"/>
            <p:nvPr/>
          </p:nvSpPr>
          <p:spPr>
            <a:xfrm>
              <a:off x="492326" y="366245"/>
              <a:ext cx="55789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v2.2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E6FD245-C704-450F-AF9D-BDD27C05E773}"/>
                </a:ext>
              </a:extLst>
            </p:cNvPr>
            <p:cNvSpPr txBox="1"/>
            <p:nvPr/>
          </p:nvSpPr>
          <p:spPr>
            <a:xfrm>
              <a:off x="-9000" y="2358912"/>
              <a:ext cx="101890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PC </a:t>
              </a:r>
              <a:r>
                <a:rPr lang="ko-KR" altLang="en-US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가이드</a:t>
              </a:r>
              <a:endPara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851B0305-14A4-4ADF-8943-C96958C330D2}"/>
              </a:ext>
            </a:extLst>
          </p:cNvPr>
          <p:cNvSpPr txBox="1"/>
          <p:nvPr/>
        </p:nvSpPr>
        <p:spPr>
          <a:xfrm>
            <a:off x="1234441" y="928236"/>
            <a:ext cx="43891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Contact</a:t>
            </a:r>
            <a:endParaRPr lang="ko-KR" altLang="en-US" sz="4000" dirty="0">
              <a:solidFill>
                <a:schemeClr val="bg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8" name="슬라이드 번호 개체 틀 1">
            <a:extLst>
              <a:ext uri="{FF2B5EF4-FFF2-40B4-BE49-F238E27FC236}">
                <a16:creationId xmlns:a16="http://schemas.microsoft.com/office/drawing/2014/main" id="{AF1550A6-5B47-EB4B-9DAC-D5F82C03D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1397"/>
            <a:ext cx="1543050" cy="527403"/>
          </a:xfrm>
        </p:spPr>
        <p:txBody>
          <a:bodyPr/>
          <a:lstStyle/>
          <a:p>
            <a:fld id="{025F5712-77C1-483E-AF6C-501D64E640ED}" type="slidenum">
              <a:rPr lang="ko-KR" altLang="en-US" smtClean="0"/>
              <a:t>60</a:t>
            </a:fld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293EDB-70DC-6140-8726-A589499B1EA4}"/>
              </a:ext>
            </a:extLst>
          </p:cNvPr>
          <p:cNvSpPr txBox="1"/>
          <p:nvPr/>
        </p:nvSpPr>
        <p:spPr>
          <a:xfrm>
            <a:off x="258222" y="2787157"/>
            <a:ext cx="58023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D6B9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rPr>
              <a:t>고객 지원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2240C82-D4BA-5C4C-9F6C-B36AB0595DF7}"/>
              </a:ext>
            </a:extLst>
          </p:cNvPr>
          <p:cNvSpPr/>
          <p:nvPr/>
        </p:nvSpPr>
        <p:spPr>
          <a:xfrm>
            <a:off x="258222" y="3138784"/>
            <a:ext cx="46795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prstClr val="black"/>
                </a:solidFill>
                <a:ea typeface="나눔바른고딕" panose="020B0603020101020101" pitchFamily="50" charset="-127"/>
              </a:rPr>
              <a:t>E-mail :</a:t>
            </a:r>
            <a:r>
              <a:rPr lang="ko-KR" altLang="en-US" dirty="0">
                <a:solidFill>
                  <a:prstClr val="black"/>
                </a:solidFill>
                <a:ea typeface="나눔바른고딕" panose="020B0603020101020101" pitchFamily="50" charset="-127"/>
              </a:rPr>
              <a:t> </a:t>
            </a:r>
            <a:r>
              <a:rPr lang="en-US" altLang="ko-KR" dirty="0" err="1">
                <a:solidFill>
                  <a:prstClr val="black"/>
                </a:solidFill>
                <a:latin typeface="+mj-ea"/>
                <a:ea typeface="+mj-ea"/>
              </a:rPr>
              <a:t>vmeeting-info@kedutech.kr</a:t>
            </a:r>
            <a:endParaRPr lang="en-US" altLang="ko-KR" dirty="0">
              <a:solidFill>
                <a:prstClr val="black"/>
              </a:solidFill>
              <a:latin typeface="+mj-ea"/>
              <a:ea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AE7BCB-8B08-1A42-B6D2-961C8D8B9AE6}"/>
              </a:ext>
            </a:extLst>
          </p:cNvPr>
          <p:cNvSpPr txBox="1"/>
          <p:nvPr/>
        </p:nvSpPr>
        <p:spPr>
          <a:xfrm>
            <a:off x="258222" y="3815948"/>
            <a:ext cx="58023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D6B9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rPr>
              <a:t>회사 정보</a:t>
            </a:r>
          </a:p>
        </p:txBody>
      </p:sp>
      <p:pic>
        <p:nvPicPr>
          <p:cNvPr id="23" name="Picture 3">
            <a:extLst>
              <a:ext uri="{FF2B5EF4-FFF2-40B4-BE49-F238E27FC236}">
                <a16:creationId xmlns:a16="http://schemas.microsoft.com/office/drawing/2014/main" id="{5B0E88C3-8812-5A46-A6EE-9C9ABE50090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271" t="14820" r="72940" b="70090"/>
          <a:stretch/>
        </p:blipFill>
        <p:spPr>
          <a:xfrm>
            <a:off x="258222" y="4191980"/>
            <a:ext cx="3190504" cy="115103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9EEA5E3F-4FEC-D945-B101-D3C97266F211}"/>
              </a:ext>
            </a:extLst>
          </p:cNvPr>
          <p:cNvSpPr txBox="1"/>
          <p:nvPr/>
        </p:nvSpPr>
        <p:spPr>
          <a:xfrm>
            <a:off x="258222" y="5315485"/>
            <a:ext cx="6128291" cy="2469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40000"/>
              </a:lnSpc>
              <a:defRPr/>
            </a:pPr>
            <a:r>
              <a:rPr lang="en-US" altLang="ko-KR" sz="14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4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본사</a:t>
            </a:r>
            <a:r>
              <a:rPr lang="en-US" altLang="ko-KR" sz="14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lang="ko-KR" altLang="en-US" sz="14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endParaRPr lang="en-US" altLang="ko-KR" sz="1400" b="1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>
              <a:lnSpc>
                <a:spcPct val="140000"/>
              </a:lnSpc>
              <a:defRPr/>
            </a:pPr>
            <a:r>
              <a:rPr lang="en-US" altLang="ko-KR" sz="14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(37673)</a:t>
            </a:r>
            <a:r>
              <a:rPr lang="ko-KR" altLang="en-US" sz="14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경북 포항시 남구 </a:t>
            </a:r>
            <a:r>
              <a:rPr lang="ko-KR" altLang="en-US" sz="1400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청암로</a:t>
            </a:r>
            <a:r>
              <a:rPr lang="ko-KR" altLang="en-US" sz="14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4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87 </a:t>
            </a:r>
            <a:r>
              <a:rPr lang="ko-KR" altLang="en-US" sz="1400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체인지업</a:t>
            </a:r>
            <a:r>
              <a:rPr lang="ko-KR" altLang="en-US" sz="14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그라운드 </a:t>
            </a:r>
            <a:r>
              <a:rPr lang="en-US" altLang="ko-KR" sz="14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536</a:t>
            </a:r>
            <a:r>
              <a:rPr lang="ko-KR" altLang="en-US" sz="14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호</a:t>
            </a:r>
            <a:endParaRPr lang="en-US" altLang="ko-KR" sz="14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>
              <a:lnSpc>
                <a:spcPct val="140000"/>
              </a:lnSpc>
              <a:defRPr/>
            </a:pPr>
            <a:endParaRPr lang="en-US" altLang="ko-KR" sz="14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>
              <a:lnSpc>
                <a:spcPct val="140000"/>
              </a:lnSpc>
              <a:defRPr/>
            </a:pPr>
            <a:r>
              <a:rPr lang="en-US" altLang="ko-KR" sz="14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sz="14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연구소</a:t>
            </a:r>
            <a:r>
              <a:rPr lang="en-US" altLang="ko-KR" sz="14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r>
              <a:rPr lang="ko-KR" altLang="en-US" sz="14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endParaRPr lang="en-US" altLang="ko-KR" sz="1400" b="1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>
              <a:lnSpc>
                <a:spcPct val="140000"/>
              </a:lnSpc>
              <a:defRPr/>
            </a:pPr>
            <a:r>
              <a:rPr lang="en-US" altLang="ko-KR" sz="14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(06233)</a:t>
            </a:r>
            <a:r>
              <a:rPr lang="ko-KR" altLang="en-US" sz="14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서울특별시 강남구 강남대로 </a:t>
            </a:r>
            <a:r>
              <a:rPr lang="en-US" altLang="ko-KR" sz="14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84</a:t>
            </a:r>
            <a:r>
              <a:rPr lang="ko-KR" altLang="en-US" sz="14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길 </a:t>
            </a:r>
            <a:r>
              <a:rPr lang="en-US" altLang="ko-KR" sz="14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23,</a:t>
            </a:r>
            <a:r>
              <a:rPr lang="ko-KR" altLang="en-US" sz="14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4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1214</a:t>
            </a:r>
            <a:r>
              <a:rPr lang="ko-KR" altLang="en-US" sz="14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호</a:t>
            </a:r>
            <a:endParaRPr lang="en-US" altLang="ko-KR" sz="14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>
              <a:lnSpc>
                <a:spcPct val="140000"/>
              </a:lnSpc>
              <a:defRPr/>
            </a:pPr>
            <a:endParaRPr lang="en-US" altLang="ko-KR" sz="14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>
              <a:lnSpc>
                <a:spcPct val="140000"/>
              </a:lnSpc>
              <a:defRPr/>
            </a:pPr>
            <a:r>
              <a:rPr lang="en-US" altLang="ko-KR" sz="14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[Site]</a:t>
            </a:r>
          </a:p>
          <a:p>
            <a:pPr lvl="0">
              <a:lnSpc>
                <a:spcPct val="140000"/>
              </a:lnSpc>
              <a:defRPr/>
            </a:pPr>
            <a:r>
              <a:rPr lang="en-US" altLang="ko-KR" sz="14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https://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vmeeting.io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558487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3D9B4A1A4126784C813EEF151FBF3143" ma:contentTypeVersion="9" ma:contentTypeDescription="새 문서를 만듭니다." ma:contentTypeScope="" ma:versionID="1e26662595344403ed0220b95f5a954a">
  <xsd:schema xmlns:xsd="http://www.w3.org/2001/XMLSchema" xmlns:xs="http://www.w3.org/2001/XMLSchema" xmlns:p="http://schemas.microsoft.com/office/2006/metadata/properties" xmlns:ns3="4b9fae57-b609-439d-992d-332c3bd6b157" targetNamespace="http://schemas.microsoft.com/office/2006/metadata/properties" ma:root="true" ma:fieldsID="cdd7ec3ea6c858ade3e309b8f5827b8c" ns3:_="">
    <xsd:import namespace="4b9fae57-b609-439d-992d-332c3bd6b15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9fae57-b609-439d-992d-332c3bd6b15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LengthInSeconds" ma:index="16" nillable="true" ma:displayName="Length (seconds)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ADD8938-E5F5-4AEE-9887-D5A751E5266B}">
  <ds:schemaRefs>
    <ds:schemaRef ds:uri="4b9fae57-b609-439d-992d-332c3bd6b157"/>
    <ds:schemaRef ds:uri="http://schemas.microsoft.com/office/infopath/2007/PartnerControls"/>
    <ds:schemaRef ds:uri="http://www.w3.org/XML/1998/namespace"/>
    <ds:schemaRef ds:uri="http://purl.org/dc/elements/1.1/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674E756A-2905-433D-876E-1209B03E3DD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BFDEF02-1E89-45D8-94F6-E45F78128B3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b9fae57-b609-439d-992d-332c3bd6b15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20356</TotalTime>
  <Words>5260</Words>
  <Application>Microsoft Macintosh PowerPoint</Application>
  <PresentationFormat>A4 용지(210x297mm)</PresentationFormat>
  <Paragraphs>809</Paragraphs>
  <Slides>60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60</vt:i4>
      </vt:variant>
    </vt:vector>
  </HeadingPairs>
  <TitlesOfParts>
    <vt:vector size="70" baseType="lpstr">
      <vt:lpstr>나눔고딕 ExtraBold</vt:lpstr>
      <vt:lpstr>나눔바른고딕</vt:lpstr>
      <vt:lpstr>맑은 고딕</vt:lpstr>
      <vt:lpstr>NanumBarunGothic</vt:lpstr>
      <vt:lpstr>나눔고딕</vt:lpstr>
      <vt:lpstr>나눔고딕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범순</dc:creator>
  <cp:lastModifiedBy>Microsoft Office User</cp:lastModifiedBy>
  <cp:revision>221</cp:revision>
  <dcterms:created xsi:type="dcterms:W3CDTF">2021-07-07T12:03:24Z</dcterms:created>
  <dcterms:modified xsi:type="dcterms:W3CDTF">2022-07-04T08:35:07Z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0x0101003D9B4A1A4126784C813EEF151FBF3143</vt:lpwstr>
  </property>
</Properties>
</file>